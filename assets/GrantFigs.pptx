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4" r:id="rId5"/>
    <p:sldId id="256" r:id="rId6"/>
    <p:sldId id="257" r:id="rId7"/>
    <p:sldId id="259" r:id="rId8"/>
    <p:sldId id="260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  <a:srgbClr val="F44E48"/>
    <a:srgbClr val="B4E5A2"/>
    <a:srgbClr val="00B1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27"/>
    <p:restoredTop sz="96315"/>
  </p:normalViewPr>
  <p:slideViewPr>
    <p:cSldViewPr snapToGrid="0">
      <p:cViewPr>
        <p:scale>
          <a:sx n="200" d="100"/>
          <a:sy n="200" d="100"/>
        </p:scale>
        <p:origin x="1000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7313BE-28A8-5C42-B783-7E1BEFADA06A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1E1DBF-2EA1-574E-AD78-839A7B98F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29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1E1DBF-2EA1-574E-AD78-839A7B98F2D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66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1E1DBF-2EA1-574E-AD78-839A7B98F2D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168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84EE0-7094-7B6D-6A88-CE252F71D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A6A50-9FF1-5C1A-408E-70014C5A69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F49DF9-40F8-7E9F-A1BC-BC0A33C3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5E0CE-9CFB-B101-8D06-5564C59A3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4970A-0891-92AF-D662-F2F0DDC7A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39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DED20-113E-837E-940C-1950C238E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5D768-AEB0-BC17-B701-31913E9CD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16192-165D-2168-584D-C3AF5461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1AE0F-EDE4-E9C2-DA6F-758527EF9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64D2B-CC93-7A4D-FCC4-198C547B7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17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787A9-675F-C75D-9278-7BC946739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881A8-2B62-2E41-89F8-8AFB53A45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C2B11-E941-492C-8AE8-4135F4FC2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4980-ED08-96CB-9586-FE73864D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8CDDC-644F-A6F1-979D-9E4C493FC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64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86B77-DB51-FC1F-B53A-E94313BC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33D6D-1341-3572-9BD8-EFAD177DB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723C33-1A9D-4BE7-2C14-42E759EE3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4DF7F-37B4-A9BE-35D3-D7E92C11D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668369-FA2F-7E78-9279-3E05DB5C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97D39C-32A5-B6B8-D757-A9861FDAC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57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05D1B-FF73-4A0B-0D08-7CA284EEE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94B0E-D656-E8AF-66FD-A2257B400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CBC3A-D417-2DAA-C903-EA899C6E1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4C872D-69F2-CF5E-D809-B1B6A940B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419269-FD2C-11D9-A10F-155E882877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F1917-DE7E-B6B0-235E-91A2E96FF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0E159-990A-2512-3DAC-A13E0EB13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62429-83DA-AE90-9FBC-0DB297F6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92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86D16-6870-3E31-F451-B20B1BDB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09D0FB-1297-EE2C-DC64-80E111BCE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AF99-322B-FCF6-A5F1-1E7CC9C22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AE429-8E0F-75A6-D018-33F7E75B3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138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90A430-E958-1C25-D0BC-93FBE428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24890-AC72-70C5-5468-A47D48831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3DF7F-547E-1142-91A5-2D6FD1F21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87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B374-4D70-C181-D4DB-9217A91D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2C813-65CA-CC95-2D3F-487A98E15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8D92AA-FDD3-D6AA-B447-7A1654D490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08952-C8A8-963E-8DE6-FC2C9773F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B10C0-DA1D-B4F9-F045-1833FC457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380AA-F1E2-AA06-E435-6F66AE81B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192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31030-B816-5641-BDD5-E7044793E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89CABB-BC52-576D-888C-601C5F84BB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563878-EFB5-2A54-F517-693D9CEDE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E8062-2073-C63C-70EA-C038BB965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4F4FD-E1DA-D76B-596B-1BC936DC9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D97F7-F756-6A7F-5032-6962DCD1C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73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67CF1-9A18-C409-6F29-0586C4498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7AAE1-F7E5-63DD-CE7A-8222504806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68BB9-A79A-EE7F-A4CB-C7893F887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42764-A594-D3A2-BAA3-856BA0964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18CB5-B318-1D69-F6A6-C1E2BF4CC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022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3446EA-00A4-FD3D-6F1C-775D50636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89D68-4F7E-5497-0066-9291A0565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AA28D-27E5-7BF9-38C9-6CFA00D88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EC25C-4EFD-254E-A3D5-E57E2F53D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0F108-3E99-4BE8-8F46-628DAE27F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945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CC912D-642A-B1CD-185A-CB0DFCA6F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0A502-BFB8-603C-C52C-3FEB1965D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0A1E8-A31B-B115-CA1A-81C55410E8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99B948-4ED5-6240-8238-DF3F13594E35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78F9AB-CD40-78E6-B818-E5DF96D0A8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158A0-B2FD-6AC6-2D7F-8811F6CE15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29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" name="Group 190">
            <a:extLst>
              <a:ext uri="{FF2B5EF4-FFF2-40B4-BE49-F238E27FC236}">
                <a16:creationId xmlns:a16="http://schemas.microsoft.com/office/drawing/2014/main" id="{077D1B2D-4A2F-17D1-A043-04A0040FD5C2}"/>
              </a:ext>
            </a:extLst>
          </p:cNvPr>
          <p:cNvGrpSpPr/>
          <p:nvPr/>
        </p:nvGrpSpPr>
        <p:grpSpPr>
          <a:xfrm>
            <a:off x="876410" y="215596"/>
            <a:ext cx="6163149" cy="6320590"/>
            <a:chOff x="876410" y="215596"/>
            <a:chExt cx="6163149" cy="632059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7F4CF754-B731-775B-4919-666891A71E04}"/>
                </a:ext>
              </a:extLst>
            </p:cNvPr>
            <p:cNvGrpSpPr/>
            <p:nvPr/>
          </p:nvGrpSpPr>
          <p:grpSpPr>
            <a:xfrm>
              <a:off x="1222006" y="331232"/>
              <a:ext cx="2662701" cy="3150622"/>
              <a:chOff x="3751451" y="740930"/>
              <a:chExt cx="2662701" cy="3150622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654453E5-3009-602E-DC72-35AC9802BB24}"/>
                  </a:ext>
                </a:extLst>
              </p:cNvPr>
              <p:cNvGrpSpPr/>
              <p:nvPr/>
            </p:nvGrpSpPr>
            <p:grpSpPr>
              <a:xfrm>
                <a:off x="4102111" y="740930"/>
                <a:ext cx="2312041" cy="3150622"/>
                <a:chOff x="4102111" y="740930"/>
                <a:chExt cx="2312041" cy="3150622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8F211454-A7BC-59FF-D0C2-C3F5F08D25D2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</p:grpSpPr>
              <p:sp>
                <p:nvSpPr>
                  <p:cNvPr id="8" name="Oval 7">
                    <a:extLst>
                      <a:ext uri="{FF2B5EF4-FFF2-40B4-BE49-F238E27FC236}">
                        <a16:creationId xmlns:a16="http://schemas.microsoft.com/office/drawing/2014/main" id="{95E3470B-A656-3C3A-C123-12C6C18752F8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 err="1"/>
                      <a:t>v</a:t>
                    </a:r>
                    <a:r>
                      <a:rPr lang="en-US" baseline="-25000" dirty="0" err="1"/>
                      <a:t>H</a:t>
                    </a:r>
                    <a:endParaRPr lang="en-US" dirty="0"/>
                  </a:p>
                </p:txBody>
              </p:sp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30E5E632-E2F4-2FFA-D4F4-466BD1EBB14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</p:grpSpPr>
                <p:sp>
                  <p:nvSpPr>
                    <p:cNvPr id="9" name="Oval 8">
                      <a:extLst>
                        <a:ext uri="{FF2B5EF4-FFF2-40B4-BE49-F238E27FC236}">
                          <a16:creationId xmlns:a16="http://schemas.microsoft.com/office/drawing/2014/main" id="{3F2D029A-8F62-616C-E810-4AA55D5C22C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 err="1"/>
                        <a:t>v</a:t>
                      </a:r>
                      <a:r>
                        <a:rPr lang="en-US" baseline="-25000" dirty="0" err="1"/>
                        <a:t>L</a:t>
                      </a:r>
                      <a:endParaRPr lang="en-US" dirty="0"/>
                    </a:p>
                  </p:txBody>
                </p:sp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A58F665B-CE31-A7A6-1D21-A0C2FDF6250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L</a:t>
                      </a:r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119D4D2C-1537-0593-FEF6-783037B2DC58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solidFill>
                      <a:srgbClr val="043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H</a:t>
                      </a:r>
                      <a:endParaRPr lang="en-US" dirty="0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18AFF160-C743-C7B5-97FC-784B5C90B44B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solidFill>
                      <a:srgbClr val="043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" name="Arc 12">
                      <a:extLst>
                        <a:ext uri="{FF2B5EF4-FFF2-40B4-BE49-F238E27FC236}">
                          <a16:creationId xmlns:a16="http://schemas.microsoft.com/office/drawing/2014/main" id="{24D8AB10-2C56-98C0-A147-F1BC4AB9C7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83758D9-1BEF-BF2F-6034-2EA28318A56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solidFill>
                      <a:srgbClr val="043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" name="Arc 14">
                      <a:extLst>
                        <a:ext uri="{FF2B5EF4-FFF2-40B4-BE49-F238E27FC236}">
                          <a16:creationId xmlns:a16="http://schemas.microsoft.com/office/drawing/2014/main" id="{C7D5A1BC-3162-29B0-E35E-85AF7D34C0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" name="Arc 15">
                      <a:extLst>
                        <a:ext uri="{FF2B5EF4-FFF2-40B4-BE49-F238E27FC236}">
                          <a16:creationId xmlns:a16="http://schemas.microsoft.com/office/drawing/2014/main" id="{BCD82C43-8741-AD55-CD8F-8ADA4658D16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3BB33046-12F9-629B-AA8B-E47B69CBFD00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07686D0C-F5EC-122B-9D7B-B2EA8012596D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B977F2A0-23AB-2908-B6DE-D63D61100D90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</p:grpSpPr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E2F48C92-071C-FCCB-F55B-C68E7518B708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D42831F8-5928-AA8A-027D-C6E506AD310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33" name="Oval 32">
                      <a:extLst>
                        <a:ext uri="{FF2B5EF4-FFF2-40B4-BE49-F238E27FC236}">
                          <a16:creationId xmlns:a16="http://schemas.microsoft.com/office/drawing/2014/main" id="{CA779D79-C9D6-FC5A-5DE0-DF7B87DF4C2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solidFill>
                      <a:srgbClr val="043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34" name="Oval 33">
                      <a:extLst>
                        <a:ext uri="{FF2B5EF4-FFF2-40B4-BE49-F238E27FC236}">
                          <a16:creationId xmlns:a16="http://schemas.microsoft.com/office/drawing/2014/main" id="{F1FF7D63-F005-678F-24A7-CE422C142DAB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solidFill>
                      <a:srgbClr val="043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35" name="Arc 34">
                      <a:extLst>
                        <a:ext uri="{FF2B5EF4-FFF2-40B4-BE49-F238E27FC236}">
                          <a16:creationId xmlns:a16="http://schemas.microsoft.com/office/drawing/2014/main" id="{215DC5F4-023D-A400-79A9-78B75C1200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6" name="Oval 35">
                      <a:extLst>
                        <a:ext uri="{FF2B5EF4-FFF2-40B4-BE49-F238E27FC236}">
                          <a16:creationId xmlns:a16="http://schemas.microsoft.com/office/drawing/2014/main" id="{794C6921-9D0F-D5F4-F4D8-A25E607BEF6E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solidFill>
                      <a:srgbClr val="043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37" name="Arc 36">
                      <a:extLst>
                        <a:ext uri="{FF2B5EF4-FFF2-40B4-BE49-F238E27FC236}">
                          <a16:creationId xmlns:a16="http://schemas.microsoft.com/office/drawing/2014/main" id="{4265D60F-9263-A28A-440E-98525836E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8" name="Arc 37">
                      <a:extLst>
                        <a:ext uri="{FF2B5EF4-FFF2-40B4-BE49-F238E27FC236}">
                          <a16:creationId xmlns:a16="http://schemas.microsoft.com/office/drawing/2014/main" id="{DE6BFCE2-487F-E7F2-C89D-7EA6E58DC61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6D5BEF47-4494-83A8-E361-95B13D3302E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0D38827-D6B9-261D-3F8A-6BE416B2A0C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EDF93877-3DC6-26D1-36B1-6177C0ED35A2}"/>
                    </a:ext>
                  </a:extLst>
                </p:cNvPr>
                <p:cNvSpPr/>
                <p:nvPr/>
              </p:nvSpPr>
              <p:spPr>
                <a:xfrm>
                  <a:off x="5699729" y="740930"/>
                  <a:ext cx="714423" cy="669864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Ag</a:t>
                  </a:r>
                </a:p>
              </p:txBody>
            </p:sp>
          </p:grp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8385872-22A8-7CDA-D0EB-81FEA1616363}"/>
                  </a:ext>
                </a:extLst>
              </p:cNvPr>
              <p:cNvSpPr/>
              <p:nvPr/>
            </p:nvSpPr>
            <p:spPr>
              <a:xfrm>
                <a:off x="3751451" y="757321"/>
                <a:ext cx="714423" cy="66986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4B8D549-483B-71AA-2621-C2C5F440FD58}"/>
                </a:ext>
              </a:extLst>
            </p:cNvPr>
            <p:cNvSpPr txBox="1"/>
            <p:nvPr/>
          </p:nvSpPr>
          <p:spPr>
            <a:xfrm rot="16200000">
              <a:off x="952379" y="2455810"/>
              <a:ext cx="176474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432FF"/>
                  </a:solidFill>
                </a:rPr>
                <a:t>Constant region for</a:t>
              </a:r>
              <a:r>
                <a:rPr lang="el-GR" dirty="0">
                  <a:solidFill>
                    <a:srgbClr val="0432FF"/>
                  </a:solidFill>
                </a:rPr>
                <a:t> </a:t>
              </a:r>
              <a:r>
                <a:rPr lang="en-US" sz="2000" dirty="0">
                  <a:solidFill>
                    <a:srgbClr val="0432FF"/>
                  </a:solidFill>
                  <a:cs typeface="Times New Roman" panose="02020603050405020304" pitchFamily="18" charset="0"/>
                </a:rPr>
                <a:t>IgG1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FD5330B-A259-AB82-64C4-B37334CF27A7}"/>
                </a:ext>
              </a:extLst>
            </p:cNvPr>
            <p:cNvGrpSpPr/>
            <p:nvPr/>
          </p:nvGrpSpPr>
          <p:grpSpPr>
            <a:xfrm>
              <a:off x="4272404" y="215596"/>
              <a:ext cx="2662701" cy="3150622"/>
              <a:chOff x="3751451" y="740930"/>
              <a:chExt cx="2662701" cy="3150622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638CB82C-2B80-E949-797F-46C331AB41F9}"/>
                  </a:ext>
                </a:extLst>
              </p:cNvPr>
              <p:cNvGrpSpPr/>
              <p:nvPr/>
            </p:nvGrpSpPr>
            <p:grpSpPr>
              <a:xfrm>
                <a:off x="4102111" y="740930"/>
                <a:ext cx="2312041" cy="3150622"/>
                <a:chOff x="4102111" y="740930"/>
                <a:chExt cx="2312041" cy="3150622"/>
              </a:xfrm>
            </p:grpSpPr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531C7477-6B1E-4C62-845C-7523695E0542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</p:grpSpPr>
              <p:sp>
                <p:nvSpPr>
                  <p:cNvPr id="65" name="Oval 64">
                    <a:extLst>
                      <a:ext uri="{FF2B5EF4-FFF2-40B4-BE49-F238E27FC236}">
                        <a16:creationId xmlns:a16="http://schemas.microsoft.com/office/drawing/2014/main" id="{8AA39D9B-3114-9D8B-CD80-2BA4B655862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 err="1"/>
                      <a:t>v</a:t>
                    </a:r>
                    <a:r>
                      <a:rPr lang="en-US" baseline="-25000" dirty="0" err="1"/>
                      <a:t>H</a:t>
                    </a:r>
                    <a:endParaRPr lang="en-US" dirty="0"/>
                  </a:p>
                </p:txBody>
              </p: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F851EF93-C64D-DB3E-D000-D69516920C3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</p:grpSpPr>
                <p:sp>
                  <p:nvSpPr>
                    <p:cNvPr id="67" name="Oval 66">
                      <a:extLst>
                        <a:ext uri="{FF2B5EF4-FFF2-40B4-BE49-F238E27FC236}">
                          <a16:creationId xmlns:a16="http://schemas.microsoft.com/office/drawing/2014/main" id="{F69CD6E3-7B25-FBC7-0D5F-1A51CC9EAE4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 err="1"/>
                        <a:t>v</a:t>
                      </a:r>
                      <a:r>
                        <a:rPr lang="en-US" baseline="-25000" dirty="0" err="1"/>
                        <a:t>L</a:t>
                      </a:r>
                      <a:endParaRPr lang="en-US" dirty="0"/>
                    </a:p>
                  </p:txBody>
                </p:sp>
                <p:sp>
                  <p:nvSpPr>
                    <p:cNvPr id="68" name="Oval 67">
                      <a:extLst>
                        <a:ext uri="{FF2B5EF4-FFF2-40B4-BE49-F238E27FC236}">
                          <a16:creationId xmlns:a16="http://schemas.microsoft.com/office/drawing/2014/main" id="{70B3E031-B764-B6BD-B008-966E1F50110F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L</a:t>
                      </a:r>
                      <a:endParaRPr lang="en-US" dirty="0"/>
                    </a:p>
                  </p:txBody>
                </p:sp>
                <p:sp>
                  <p:nvSpPr>
                    <p:cNvPr id="69" name="Oval 68">
                      <a:extLst>
                        <a:ext uri="{FF2B5EF4-FFF2-40B4-BE49-F238E27FC236}">
                          <a16:creationId xmlns:a16="http://schemas.microsoft.com/office/drawing/2014/main" id="{865334CF-B401-59E6-143C-4520C7B1FCA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H</a:t>
                      </a:r>
                      <a:endParaRPr lang="en-US" dirty="0"/>
                    </a:p>
                  </p:txBody>
                </p:sp>
                <p:sp>
                  <p:nvSpPr>
                    <p:cNvPr id="70" name="Oval 69">
                      <a:extLst>
                        <a:ext uri="{FF2B5EF4-FFF2-40B4-BE49-F238E27FC236}">
                          <a16:creationId xmlns:a16="http://schemas.microsoft.com/office/drawing/2014/main" id="{BED29D23-2A3B-5D53-2CE4-AE477EC2E303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71" name="Arc 70">
                      <a:extLst>
                        <a:ext uri="{FF2B5EF4-FFF2-40B4-BE49-F238E27FC236}">
                          <a16:creationId xmlns:a16="http://schemas.microsoft.com/office/drawing/2014/main" id="{6D60AA51-CA23-A948-394E-75349AF53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72" name="Oval 71">
                      <a:extLst>
                        <a:ext uri="{FF2B5EF4-FFF2-40B4-BE49-F238E27FC236}">
                          <a16:creationId xmlns:a16="http://schemas.microsoft.com/office/drawing/2014/main" id="{BED3E267-D6BF-B8F6-999B-6930F897E07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73" name="Arc 72">
                      <a:extLst>
                        <a:ext uri="{FF2B5EF4-FFF2-40B4-BE49-F238E27FC236}">
                          <a16:creationId xmlns:a16="http://schemas.microsoft.com/office/drawing/2014/main" id="{0234A22D-826D-81BA-EC38-6EE83F4D40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74" name="Arc 73">
                      <a:extLst>
                        <a:ext uri="{FF2B5EF4-FFF2-40B4-BE49-F238E27FC236}">
                          <a16:creationId xmlns:a16="http://schemas.microsoft.com/office/drawing/2014/main" id="{263F31C7-50D9-E252-98E7-FA02FD1EDA0E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1651C846-97CD-04D4-6163-131825556395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</p:grpSpPr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76692F65-276F-BCDD-3C8A-05BB4CE7274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6" name="Group 55">
                    <a:extLst>
                      <a:ext uri="{FF2B5EF4-FFF2-40B4-BE49-F238E27FC236}">
                        <a16:creationId xmlns:a16="http://schemas.microsoft.com/office/drawing/2014/main" id="{386A4FFD-F594-3C53-925C-39AB3B6CCCC0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</p:grpSpPr>
                <p:sp>
                  <p:nvSpPr>
                    <p:cNvPr id="57" name="Oval 56">
                      <a:extLst>
                        <a:ext uri="{FF2B5EF4-FFF2-40B4-BE49-F238E27FC236}">
                          <a16:creationId xmlns:a16="http://schemas.microsoft.com/office/drawing/2014/main" id="{BD8FC2AD-2636-F0F7-8718-57D69BB95C36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8" name="Oval 57">
                      <a:extLst>
                        <a:ext uri="{FF2B5EF4-FFF2-40B4-BE49-F238E27FC236}">
                          <a16:creationId xmlns:a16="http://schemas.microsoft.com/office/drawing/2014/main" id="{CD7DD515-59DD-5ECA-6C0A-6FCCCDB8061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9" name="Oval 58">
                      <a:extLst>
                        <a:ext uri="{FF2B5EF4-FFF2-40B4-BE49-F238E27FC236}">
                          <a16:creationId xmlns:a16="http://schemas.microsoft.com/office/drawing/2014/main" id="{F1D6F23D-1535-3BF6-B31C-A0014933B5EE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0" name="Oval 59">
                      <a:extLst>
                        <a:ext uri="{FF2B5EF4-FFF2-40B4-BE49-F238E27FC236}">
                          <a16:creationId xmlns:a16="http://schemas.microsoft.com/office/drawing/2014/main" id="{5D1D53D0-DF40-B4C9-8F5D-DBE9FCE99E9B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1" name="Arc 60">
                      <a:extLst>
                        <a:ext uri="{FF2B5EF4-FFF2-40B4-BE49-F238E27FC236}">
                          <a16:creationId xmlns:a16="http://schemas.microsoft.com/office/drawing/2014/main" id="{BE114E6D-AF7A-91F0-DFF9-94376EE6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2" name="Oval 61">
                      <a:extLst>
                        <a:ext uri="{FF2B5EF4-FFF2-40B4-BE49-F238E27FC236}">
                          <a16:creationId xmlns:a16="http://schemas.microsoft.com/office/drawing/2014/main" id="{D8E3AFCA-A293-F612-FD2D-4604D0BD3A7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3" name="Arc 62">
                      <a:extLst>
                        <a:ext uri="{FF2B5EF4-FFF2-40B4-BE49-F238E27FC236}">
                          <a16:creationId xmlns:a16="http://schemas.microsoft.com/office/drawing/2014/main" id="{B2B65A52-1A6B-4ED2-50F9-FA728E496F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4" name="Arc 63">
                      <a:extLst>
                        <a:ext uri="{FF2B5EF4-FFF2-40B4-BE49-F238E27FC236}">
                          <a16:creationId xmlns:a16="http://schemas.microsoft.com/office/drawing/2014/main" id="{14E4BD7A-B581-F0B3-68FA-10914887925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AC3D5795-1D21-BA72-552E-ADD8C10E1516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89C2BC82-5085-59A1-A27C-23D62DAD7F21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FE20681E-8485-784E-4A66-F60C2011118D}"/>
                    </a:ext>
                  </a:extLst>
                </p:cNvPr>
                <p:cNvSpPr/>
                <p:nvPr/>
              </p:nvSpPr>
              <p:spPr>
                <a:xfrm>
                  <a:off x="5699729" y="740930"/>
                  <a:ext cx="714423" cy="669864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Ag</a:t>
                  </a:r>
                </a:p>
              </p:txBody>
            </p: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B720C76-A93B-AAA4-D15F-113F63D2D8F9}"/>
                  </a:ext>
                </a:extLst>
              </p:cNvPr>
              <p:cNvSpPr/>
              <p:nvPr/>
            </p:nvSpPr>
            <p:spPr>
              <a:xfrm>
                <a:off x="3751451" y="757321"/>
                <a:ext cx="714423" cy="66986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48FDC94E-18D8-3D57-BAAE-CCC8FBDDA0CB}"/>
                </a:ext>
              </a:extLst>
            </p:cNvPr>
            <p:cNvSpPr txBox="1"/>
            <p:nvPr/>
          </p:nvSpPr>
          <p:spPr>
            <a:xfrm rot="16200000">
              <a:off x="4077828" y="2208076"/>
              <a:ext cx="176474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B100"/>
                  </a:solidFill>
                </a:rPr>
                <a:t>Constant region for</a:t>
              </a:r>
              <a:r>
                <a:rPr lang="el-GR" dirty="0">
                  <a:solidFill>
                    <a:srgbClr val="00B100"/>
                  </a:solidFill>
                </a:rPr>
                <a:t> </a:t>
              </a:r>
              <a:r>
                <a:rPr lang="en-US" sz="2000" dirty="0">
                  <a:solidFill>
                    <a:srgbClr val="00B100"/>
                  </a:solidFill>
                  <a:cs typeface="Times New Roman" panose="02020603050405020304" pitchFamily="18" charset="0"/>
                </a:rPr>
                <a:t>IgA</a:t>
              </a:r>
              <a:endParaRPr lang="en-US" dirty="0">
                <a:solidFill>
                  <a:srgbClr val="00B100"/>
                </a:solidFill>
              </a:endParaRP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2BD17BE-2F66-B5CF-86F7-F194DC91D851}"/>
                </a:ext>
              </a:extLst>
            </p:cNvPr>
            <p:cNvGrpSpPr/>
            <p:nvPr/>
          </p:nvGrpSpPr>
          <p:grpSpPr>
            <a:xfrm flipV="1">
              <a:off x="4277939" y="3385564"/>
              <a:ext cx="2662701" cy="3150622"/>
              <a:chOff x="3751451" y="740930"/>
              <a:chExt cx="2662701" cy="3150622"/>
            </a:xfrm>
          </p:grpSpPr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18002B15-B684-D91A-4F87-87E66B496953}"/>
                  </a:ext>
                </a:extLst>
              </p:cNvPr>
              <p:cNvGrpSpPr/>
              <p:nvPr/>
            </p:nvGrpSpPr>
            <p:grpSpPr>
              <a:xfrm>
                <a:off x="4102111" y="740930"/>
                <a:ext cx="2312041" cy="3150622"/>
                <a:chOff x="4102111" y="740930"/>
                <a:chExt cx="2312041" cy="3150622"/>
              </a:xfrm>
            </p:grpSpPr>
            <p:grpSp>
              <p:nvGrpSpPr>
                <p:cNvPr id="80" name="Group 79">
                  <a:extLst>
                    <a:ext uri="{FF2B5EF4-FFF2-40B4-BE49-F238E27FC236}">
                      <a16:creationId xmlns:a16="http://schemas.microsoft.com/office/drawing/2014/main" id="{F5BD88E3-7290-3397-A2AE-7A08CA3B18F3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</p:grpSpPr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CB8F7311-0D18-467B-A008-9F9085CF72D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55053CAE-B614-0C7D-5631-D12E242F613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</p:grpSpPr>
                <p:sp>
                  <p:nvSpPr>
                    <p:cNvPr id="97" name="Oval 96">
                      <a:extLst>
                        <a:ext uri="{FF2B5EF4-FFF2-40B4-BE49-F238E27FC236}">
                          <a16:creationId xmlns:a16="http://schemas.microsoft.com/office/drawing/2014/main" id="{3E51A46C-A805-561D-C2ED-F23EFD65D5C4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8" name="Oval 97">
                      <a:extLst>
                        <a:ext uri="{FF2B5EF4-FFF2-40B4-BE49-F238E27FC236}">
                          <a16:creationId xmlns:a16="http://schemas.microsoft.com/office/drawing/2014/main" id="{1060B0F6-0672-B8C7-4BA8-ADC0231460D1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9" name="Oval 98">
                      <a:extLst>
                        <a:ext uri="{FF2B5EF4-FFF2-40B4-BE49-F238E27FC236}">
                          <a16:creationId xmlns:a16="http://schemas.microsoft.com/office/drawing/2014/main" id="{E620D86A-C602-C24D-48C4-AD0E1BF7D4C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0" name="Oval 99">
                      <a:extLst>
                        <a:ext uri="{FF2B5EF4-FFF2-40B4-BE49-F238E27FC236}">
                          <a16:creationId xmlns:a16="http://schemas.microsoft.com/office/drawing/2014/main" id="{311EAF54-6AD4-191E-8F7B-1B21334C8385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1" name="Arc 100">
                      <a:extLst>
                        <a:ext uri="{FF2B5EF4-FFF2-40B4-BE49-F238E27FC236}">
                          <a16:creationId xmlns:a16="http://schemas.microsoft.com/office/drawing/2014/main" id="{6DF1DE4B-C3DF-A089-BF52-1F65EF21B3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2" name="Oval 101">
                      <a:extLst>
                        <a:ext uri="{FF2B5EF4-FFF2-40B4-BE49-F238E27FC236}">
                          <a16:creationId xmlns:a16="http://schemas.microsoft.com/office/drawing/2014/main" id="{A61409F4-B8B1-7DEE-B77A-52D13E103B1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3" name="Arc 102">
                      <a:extLst>
                        <a:ext uri="{FF2B5EF4-FFF2-40B4-BE49-F238E27FC236}">
                          <a16:creationId xmlns:a16="http://schemas.microsoft.com/office/drawing/2014/main" id="{4A2EB262-B46A-143C-731A-60E8F3BF08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4" name="Arc 103">
                      <a:extLst>
                        <a:ext uri="{FF2B5EF4-FFF2-40B4-BE49-F238E27FC236}">
                          <a16:creationId xmlns:a16="http://schemas.microsoft.com/office/drawing/2014/main" id="{99A04B8C-AFFB-75B7-5FA3-0D273057228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3E7829AB-CC9C-7E3A-489F-B67482D5315F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</p:grpSpPr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DD7DCAD0-E2A5-A200-6A0F-8B15ADA24B1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86" name="Group 85">
                    <a:extLst>
                      <a:ext uri="{FF2B5EF4-FFF2-40B4-BE49-F238E27FC236}">
                        <a16:creationId xmlns:a16="http://schemas.microsoft.com/office/drawing/2014/main" id="{C6E25C38-EF91-F744-C22C-E5B30DE21DD0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</p:grpSpPr>
                <p:sp>
                  <p:nvSpPr>
                    <p:cNvPr id="87" name="Oval 86">
                      <a:extLst>
                        <a:ext uri="{FF2B5EF4-FFF2-40B4-BE49-F238E27FC236}">
                          <a16:creationId xmlns:a16="http://schemas.microsoft.com/office/drawing/2014/main" id="{B75CADF7-2C6B-CFAB-BED7-8D161A9F17D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88" name="Oval 87">
                      <a:extLst>
                        <a:ext uri="{FF2B5EF4-FFF2-40B4-BE49-F238E27FC236}">
                          <a16:creationId xmlns:a16="http://schemas.microsoft.com/office/drawing/2014/main" id="{EE5EA0A6-3145-61A2-3328-6AA62761292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89" name="Oval 88">
                      <a:extLst>
                        <a:ext uri="{FF2B5EF4-FFF2-40B4-BE49-F238E27FC236}">
                          <a16:creationId xmlns:a16="http://schemas.microsoft.com/office/drawing/2014/main" id="{D89D29D9-2758-DD27-C911-3E42AD12F12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0" name="Oval 89">
                      <a:extLst>
                        <a:ext uri="{FF2B5EF4-FFF2-40B4-BE49-F238E27FC236}">
                          <a16:creationId xmlns:a16="http://schemas.microsoft.com/office/drawing/2014/main" id="{A7080423-A74E-B52F-D281-5EB04305829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1" name="Arc 90">
                      <a:extLst>
                        <a:ext uri="{FF2B5EF4-FFF2-40B4-BE49-F238E27FC236}">
                          <a16:creationId xmlns:a16="http://schemas.microsoft.com/office/drawing/2014/main" id="{D780C21D-3339-6AA4-66EC-DBCB9C1066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5964CE45-D898-D671-42FD-29473D64F62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solidFill>
                      <a:srgbClr val="00B100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ADC7AD2B-01C9-9F04-00B2-41A05E9F4F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94" name="Arc 93">
                      <a:extLst>
                        <a:ext uri="{FF2B5EF4-FFF2-40B4-BE49-F238E27FC236}">
                          <a16:creationId xmlns:a16="http://schemas.microsoft.com/office/drawing/2014/main" id="{CC954C82-6BD1-FBC2-74E8-400A24E41AA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087A91EA-C007-E531-CFD7-AA7EDAA2E546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55B53E49-D5D3-7740-6885-E946F8C2FB2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Oval 83">
                  <a:extLst>
                    <a:ext uri="{FF2B5EF4-FFF2-40B4-BE49-F238E27FC236}">
                      <a16:creationId xmlns:a16="http://schemas.microsoft.com/office/drawing/2014/main" id="{13AAC258-CE99-4DC5-5A4C-B57BB33162E4}"/>
                    </a:ext>
                  </a:extLst>
                </p:cNvPr>
                <p:cNvSpPr/>
                <p:nvPr/>
              </p:nvSpPr>
              <p:spPr>
                <a:xfrm>
                  <a:off x="5699729" y="740930"/>
                  <a:ext cx="714423" cy="669864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673D5FE-FC7F-76BA-9DBE-53BC0782EAA6}"/>
                  </a:ext>
                </a:extLst>
              </p:cNvPr>
              <p:cNvSpPr/>
              <p:nvPr/>
            </p:nvSpPr>
            <p:spPr>
              <a:xfrm>
                <a:off x="3751451" y="757321"/>
                <a:ext cx="714423" cy="66986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A290AEE9-21CC-A2BC-27D3-630C09ACDE80}"/>
                </a:ext>
              </a:extLst>
            </p:cNvPr>
            <p:cNvGrpSpPr/>
            <p:nvPr/>
          </p:nvGrpSpPr>
          <p:grpSpPr>
            <a:xfrm>
              <a:off x="5403100" y="2160372"/>
              <a:ext cx="552240" cy="2447093"/>
              <a:chOff x="8443826" y="2170814"/>
              <a:chExt cx="552240" cy="2447093"/>
            </a:xfrm>
          </p:grpSpPr>
          <p:sp>
            <p:nvSpPr>
              <p:cNvPr id="113" name="Moon 112">
                <a:extLst>
                  <a:ext uri="{FF2B5EF4-FFF2-40B4-BE49-F238E27FC236}">
                    <a16:creationId xmlns:a16="http://schemas.microsoft.com/office/drawing/2014/main" id="{4396A395-7870-5CF3-2555-8DCD047E7618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143BAECC-0458-3E6A-0851-C369DAA0D045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37F94813-7103-FA38-0736-CCFB86A3600F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EA2F1FEE-09C3-5D6D-D00D-CE774F488034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A2223FA-BDE1-0049-03AE-95479B47617B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D00F45A2-00D3-E250-58A8-974437386D2F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0231F838-0272-DEE9-E57C-024DD883F155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9A8EBD70-391C-4ED5-59A5-C161A9989659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E307BC2C-E278-7D5B-8FAA-FDB01CBE9B10}"/>
                </a:ext>
              </a:extLst>
            </p:cNvPr>
            <p:cNvSpPr txBox="1"/>
            <p:nvPr/>
          </p:nvSpPr>
          <p:spPr>
            <a:xfrm>
              <a:off x="1816709" y="532794"/>
              <a:ext cx="16656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Antigen-binding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5C404069-D78A-C0F3-24FE-F9782383113E}"/>
                </a:ext>
              </a:extLst>
            </p:cNvPr>
            <p:cNvSpPr txBox="1"/>
            <p:nvPr/>
          </p:nvSpPr>
          <p:spPr>
            <a:xfrm>
              <a:off x="2265605" y="3446990"/>
              <a:ext cx="77777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heavy</a:t>
              </a:r>
            </a:p>
            <a:p>
              <a:r>
                <a:rPr lang="en-US" sz="1600" dirty="0"/>
                <a:t>chains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736AB15-EEC2-743E-A220-009516DBD291}"/>
                </a:ext>
              </a:extLst>
            </p:cNvPr>
            <p:cNvSpPr txBox="1"/>
            <p:nvPr/>
          </p:nvSpPr>
          <p:spPr>
            <a:xfrm rot="18311286">
              <a:off x="2911139" y="1285262"/>
              <a:ext cx="17647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light chain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75DD2FE-1447-14D4-5B4D-788C41FD5D65}"/>
                </a:ext>
              </a:extLst>
            </p:cNvPr>
            <p:cNvSpPr txBox="1"/>
            <p:nvPr/>
          </p:nvSpPr>
          <p:spPr>
            <a:xfrm rot="16200000">
              <a:off x="5662326" y="2985325"/>
              <a:ext cx="183113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75000"/>
                    </a:schemeClr>
                  </a:solidFill>
                </a:rPr>
                <a:t>components for dimerization &amp; secretion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3ADBC046-95A1-356E-6453-093016D3375C}"/>
                </a:ext>
              </a:extLst>
            </p:cNvPr>
            <p:cNvSpPr txBox="1"/>
            <p:nvPr/>
          </p:nvSpPr>
          <p:spPr>
            <a:xfrm>
              <a:off x="876410" y="4096236"/>
              <a:ext cx="2621230" cy="1200329"/>
            </a:xfrm>
            <a:prstGeom prst="rect">
              <a:avLst/>
            </a:prstGeom>
            <a:noFill/>
            <a:ln w="31750">
              <a:solidFill>
                <a:srgbClr val="0432FF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IgG1</a:t>
              </a:r>
              <a:br>
                <a:rPr lang="en-US" sz="2400" dirty="0"/>
              </a:br>
              <a:r>
                <a:rPr lang="en-US" sz="2400" dirty="0"/>
                <a:t>(monomer of</a:t>
              </a:r>
            </a:p>
            <a:p>
              <a:pPr algn="ctr"/>
              <a:r>
                <a:rPr lang="en-US" sz="2400" dirty="0"/>
                <a:t>2H and 2L chains) 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C8BAFD8-9C7E-DCDE-F10D-A90C1DE23A0F}"/>
                </a:ext>
              </a:extLst>
            </p:cNvPr>
            <p:cNvSpPr txBox="1"/>
            <p:nvPr/>
          </p:nvSpPr>
          <p:spPr>
            <a:xfrm>
              <a:off x="4072953" y="3522344"/>
              <a:ext cx="1170657" cy="830997"/>
            </a:xfrm>
            <a:prstGeom prst="rect">
              <a:avLst/>
            </a:prstGeom>
            <a:noFill/>
            <a:ln w="31750">
              <a:solidFill>
                <a:srgbClr val="00B1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IgA</a:t>
              </a:r>
              <a:br>
                <a:rPr lang="en-US" sz="2400" dirty="0"/>
              </a:br>
              <a:r>
                <a:rPr lang="en-US" sz="2400" dirty="0"/>
                <a:t>(dimer) 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C4F62053-3D50-35AE-CBA4-BDA4977B9155}"/>
              </a:ext>
            </a:extLst>
          </p:cNvPr>
          <p:cNvGrpSpPr/>
          <p:nvPr/>
        </p:nvGrpSpPr>
        <p:grpSpPr>
          <a:xfrm>
            <a:off x="8901293" y="933753"/>
            <a:ext cx="2135899" cy="5148330"/>
            <a:chOff x="8901293" y="933753"/>
            <a:chExt cx="2135899" cy="5148330"/>
          </a:xfrm>
        </p:grpSpPr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E792FC1-F953-AE41-BB0A-8405DF444D5E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4CA27D7C-2C30-7177-C6E4-4E5F463CA137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43" name="Oval 142">
                  <a:extLst>
                    <a:ext uri="{FF2B5EF4-FFF2-40B4-BE49-F238E27FC236}">
                      <a16:creationId xmlns:a16="http://schemas.microsoft.com/office/drawing/2014/main" id="{4B27EF27-432C-20F5-8422-9BA52CDF0B3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06B0E193-2FFE-0B01-CA33-3893040AD96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45" name="Oval 144">
                    <a:extLst>
                      <a:ext uri="{FF2B5EF4-FFF2-40B4-BE49-F238E27FC236}">
                        <a16:creationId xmlns:a16="http://schemas.microsoft.com/office/drawing/2014/main" id="{2C90C716-AB4F-7848-3D1A-445C7F42B1C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6" name="Oval 145">
                    <a:extLst>
                      <a:ext uri="{FF2B5EF4-FFF2-40B4-BE49-F238E27FC236}">
                        <a16:creationId xmlns:a16="http://schemas.microsoft.com/office/drawing/2014/main" id="{3B7113DE-0554-6EE2-97F2-836DA78E7AFF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7" name="Oval 146">
                    <a:extLst>
                      <a:ext uri="{FF2B5EF4-FFF2-40B4-BE49-F238E27FC236}">
                        <a16:creationId xmlns:a16="http://schemas.microsoft.com/office/drawing/2014/main" id="{6909334C-7564-E85C-A545-A01CA8ADFB0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8" name="Oval 147">
                    <a:extLst>
                      <a:ext uri="{FF2B5EF4-FFF2-40B4-BE49-F238E27FC236}">
                        <a16:creationId xmlns:a16="http://schemas.microsoft.com/office/drawing/2014/main" id="{8060FD57-61E9-A41A-BD6A-83FCB6BC716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9" name="Arc 148">
                    <a:extLst>
                      <a:ext uri="{FF2B5EF4-FFF2-40B4-BE49-F238E27FC236}">
                        <a16:creationId xmlns:a16="http://schemas.microsoft.com/office/drawing/2014/main" id="{38D432CE-4AC8-830A-2B9A-DDE0C05E574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0" name="Oval 149">
                    <a:extLst>
                      <a:ext uri="{FF2B5EF4-FFF2-40B4-BE49-F238E27FC236}">
                        <a16:creationId xmlns:a16="http://schemas.microsoft.com/office/drawing/2014/main" id="{AD4FFDAB-F832-9F91-5CE3-AB175D03199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1" name="Arc 150">
                    <a:extLst>
                      <a:ext uri="{FF2B5EF4-FFF2-40B4-BE49-F238E27FC236}">
                        <a16:creationId xmlns:a16="http://schemas.microsoft.com/office/drawing/2014/main" id="{0C3C02CD-F884-3B91-5A44-82BE0FE095D2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2" name="Arc 151">
                    <a:extLst>
                      <a:ext uri="{FF2B5EF4-FFF2-40B4-BE49-F238E27FC236}">
                        <a16:creationId xmlns:a16="http://schemas.microsoft.com/office/drawing/2014/main" id="{2B2887CB-2763-06D1-FFA9-6D09859F0ACD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AE32E11B-125E-3A26-57DC-6161BD39FBA7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33" name="Oval 132">
                  <a:extLst>
                    <a:ext uri="{FF2B5EF4-FFF2-40B4-BE49-F238E27FC236}">
                      <a16:creationId xmlns:a16="http://schemas.microsoft.com/office/drawing/2014/main" id="{6F642909-BB2C-B251-BDA3-A5EBD9DEC22B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34" name="Group 133">
                  <a:extLst>
                    <a:ext uri="{FF2B5EF4-FFF2-40B4-BE49-F238E27FC236}">
                      <a16:creationId xmlns:a16="http://schemas.microsoft.com/office/drawing/2014/main" id="{10CAF38D-EFC1-A4EB-4539-4894DF383C84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9E0EC9B2-E0F4-ECFA-2486-F06549D62D10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36" name="Oval 135">
                    <a:extLst>
                      <a:ext uri="{FF2B5EF4-FFF2-40B4-BE49-F238E27FC236}">
                        <a16:creationId xmlns:a16="http://schemas.microsoft.com/office/drawing/2014/main" id="{B399075B-CF6D-797A-A757-C8A2DBE5E518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8DA78FA8-90D5-E869-F1D2-D613F70C6DE6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38" name="Oval 137">
                    <a:extLst>
                      <a:ext uri="{FF2B5EF4-FFF2-40B4-BE49-F238E27FC236}">
                        <a16:creationId xmlns:a16="http://schemas.microsoft.com/office/drawing/2014/main" id="{BE6497B9-81C2-927F-7A23-D56C73F705C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39" name="Arc 138">
                    <a:extLst>
                      <a:ext uri="{FF2B5EF4-FFF2-40B4-BE49-F238E27FC236}">
                        <a16:creationId xmlns:a16="http://schemas.microsoft.com/office/drawing/2014/main" id="{1EF6DE6C-5D8A-18D9-E4B8-12D30CD9FE3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0" name="Oval 139">
                    <a:extLst>
                      <a:ext uri="{FF2B5EF4-FFF2-40B4-BE49-F238E27FC236}">
                        <a16:creationId xmlns:a16="http://schemas.microsoft.com/office/drawing/2014/main" id="{74832CFA-6BB3-FF98-222F-AAE5F36F8FB1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1" name="Arc 140">
                    <a:extLst>
                      <a:ext uri="{FF2B5EF4-FFF2-40B4-BE49-F238E27FC236}">
                        <a16:creationId xmlns:a16="http://schemas.microsoft.com/office/drawing/2014/main" id="{B9060423-51BC-5B5E-0597-75474A02DF2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2" name="Arc 141">
                    <a:extLst>
                      <a:ext uri="{FF2B5EF4-FFF2-40B4-BE49-F238E27FC236}">
                        <a16:creationId xmlns:a16="http://schemas.microsoft.com/office/drawing/2014/main" id="{0B9B4370-206F-A860-96C3-E0A4919EFD63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5622F5D-0B24-2EBE-326F-3798C655798A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6FBB5E3B-CFA0-976E-FD7C-8DF2E0377DCA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6A19B886-494A-A339-6FDD-CF1BBD260550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</p:grpSpPr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82D989A-3B01-DB51-AC42-C4E615262C06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7D50B970-F590-CDBD-0733-C17F71C5A9C5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CBDB8246-D14B-E7A2-2FC0-86595185306B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73" name="Oval 172">
                    <a:extLst>
                      <a:ext uri="{FF2B5EF4-FFF2-40B4-BE49-F238E27FC236}">
                        <a16:creationId xmlns:a16="http://schemas.microsoft.com/office/drawing/2014/main" id="{52B831D6-D26A-1DFA-C82B-6B4BED730D6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16B5E825-767C-827D-5835-386FC3764C6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5" name="Oval 174">
                    <a:extLst>
                      <a:ext uri="{FF2B5EF4-FFF2-40B4-BE49-F238E27FC236}">
                        <a16:creationId xmlns:a16="http://schemas.microsoft.com/office/drawing/2014/main" id="{1B922DB9-2C78-A65E-BEAE-A558E65EC8DE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A08E4AF5-6C4B-6D8F-B9D9-01A399A6D4F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7" name="Arc 176">
                    <a:extLst>
                      <a:ext uri="{FF2B5EF4-FFF2-40B4-BE49-F238E27FC236}">
                        <a16:creationId xmlns:a16="http://schemas.microsoft.com/office/drawing/2014/main" id="{9B76BCD0-7B04-C54E-8F2D-F1469F83B52E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8" name="Oval 177">
                    <a:extLst>
                      <a:ext uri="{FF2B5EF4-FFF2-40B4-BE49-F238E27FC236}">
                        <a16:creationId xmlns:a16="http://schemas.microsoft.com/office/drawing/2014/main" id="{2B9E73AF-3F16-1033-31A2-25B9A9EE805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9" name="Arc 178">
                    <a:extLst>
                      <a:ext uri="{FF2B5EF4-FFF2-40B4-BE49-F238E27FC236}">
                        <a16:creationId xmlns:a16="http://schemas.microsoft.com/office/drawing/2014/main" id="{2E7CECD1-A6A2-22DF-FBDA-447697021359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0" name="Arc 179">
                    <a:extLst>
                      <a:ext uri="{FF2B5EF4-FFF2-40B4-BE49-F238E27FC236}">
                        <a16:creationId xmlns:a16="http://schemas.microsoft.com/office/drawing/2014/main" id="{9A50709F-F0F7-B2F6-44EA-4FE57D2650C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086A4A5B-EA6C-684C-0808-8F4F0EDC2D0A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61" name="Oval 160">
                  <a:extLst>
                    <a:ext uri="{FF2B5EF4-FFF2-40B4-BE49-F238E27FC236}">
                      <a16:creationId xmlns:a16="http://schemas.microsoft.com/office/drawing/2014/main" id="{8D7336AE-E6DF-992E-30AD-5DC79B01561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D5AEB9C1-2C82-DD5C-3D2C-4C88550EDE3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63" name="Oval 162">
                    <a:extLst>
                      <a:ext uri="{FF2B5EF4-FFF2-40B4-BE49-F238E27FC236}">
                        <a16:creationId xmlns:a16="http://schemas.microsoft.com/office/drawing/2014/main" id="{5464BF19-991D-927A-BD55-513F5640EDD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4" name="Oval 163">
                    <a:extLst>
                      <a:ext uri="{FF2B5EF4-FFF2-40B4-BE49-F238E27FC236}">
                        <a16:creationId xmlns:a16="http://schemas.microsoft.com/office/drawing/2014/main" id="{97F1C871-07E8-04D3-67A2-52975C0F3C94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5" name="Oval 164">
                    <a:extLst>
                      <a:ext uri="{FF2B5EF4-FFF2-40B4-BE49-F238E27FC236}">
                        <a16:creationId xmlns:a16="http://schemas.microsoft.com/office/drawing/2014/main" id="{233EB6E8-3534-49B6-7110-CE3A439FFB8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6" name="Oval 165">
                    <a:extLst>
                      <a:ext uri="{FF2B5EF4-FFF2-40B4-BE49-F238E27FC236}">
                        <a16:creationId xmlns:a16="http://schemas.microsoft.com/office/drawing/2014/main" id="{0152E1B3-7B36-B6F4-100B-A82BFE16DA4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7" name="Arc 166">
                    <a:extLst>
                      <a:ext uri="{FF2B5EF4-FFF2-40B4-BE49-F238E27FC236}">
                        <a16:creationId xmlns:a16="http://schemas.microsoft.com/office/drawing/2014/main" id="{07A47AEB-C014-135F-7AC9-8008BD40565D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8" name="Oval 167">
                    <a:extLst>
                      <a:ext uri="{FF2B5EF4-FFF2-40B4-BE49-F238E27FC236}">
                        <a16:creationId xmlns:a16="http://schemas.microsoft.com/office/drawing/2014/main" id="{618FE2A2-FCA5-FB90-2B6A-4B893EBD439F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0B1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9" name="Arc 168">
                    <a:extLst>
                      <a:ext uri="{FF2B5EF4-FFF2-40B4-BE49-F238E27FC236}">
                        <a16:creationId xmlns:a16="http://schemas.microsoft.com/office/drawing/2014/main" id="{F9BA453B-A2D3-88FB-BE96-652D0A0B87D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0" name="Arc 169">
                    <a:extLst>
                      <a:ext uri="{FF2B5EF4-FFF2-40B4-BE49-F238E27FC236}">
                        <a16:creationId xmlns:a16="http://schemas.microsoft.com/office/drawing/2014/main" id="{9D373250-5F77-DEDD-3E2E-0A308CAFE06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A07BD233-A8C0-7C55-BAC7-9DE35D767EBE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3B1E2186-EDF6-A855-1F45-8B553E0B37E7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8DEA2134-28DA-49D8-3709-CB2171A5031C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</p:grpSpPr>
          <p:sp>
            <p:nvSpPr>
              <p:cNvPr id="182" name="Moon 181">
                <a:extLst>
                  <a:ext uri="{FF2B5EF4-FFF2-40B4-BE49-F238E27FC236}">
                    <a16:creationId xmlns:a16="http://schemas.microsoft.com/office/drawing/2014/main" id="{909A4AB2-E4FD-473F-137C-CC90BE62B326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Oval 182">
                <a:extLst>
                  <a:ext uri="{FF2B5EF4-FFF2-40B4-BE49-F238E27FC236}">
                    <a16:creationId xmlns:a16="http://schemas.microsoft.com/office/drawing/2014/main" id="{82D8C646-A945-7C20-0D42-69E8E5A22105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Oval 183">
                <a:extLst>
                  <a:ext uri="{FF2B5EF4-FFF2-40B4-BE49-F238E27FC236}">
                    <a16:creationId xmlns:a16="http://schemas.microsoft.com/office/drawing/2014/main" id="{31358F4B-C057-B54E-6549-6D8246723340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537003D3-5E10-4BDD-FDF9-C753B907CEC0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38048BBF-39A7-E56C-EF7F-D920C9AE87D3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D060A97B-5341-FCD4-BBA9-54AAFD3858B4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B12DCB47-D838-135D-9518-02AA27E7A4FF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25883B62-AAB5-1433-94FC-F3AB935C01A2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0434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Group 239">
            <a:extLst>
              <a:ext uri="{FF2B5EF4-FFF2-40B4-BE49-F238E27FC236}">
                <a16:creationId xmlns:a16="http://schemas.microsoft.com/office/drawing/2014/main" id="{7BFA2C9F-7C6D-7606-0766-49EAAE2D41E4}"/>
              </a:ext>
            </a:extLst>
          </p:cNvPr>
          <p:cNvGrpSpPr/>
          <p:nvPr/>
        </p:nvGrpSpPr>
        <p:grpSpPr>
          <a:xfrm>
            <a:off x="702132" y="770698"/>
            <a:ext cx="3461920" cy="3616720"/>
            <a:chOff x="702132" y="770698"/>
            <a:chExt cx="3461920" cy="361672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988949D-272F-C310-148C-71AC2BF5E971}"/>
                </a:ext>
              </a:extLst>
            </p:cNvPr>
            <p:cNvSpPr/>
            <p:nvPr/>
          </p:nvSpPr>
          <p:spPr>
            <a:xfrm>
              <a:off x="1294410" y="1140031"/>
              <a:ext cx="558141" cy="564078"/>
            </a:xfrm>
            <a:prstGeom prst="ellipse">
              <a:avLst/>
            </a:prstGeom>
            <a:noFill/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D12D9B9-8415-97E8-3ADC-618623DEF5B9}"/>
                </a:ext>
              </a:extLst>
            </p:cNvPr>
            <p:cNvSpPr/>
            <p:nvPr/>
          </p:nvSpPr>
          <p:spPr>
            <a:xfrm>
              <a:off x="2713286" y="1459017"/>
              <a:ext cx="1450766" cy="10006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Long-lived plasma cells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84A53951-F948-B40D-DD68-603B605FB404}"/>
                </a:ext>
              </a:extLst>
            </p:cNvPr>
            <p:cNvSpPr/>
            <p:nvPr/>
          </p:nvSpPr>
          <p:spPr>
            <a:xfrm>
              <a:off x="1052947" y="1620982"/>
              <a:ext cx="993568" cy="67095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 cells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668F877-1EEA-EB0C-695D-5CE9C485A1C4}"/>
                </a:ext>
              </a:extLst>
            </p:cNvPr>
            <p:cNvCxnSpPr/>
            <p:nvPr/>
          </p:nvCxnSpPr>
          <p:spPr>
            <a:xfrm>
              <a:off x="1591293" y="1140031"/>
              <a:ext cx="59377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992FC36-2601-E4E1-C0EA-A60B35A3121B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>
              <a:off x="2046515" y="1956460"/>
              <a:ext cx="666771" cy="2896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63DF4-723D-1FCD-6616-C55E5182F4D3}"/>
                </a:ext>
              </a:extLst>
            </p:cNvPr>
            <p:cNvSpPr txBox="1"/>
            <p:nvPr/>
          </p:nvSpPr>
          <p:spPr>
            <a:xfrm>
              <a:off x="1111054" y="770698"/>
              <a:ext cx="9235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antigen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821836-7211-3070-ADE2-E2E3D0808B02}"/>
                </a:ext>
              </a:extLst>
            </p:cNvPr>
            <p:cNvCxnSpPr>
              <a:cxnSpLocks/>
            </p:cNvCxnSpPr>
            <p:nvPr/>
          </p:nvCxnSpPr>
          <p:spPr>
            <a:xfrm>
              <a:off x="3356759" y="2540141"/>
              <a:ext cx="0" cy="344385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0BE9E27-0A43-A599-1039-6C75C4D30A64}"/>
                </a:ext>
              </a:extLst>
            </p:cNvPr>
            <p:cNvCxnSpPr>
              <a:cxnSpLocks/>
            </p:cNvCxnSpPr>
            <p:nvPr/>
          </p:nvCxnSpPr>
          <p:spPr>
            <a:xfrm>
              <a:off x="3836359" y="2511742"/>
              <a:ext cx="180748" cy="290788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8C8DCA6-EF35-ABA6-3C0A-47BF424DC0F4}"/>
                </a:ext>
              </a:extLst>
            </p:cNvPr>
            <p:cNvGrpSpPr/>
            <p:nvPr/>
          </p:nvGrpSpPr>
          <p:grpSpPr>
            <a:xfrm>
              <a:off x="2914697" y="2740103"/>
              <a:ext cx="263893" cy="317670"/>
              <a:chOff x="4102111" y="1327060"/>
              <a:chExt cx="2130364" cy="2564492"/>
            </a:xfrm>
          </p:grpSpPr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95C8D46-70FB-B045-1A6D-C276A97856D4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9777E72D-E930-336F-ADB2-B4DB960F8FF0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grpSp>
              <p:nvGrpSpPr>
                <p:cNvPr id="168" name="Group 167">
                  <a:extLst>
                    <a:ext uri="{FF2B5EF4-FFF2-40B4-BE49-F238E27FC236}">
                      <a16:creationId xmlns:a16="http://schemas.microsoft.com/office/drawing/2014/main" id="{F89CFAA7-3026-78DB-8464-36F7ABC80CC8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69" name="Oval 168">
                    <a:extLst>
                      <a:ext uri="{FF2B5EF4-FFF2-40B4-BE49-F238E27FC236}">
                        <a16:creationId xmlns:a16="http://schemas.microsoft.com/office/drawing/2014/main" id="{8FAEC446-9A03-D655-BFAF-715D28965161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170" name="Oval 169">
                    <a:extLst>
                      <a:ext uri="{FF2B5EF4-FFF2-40B4-BE49-F238E27FC236}">
                        <a16:creationId xmlns:a16="http://schemas.microsoft.com/office/drawing/2014/main" id="{E820695B-0CD4-BE7B-33DA-BE81E20C96C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171" name="Oval 170">
                    <a:extLst>
                      <a:ext uri="{FF2B5EF4-FFF2-40B4-BE49-F238E27FC236}">
                        <a16:creationId xmlns:a16="http://schemas.microsoft.com/office/drawing/2014/main" id="{2F059C2A-4B8D-E69E-019A-7B95D9E4C2FC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172" name="Oval 171">
                    <a:extLst>
                      <a:ext uri="{FF2B5EF4-FFF2-40B4-BE49-F238E27FC236}">
                        <a16:creationId xmlns:a16="http://schemas.microsoft.com/office/drawing/2014/main" id="{EFD0C78C-A3B4-FBB8-DA6C-B57BB4715BAA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3" name="Arc 172">
                    <a:extLst>
                      <a:ext uri="{FF2B5EF4-FFF2-40B4-BE49-F238E27FC236}">
                        <a16:creationId xmlns:a16="http://schemas.microsoft.com/office/drawing/2014/main" id="{F04942DD-EF50-23A0-70D6-833CCCD4D9E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7FAE21CD-7465-C4B6-6056-DE6989952237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5" name="Arc 174">
                    <a:extLst>
                      <a:ext uri="{FF2B5EF4-FFF2-40B4-BE49-F238E27FC236}">
                        <a16:creationId xmlns:a16="http://schemas.microsoft.com/office/drawing/2014/main" id="{27974919-A14C-4A7C-41F2-66C63FC7768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" name="Arc 175">
                    <a:extLst>
                      <a:ext uri="{FF2B5EF4-FFF2-40B4-BE49-F238E27FC236}">
                        <a16:creationId xmlns:a16="http://schemas.microsoft.com/office/drawing/2014/main" id="{582BCB42-FFA6-0C96-583E-7A4096F620F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AFD9804F-1EB6-5317-0410-DD40BBD68332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7175FD44-2EE5-E5EE-CCC1-5980947E901D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58" name="Group 157">
                  <a:extLst>
                    <a:ext uri="{FF2B5EF4-FFF2-40B4-BE49-F238E27FC236}">
                      <a16:creationId xmlns:a16="http://schemas.microsoft.com/office/drawing/2014/main" id="{5EEF08A4-E5F2-77FE-DE75-BA38D1D7486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95A7BCB5-C6A9-756D-F265-BE13BBAEE2FB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0" name="Oval 159">
                    <a:extLst>
                      <a:ext uri="{FF2B5EF4-FFF2-40B4-BE49-F238E27FC236}">
                        <a16:creationId xmlns:a16="http://schemas.microsoft.com/office/drawing/2014/main" id="{1E699EDE-BB3F-55B2-49DF-CF065E7BF3E9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1" name="Oval 160">
                    <a:extLst>
                      <a:ext uri="{FF2B5EF4-FFF2-40B4-BE49-F238E27FC236}">
                        <a16:creationId xmlns:a16="http://schemas.microsoft.com/office/drawing/2014/main" id="{00A880E1-C635-023C-37CC-52E93CEF6729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2" name="Oval 161">
                    <a:extLst>
                      <a:ext uri="{FF2B5EF4-FFF2-40B4-BE49-F238E27FC236}">
                        <a16:creationId xmlns:a16="http://schemas.microsoft.com/office/drawing/2014/main" id="{BC6B16B8-56BC-FE59-D8C1-63FDE84B8DF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3" name="Arc 162">
                    <a:extLst>
                      <a:ext uri="{FF2B5EF4-FFF2-40B4-BE49-F238E27FC236}">
                        <a16:creationId xmlns:a16="http://schemas.microsoft.com/office/drawing/2014/main" id="{EC0D486F-2F3F-770B-84BA-479DC3A611AE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" name="Oval 163">
                    <a:extLst>
                      <a:ext uri="{FF2B5EF4-FFF2-40B4-BE49-F238E27FC236}">
                        <a16:creationId xmlns:a16="http://schemas.microsoft.com/office/drawing/2014/main" id="{6DF97733-6B17-E7D3-E5DF-45433090933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5" name="Arc 164">
                    <a:extLst>
                      <a:ext uri="{FF2B5EF4-FFF2-40B4-BE49-F238E27FC236}">
                        <a16:creationId xmlns:a16="http://schemas.microsoft.com/office/drawing/2014/main" id="{16ADF3DC-0145-DFD1-7149-EC1023E5D782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" name="Arc 165">
                    <a:extLst>
                      <a:ext uri="{FF2B5EF4-FFF2-40B4-BE49-F238E27FC236}">
                        <a16:creationId xmlns:a16="http://schemas.microsoft.com/office/drawing/2014/main" id="{383976D9-B161-48E3-FFDD-DAB06B94E976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72B3E608-8154-CB09-FFBB-35B12E706615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7D9E9C00-D11B-13AE-49D6-C3FBF7BBF201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69D0F43A-CAA7-9ADE-D50B-FA732B2E4291}"/>
                </a:ext>
              </a:extLst>
            </p:cNvPr>
            <p:cNvGrpSpPr/>
            <p:nvPr/>
          </p:nvGrpSpPr>
          <p:grpSpPr>
            <a:xfrm>
              <a:off x="3288666" y="2984741"/>
              <a:ext cx="263893" cy="317670"/>
              <a:chOff x="4102111" y="1327060"/>
              <a:chExt cx="2130364" cy="2564492"/>
            </a:xfrm>
          </p:grpSpPr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54EFC637-C8E6-ADCB-9B0B-9548B5E2F3B9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92" name="Oval 191">
                  <a:extLst>
                    <a:ext uri="{FF2B5EF4-FFF2-40B4-BE49-F238E27FC236}">
                      <a16:creationId xmlns:a16="http://schemas.microsoft.com/office/drawing/2014/main" id="{60AADDBE-3FDC-C213-3D6A-A72E6CB84EE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1EEF9A97-A26E-56A2-E973-7B5A6FE06B1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94" name="Oval 193">
                    <a:extLst>
                      <a:ext uri="{FF2B5EF4-FFF2-40B4-BE49-F238E27FC236}">
                        <a16:creationId xmlns:a16="http://schemas.microsoft.com/office/drawing/2014/main" id="{C709E01D-35BA-AB45-920C-5F60E4DA551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195" name="Oval 194">
                    <a:extLst>
                      <a:ext uri="{FF2B5EF4-FFF2-40B4-BE49-F238E27FC236}">
                        <a16:creationId xmlns:a16="http://schemas.microsoft.com/office/drawing/2014/main" id="{4CC1556B-612F-7C1B-13D2-2CCD0FA7356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AC4E1BB4-A6EF-9981-C1A1-0B5221D7D32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197" name="Oval 196">
                    <a:extLst>
                      <a:ext uri="{FF2B5EF4-FFF2-40B4-BE49-F238E27FC236}">
                        <a16:creationId xmlns:a16="http://schemas.microsoft.com/office/drawing/2014/main" id="{3FC559B4-7FD5-3ECE-3ABD-A1656679DFDE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98" name="Arc 197">
                    <a:extLst>
                      <a:ext uri="{FF2B5EF4-FFF2-40B4-BE49-F238E27FC236}">
                        <a16:creationId xmlns:a16="http://schemas.microsoft.com/office/drawing/2014/main" id="{788CF29B-7870-9BB5-0CAA-F94C9251BAAF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9" name="Oval 198">
                    <a:extLst>
                      <a:ext uri="{FF2B5EF4-FFF2-40B4-BE49-F238E27FC236}">
                        <a16:creationId xmlns:a16="http://schemas.microsoft.com/office/drawing/2014/main" id="{3E4F4443-AD74-C627-46EE-7CA353DE103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00" name="Arc 199">
                    <a:extLst>
                      <a:ext uri="{FF2B5EF4-FFF2-40B4-BE49-F238E27FC236}">
                        <a16:creationId xmlns:a16="http://schemas.microsoft.com/office/drawing/2014/main" id="{43948447-5AEF-236D-8D22-C2FCD63CDF1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1" name="Arc 200">
                    <a:extLst>
                      <a:ext uri="{FF2B5EF4-FFF2-40B4-BE49-F238E27FC236}">
                        <a16:creationId xmlns:a16="http://schemas.microsoft.com/office/drawing/2014/main" id="{7C8C7664-A3B0-36AF-7845-04CC579137EF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79" name="Group 178">
                <a:extLst>
                  <a:ext uri="{FF2B5EF4-FFF2-40B4-BE49-F238E27FC236}">
                    <a16:creationId xmlns:a16="http://schemas.microsoft.com/office/drawing/2014/main" id="{75106D7E-8B94-E36F-A535-D69656C84998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182" name="Oval 181">
                  <a:extLst>
                    <a:ext uri="{FF2B5EF4-FFF2-40B4-BE49-F238E27FC236}">
                      <a16:creationId xmlns:a16="http://schemas.microsoft.com/office/drawing/2014/main" id="{F9525903-9FF3-3492-F61D-A139EFBF010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83" name="Group 182">
                  <a:extLst>
                    <a:ext uri="{FF2B5EF4-FFF2-40B4-BE49-F238E27FC236}">
                      <a16:creationId xmlns:a16="http://schemas.microsoft.com/office/drawing/2014/main" id="{3AC3D694-63C0-F857-4F5D-90EEEAF258AC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8A731D7E-7D18-BA86-F929-1552A3B6905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5" name="Oval 184">
                    <a:extLst>
                      <a:ext uri="{FF2B5EF4-FFF2-40B4-BE49-F238E27FC236}">
                        <a16:creationId xmlns:a16="http://schemas.microsoft.com/office/drawing/2014/main" id="{DF5B9D9D-AD57-186C-0D2B-53B6490F04EC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6" name="Oval 185">
                    <a:extLst>
                      <a:ext uri="{FF2B5EF4-FFF2-40B4-BE49-F238E27FC236}">
                        <a16:creationId xmlns:a16="http://schemas.microsoft.com/office/drawing/2014/main" id="{77ECEC2F-B75F-E195-AE1B-376FA5989FA2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7" name="Oval 186">
                    <a:extLst>
                      <a:ext uri="{FF2B5EF4-FFF2-40B4-BE49-F238E27FC236}">
                        <a16:creationId xmlns:a16="http://schemas.microsoft.com/office/drawing/2014/main" id="{69EFEBE4-087A-4175-6E02-97BED75C48A1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8" name="Arc 187">
                    <a:extLst>
                      <a:ext uri="{FF2B5EF4-FFF2-40B4-BE49-F238E27FC236}">
                        <a16:creationId xmlns:a16="http://schemas.microsoft.com/office/drawing/2014/main" id="{20F054EB-98D7-CD7C-1B98-861E2F03ADE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9" name="Oval 188">
                    <a:extLst>
                      <a:ext uri="{FF2B5EF4-FFF2-40B4-BE49-F238E27FC236}">
                        <a16:creationId xmlns:a16="http://schemas.microsoft.com/office/drawing/2014/main" id="{D7D4ABEA-EEFA-0555-0CF8-A8FDEC465F56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90" name="Arc 189">
                    <a:extLst>
                      <a:ext uri="{FF2B5EF4-FFF2-40B4-BE49-F238E27FC236}">
                        <a16:creationId xmlns:a16="http://schemas.microsoft.com/office/drawing/2014/main" id="{9E3E57CB-23D4-76A9-EC31-ABB5C1153DB9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Arc 190">
                    <a:extLst>
                      <a:ext uri="{FF2B5EF4-FFF2-40B4-BE49-F238E27FC236}">
                        <a16:creationId xmlns:a16="http://schemas.microsoft.com/office/drawing/2014/main" id="{6F892994-7951-0687-2CF0-4E9E18AD540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4915CCAA-1478-D2D1-18F9-6A601474018F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0800E755-0B97-0BE0-5009-71C355903466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E4FDD771-5DCC-08B3-304C-E1C60D8759D4}"/>
                </a:ext>
              </a:extLst>
            </p:cNvPr>
            <p:cNvSpPr txBox="1"/>
            <p:nvPr/>
          </p:nvSpPr>
          <p:spPr>
            <a:xfrm>
              <a:off x="702132" y="2867644"/>
              <a:ext cx="21884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Antibody</a:t>
              </a:r>
            </a:p>
            <a:p>
              <a:pPr algn="ctr"/>
              <a:r>
                <a:rPr lang="en-US" dirty="0"/>
                <a:t>(short T</a:t>
              </a:r>
              <a:r>
                <a:rPr lang="en-US" baseline="-25000" dirty="0"/>
                <a:t>1/2</a:t>
              </a:r>
              <a:r>
                <a:rPr lang="en-US" dirty="0"/>
                <a:t> ~ 21 days)</a:t>
              </a:r>
            </a:p>
          </p:txBody>
        </p: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9D015528-EF2C-73B1-9D2E-7C34A7E06F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0960" y="1191822"/>
              <a:ext cx="0" cy="267195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Arrow Connector 204">
              <a:extLst>
                <a:ext uri="{FF2B5EF4-FFF2-40B4-BE49-F238E27FC236}">
                  <a16:creationId xmlns:a16="http://schemas.microsoft.com/office/drawing/2014/main" id="{DF4CDE16-DEB1-1B82-5B26-95C772F81B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08571" y="2521155"/>
              <a:ext cx="180748" cy="290788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4F885F92-8447-A844-6086-F53FFE8BF0EE}"/>
                </a:ext>
              </a:extLst>
            </p:cNvPr>
            <p:cNvGrpSpPr/>
            <p:nvPr/>
          </p:nvGrpSpPr>
          <p:grpSpPr>
            <a:xfrm>
              <a:off x="3709498" y="2802673"/>
              <a:ext cx="263893" cy="317670"/>
              <a:chOff x="4102111" y="1327060"/>
              <a:chExt cx="2130364" cy="2564492"/>
            </a:xfrm>
          </p:grpSpPr>
          <p:grpSp>
            <p:nvGrpSpPr>
              <p:cNvPr id="215" name="Group 214">
                <a:extLst>
                  <a:ext uri="{FF2B5EF4-FFF2-40B4-BE49-F238E27FC236}">
                    <a16:creationId xmlns:a16="http://schemas.microsoft.com/office/drawing/2014/main" id="{9DFDF6C4-4A77-07C6-7294-63D50813C306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229" name="Oval 228">
                  <a:extLst>
                    <a:ext uri="{FF2B5EF4-FFF2-40B4-BE49-F238E27FC236}">
                      <a16:creationId xmlns:a16="http://schemas.microsoft.com/office/drawing/2014/main" id="{0CD6C9D4-9485-602F-6EC7-28DF1042101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E1F6A471-BF67-75F2-A491-955FE44CA77E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231" name="Oval 230">
                    <a:extLst>
                      <a:ext uri="{FF2B5EF4-FFF2-40B4-BE49-F238E27FC236}">
                        <a16:creationId xmlns:a16="http://schemas.microsoft.com/office/drawing/2014/main" id="{112C54BB-5ED3-EAD6-1EEB-AFF39F374E9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232" name="Oval 231">
                    <a:extLst>
                      <a:ext uri="{FF2B5EF4-FFF2-40B4-BE49-F238E27FC236}">
                        <a16:creationId xmlns:a16="http://schemas.microsoft.com/office/drawing/2014/main" id="{8FF8D833-D291-4307-89CC-0632624720A4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233" name="Oval 232">
                    <a:extLst>
                      <a:ext uri="{FF2B5EF4-FFF2-40B4-BE49-F238E27FC236}">
                        <a16:creationId xmlns:a16="http://schemas.microsoft.com/office/drawing/2014/main" id="{6264A591-6170-2F68-30D4-9360A723F9C2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  <p:sp>
                <p:nvSpPr>
                  <p:cNvPr id="234" name="Oval 233">
                    <a:extLst>
                      <a:ext uri="{FF2B5EF4-FFF2-40B4-BE49-F238E27FC236}">
                        <a16:creationId xmlns:a16="http://schemas.microsoft.com/office/drawing/2014/main" id="{BD6B17E0-36C5-4492-9AED-B0EC5D348AC1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35" name="Arc 234">
                    <a:extLst>
                      <a:ext uri="{FF2B5EF4-FFF2-40B4-BE49-F238E27FC236}">
                        <a16:creationId xmlns:a16="http://schemas.microsoft.com/office/drawing/2014/main" id="{AE45E753-6652-6053-D4E6-D3FB068F1B0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6" name="Oval 235">
                    <a:extLst>
                      <a:ext uri="{FF2B5EF4-FFF2-40B4-BE49-F238E27FC236}">
                        <a16:creationId xmlns:a16="http://schemas.microsoft.com/office/drawing/2014/main" id="{DA82F192-8F6A-6F0F-42E3-A2E8FF034046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37" name="Arc 236">
                    <a:extLst>
                      <a:ext uri="{FF2B5EF4-FFF2-40B4-BE49-F238E27FC236}">
                        <a16:creationId xmlns:a16="http://schemas.microsoft.com/office/drawing/2014/main" id="{41A314B0-D7F5-09B2-851C-366688463C8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8" name="Arc 237">
                    <a:extLst>
                      <a:ext uri="{FF2B5EF4-FFF2-40B4-BE49-F238E27FC236}">
                        <a16:creationId xmlns:a16="http://schemas.microsoft.com/office/drawing/2014/main" id="{E4784ACE-6C83-43B0-EB04-278B52522CA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877B8950-A560-C64E-696B-9CD4FE11DC65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</p:grpSpPr>
            <p:sp>
              <p:nvSpPr>
                <p:cNvPr id="219" name="Oval 218">
                  <a:extLst>
                    <a:ext uri="{FF2B5EF4-FFF2-40B4-BE49-F238E27FC236}">
                      <a16:creationId xmlns:a16="http://schemas.microsoft.com/office/drawing/2014/main" id="{251BCD46-80E0-F97D-6D07-8080E72371EE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8D4D67B8-5E73-9FAD-2319-0109912AC87B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</p:grpSpPr>
              <p:sp>
                <p:nvSpPr>
                  <p:cNvPr id="221" name="Oval 220">
                    <a:extLst>
                      <a:ext uri="{FF2B5EF4-FFF2-40B4-BE49-F238E27FC236}">
                        <a16:creationId xmlns:a16="http://schemas.microsoft.com/office/drawing/2014/main" id="{337D5495-F393-7028-99A8-8A08B74D5EE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22" name="Oval 221">
                    <a:extLst>
                      <a:ext uri="{FF2B5EF4-FFF2-40B4-BE49-F238E27FC236}">
                        <a16:creationId xmlns:a16="http://schemas.microsoft.com/office/drawing/2014/main" id="{F0A817E8-B3D6-358C-12EE-2F9641F53DF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23" name="Oval 222">
                    <a:extLst>
                      <a:ext uri="{FF2B5EF4-FFF2-40B4-BE49-F238E27FC236}">
                        <a16:creationId xmlns:a16="http://schemas.microsoft.com/office/drawing/2014/main" id="{BB88940A-F3CF-14A6-F1D3-6AD5B482B4EC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24" name="Oval 223">
                    <a:extLst>
                      <a:ext uri="{FF2B5EF4-FFF2-40B4-BE49-F238E27FC236}">
                        <a16:creationId xmlns:a16="http://schemas.microsoft.com/office/drawing/2014/main" id="{819A523A-9870-7D57-9A4C-9BBF017DD624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25" name="Arc 224">
                    <a:extLst>
                      <a:ext uri="{FF2B5EF4-FFF2-40B4-BE49-F238E27FC236}">
                        <a16:creationId xmlns:a16="http://schemas.microsoft.com/office/drawing/2014/main" id="{FEFEDD27-CB26-7B47-48AC-12BCB0E78E45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6" name="Oval 225">
                    <a:extLst>
                      <a:ext uri="{FF2B5EF4-FFF2-40B4-BE49-F238E27FC236}">
                        <a16:creationId xmlns:a16="http://schemas.microsoft.com/office/drawing/2014/main" id="{91E52316-D18C-3441-278D-80328445D98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solidFill>
                    <a:srgbClr val="043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27" name="Arc 226">
                    <a:extLst>
                      <a:ext uri="{FF2B5EF4-FFF2-40B4-BE49-F238E27FC236}">
                        <a16:creationId xmlns:a16="http://schemas.microsoft.com/office/drawing/2014/main" id="{FE819976-165E-B245-1E92-9D0481027FB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8" name="Arc 227">
                    <a:extLst>
                      <a:ext uri="{FF2B5EF4-FFF2-40B4-BE49-F238E27FC236}">
                        <a16:creationId xmlns:a16="http://schemas.microsoft.com/office/drawing/2014/main" id="{C288AA98-A8AE-B3AE-D225-D9CB7E1080F5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76319CBB-38C6-D2F9-DCD5-A3F131D7AFF0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AF0BA4EB-36BD-C4C9-B5FE-9A04F9843306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E72C45BD-A4E7-6B06-391F-4AF7EF762998}"/>
                </a:ext>
              </a:extLst>
            </p:cNvPr>
            <p:cNvSpPr txBox="1"/>
            <p:nvPr/>
          </p:nvSpPr>
          <p:spPr>
            <a:xfrm>
              <a:off x="837995" y="3741087"/>
              <a:ext cx="3326057" cy="646331"/>
            </a:xfrm>
            <a:prstGeom prst="rect">
              <a:avLst/>
            </a:prstGeom>
            <a:noFill/>
            <a:ln>
              <a:solidFill>
                <a:srgbClr val="0432FF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Antibody concentration reflects secretion from plasma cells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9868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00" name="Group 2099">
            <a:extLst>
              <a:ext uri="{FF2B5EF4-FFF2-40B4-BE49-F238E27FC236}">
                <a16:creationId xmlns:a16="http://schemas.microsoft.com/office/drawing/2014/main" id="{2FA1AE7F-78C3-0DA8-6288-7896BBBC0286}"/>
              </a:ext>
            </a:extLst>
          </p:cNvPr>
          <p:cNvGrpSpPr/>
          <p:nvPr/>
        </p:nvGrpSpPr>
        <p:grpSpPr>
          <a:xfrm>
            <a:off x="537553" y="449586"/>
            <a:ext cx="10449604" cy="6115187"/>
            <a:chOff x="537553" y="144786"/>
            <a:chExt cx="10449604" cy="6115187"/>
          </a:xfrm>
        </p:grpSpPr>
        <p:sp>
          <p:nvSpPr>
            <p:cNvPr id="2089" name="Freeform 2088">
              <a:extLst>
                <a:ext uri="{FF2B5EF4-FFF2-40B4-BE49-F238E27FC236}">
                  <a16:creationId xmlns:a16="http://schemas.microsoft.com/office/drawing/2014/main" id="{1F974435-9EC2-18FC-A11E-7C7FF9F25F8E}"/>
                </a:ext>
              </a:extLst>
            </p:cNvPr>
            <p:cNvSpPr/>
            <p:nvPr/>
          </p:nvSpPr>
          <p:spPr>
            <a:xfrm rot="5400000">
              <a:off x="8682007" y="1396884"/>
              <a:ext cx="761564" cy="610268"/>
            </a:xfrm>
            <a:custGeom>
              <a:avLst/>
              <a:gdLst>
                <a:gd name="csX0" fmla="*/ 0 w 934342"/>
                <a:gd name="csY0" fmla="*/ 485425 h 645742"/>
                <a:gd name="csX1" fmla="*/ 77190 w 934342"/>
                <a:gd name="csY1" fmla="*/ 402298 h 645742"/>
                <a:gd name="csX2" fmla="*/ 95003 w 934342"/>
                <a:gd name="csY2" fmla="*/ 40100 h 645742"/>
                <a:gd name="csX3" fmla="*/ 118753 w 934342"/>
                <a:gd name="csY3" fmla="*/ 10412 h 645742"/>
                <a:gd name="csX4" fmla="*/ 160317 w 934342"/>
                <a:gd name="csY4" fmla="*/ 51976 h 645742"/>
                <a:gd name="csX5" fmla="*/ 160317 w 934342"/>
                <a:gd name="csY5" fmla="*/ 437924 h 645742"/>
                <a:gd name="csX6" fmla="*/ 219693 w 934342"/>
                <a:gd name="csY6" fmla="*/ 509176 h 645742"/>
                <a:gd name="csX7" fmla="*/ 273132 w 934342"/>
                <a:gd name="csY7" fmla="*/ 426049 h 645742"/>
                <a:gd name="csX8" fmla="*/ 273132 w 934342"/>
                <a:gd name="csY8" fmla="*/ 57913 h 645742"/>
                <a:gd name="csX9" fmla="*/ 326571 w 934342"/>
                <a:gd name="csY9" fmla="*/ 16350 h 645742"/>
                <a:gd name="csX10" fmla="*/ 356260 w 934342"/>
                <a:gd name="csY10" fmla="*/ 93539 h 645742"/>
                <a:gd name="csX11" fmla="*/ 356260 w 934342"/>
                <a:gd name="csY11" fmla="*/ 467612 h 645742"/>
                <a:gd name="csX12" fmla="*/ 463138 w 934342"/>
                <a:gd name="csY12" fmla="*/ 491363 h 645742"/>
                <a:gd name="csX13" fmla="*/ 469075 w 934342"/>
                <a:gd name="csY13" fmla="*/ 63851 h 645742"/>
                <a:gd name="csX14" fmla="*/ 504701 w 934342"/>
                <a:gd name="csY14" fmla="*/ 22287 h 645742"/>
                <a:gd name="csX15" fmla="*/ 552203 w 934342"/>
                <a:gd name="csY15" fmla="*/ 81664 h 645742"/>
                <a:gd name="csX16" fmla="*/ 581891 w 934342"/>
                <a:gd name="csY16" fmla="*/ 503238 h 645742"/>
                <a:gd name="csX17" fmla="*/ 665018 w 934342"/>
                <a:gd name="csY17" fmla="*/ 437924 h 645742"/>
                <a:gd name="csX18" fmla="*/ 665018 w 934342"/>
                <a:gd name="csY18" fmla="*/ 75726 h 645742"/>
                <a:gd name="csX19" fmla="*/ 742208 w 934342"/>
                <a:gd name="csY19" fmla="*/ 46038 h 645742"/>
                <a:gd name="csX20" fmla="*/ 748145 w 934342"/>
                <a:gd name="csY20" fmla="*/ 265732 h 645742"/>
                <a:gd name="csX21" fmla="*/ 765958 w 934342"/>
                <a:gd name="csY21" fmla="*/ 479487 h 645742"/>
                <a:gd name="csX22" fmla="*/ 843148 w 934342"/>
                <a:gd name="csY22" fmla="*/ 473550 h 645742"/>
                <a:gd name="csX23" fmla="*/ 866899 w 934342"/>
                <a:gd name="csY23" fmla="*/ 69789 h 645742"/>
                <a:gd name="csX24" fmla="*/ 926275 w 934342"/>
                <a:gd name="csY24" fmla="*/ 75726 h 645742"/>
                <a:gd name="csX25" fmla="*/ 932213 w 934342"/>
                <a:gd name="csY25" fmla="*/ 645742 h 645742"/>
                <a:gd name="csX0" fmla="*/ 0 w 903080"/>
                <a:gd name="csY0" fmla="*/ 575302 h 645742"/>
                <a:gd name="csX1" fmla="*/ 45928 w 903080"/>
                <a:gd name="csY1" fmla="*/ 402298 h 645742"/>
                <a:gd name="csX2" fmla="*/ 63741 w 903080"/>
                <a:gd name="csY2" fmla="*/ 40100 h 645742"/>
                <a:gd name="csX3" fmla="*/ 87491 w 903080"/>
                <a:gd name="csY3" fmla="*/ 10412 h 645742"/>
                <a:gd name="csX4" fmla="*/ 129055 w 903080"/>
                <a:gd name="csY4" fmla="*/ 51976 h 645742"/>
                <a:gd name="csX5" fmla="*/ 129055 w 903080"/>
                <a:gd name="csY5" fmla="*/ 437924 h 645742"/>
                <a:gd name="csX6" fmla="*/ 188431 w 903080"/>
                <a:gd name="csY6" fmla="*/ 509176 h 645742"/>
                <a:gd name="csX7" fmla="*/ 241870 w 903080"/>
                <a:gd name="csY7" fmla="*/ 426049 h 645742"/>
                <a:gd name="csX8" fmla="*/ 241870 w 903080"/>
                <a:gd name="csY8" fmla="*/ 57913 h 645742"/>
                <a:gd name="csX9" fmla="*/ 295309 w 903080"/>
                <a:gd name="csY9" fmla="*/ 16350 h 645742"/>
                <a:gd name="csX10" fmla="*/ 324998 w 903080"/>
                <a:gd name="csY10" fmla="*/ 93539 h 645742"/>
                <a:gd name="csX11" fmla="*/ 324998 w 903080"/>
                <a:gd name="csY11" fmla="*/ 467612 h 645742"/>
                <a:gd name="csX12" fmla="*/ 431876 w 903080"/>
                <a:gd name="csY12" fmla="*/ 491363 h 645742"/>
                <a:gd name="csX13" fmla="*/ 437813 w 903080"/>
                <a:gd name="csY13" fmla="*/ 63851 h 645742"/>
                <a:gd name="csX14" fmla="*/ 473439 w 903080"/>
                <a:gd name="csY14" fmla="*/ 22287 h 645742"/>
                <a:gd name="csX15" fmla="*/ 520941 w 903080"/>
                <a:gd name="csY15" fmla="*/ 81664 h 645742"/>
                <a:gd name="csX16" fmla="*/ 550629 w 903080"/>
                <a:gd name="csY16" fmla="*/ 503238 h 645742"/>
                <a:gd name="csX17" fmla="*/ 633756 w 903080"/>
                <a:gd name="csY17" fmla="*/ 437924 h 645742"/>
                <a:gd name="csX18" fmla="*/ 633756 w 903080"/>
                <a:gd name="csY18" fmla="*/ 75726 h 645742"/>
                <a:gd name="csX19" fmla="*/ 710946 w 903080"/>
                <a:gd name="csY19" fmla="*/ 46038 h 645742"/>
                <a:gd name="csX20" fmla="*/ 716883 w 903080"/>
                <a:gd name="csY20" fmla="*/ 265732 h 645742"/>
                <a:gd name="csX21" fmla="*/ 734696 w 903080"/>
                <a:gd name="csY21" fmla="*/ 479487 h 645742"/>
                <a:gd name="csX22" fmla="*/ 811886 w 903080"/>
                <a:gd name="csY22" fmla="*/ 473550 h 645742"/>
                <a:gd name="csX23" fmla="*/ 835637 w 903080"/>
                <a:gd name="csY23" fmla="*/ 69789 h 645742"/>
                <a:gd name="csX24" fmla="*/ 895013 w 903080"/>
                <a:gd name="csY24" fmla="*/ 75726 h 645742"/>
                <a:gd name="csX25" fmla="*/ 900951 w 903080"/>
                <a:gd name="csY25" fmla="*/ 645742 h 645742"/>
                <a:gd name="csX0" fmla="*/ 0 w 902297"/>
                <a:gd name="csY0" fmla="*/ 575302 h 646159"/>
                <a:gd name="csX1" fmla="*/ 45928 w 902297"/>
                <a:gd name="csY1" fmla="*/ 402298 h 646159"/>
                <a:gd name="csX2" fmla="*/ 63741 w 902297"/>
                <a:gd name="csY2" fmla="*/ 40100 h 646159"/>
                <a:gd name="csX3" fmla="*/ 87491 w 902297"/>
                <a:gd name="csY3" fmla="*/ 10412 h 646159"/>
                <a:gd name="csX4" fmla="*/ 129055 w 902297"/>
                <a:gd name="csY4" fmla="*/ 51976 h 646159"/>
                <a:gd name="csX5" fmla="*/ 129055 w 902297"/>
                <a:gd name="csY5" fmla="*/ 437924 h 646159"/>
                <a:gd name="csX6" fmla="*/ 188431 w 902297"/>
                <a:gd name="csY6" fmla="*/ 509176 h 646159"/>
                <a:gd name="csX7" fmla="*/ 241870 w 902297"/>
                <a:gd name="csY7" fmla="*/ 426049 h 646159"/>
                <a:gd name="csX8" fmla="*/ 241870 w 902297"/>
                <a:gd name="csY8" fmla="*/ 57913 h 646159"/>
                <a:gd name="csX9" fmla="*/ 295309 w 902297"/>
                <a:gd name="csY9" fmla="*/ 16350 h 646159"/>
                <a:gd name="csX10" fmla="*/ 324998 w 902297"/>
                <a:gd name="csY10" fmla="*/ 93539 h 646159"/>
                <a:gd name="csX11" fmla="*/ 324998 w 902297"/>
                <a:gd name="csY11" fmla="*/ 467612 h 646159"/>
                <a:gd name="csX12" fmla="*/ 431876 w 902297"/>
                <a:gd name="csY12" fmla="*/ 491363 h 646159"/>
                <a:gd name="csX13" fmla="*/ 437813 w 902297"/>
                <a:gd name="csY13" fmla="*/ 63851 h 646159"/>
                <a:gd name="csX14" fmla="*/ 473439 w 902297"/>
                <a:gd name="csY14" fmla="*/ 22287 h 646159"/>
                <a:gd name="csX15" fmla="*/ 520941 w 902297"/>
                <a:gd name="csY15" fmla="*/ 81664 h 646159"/>
                <a:gd name="csX16" fmla="*/ 550629 w 902297"/>
                <a:gd name="csY16" fmla="*/ 503238 h 646159"/>
                <a:gd name="csX17" fmla="*/ 633756 w 902297"/>
                <a:gd name="csY17" fmla="*/ 437924 h 646159"/>
                <a:gd name="csX18" fmla="*/ 633756 w 902297"/>
                <a:gd name="csY18" fmla="*/ 75726 h 646159"/>
                <a:gd name="csX19" fmla="*/ 710946 w 902297"/>
                <a:gd name="csY19" fmla="*/ 46038 h 646159"/>
                <a:gd name="csX20" fmla="*/ 716883 w 902297"/>
                <a:gd name="csY20" fmla="*/ 265732 h 646159"/>
                <a:gd name="csX21" fmla="*/ 734696 w 902297"/>
                <a:gd name="csY21" fmla="*/ 479487 h 646159"/>
                <a:gd name="csX22" fmla="*/ 811886 w 902297"/>
                <a:gd name="csY22" fmla="*/ 473550 h 646159"/>
                <a:gd name="csX23" fmla="*/ 835637 w 902297"/>
                <a:gd name="csY23" fmla="*/ 69789 h 646159"/>
                <a:gd name="csX24" fmla="*/ 895013 w 902297"/>
                <a:gd name="csY24" fmla="*/ 75726 h 646159"/>
                <a:gd name="csX25" fmla="*/ 901964 w 902297"/>
                <a:gd name="csY25" fmla="*/ 582104 h 646159"/>
                <a:gd name="csX26" fmla="*/ 900951 w 902297"/>
                <a:gd name="csY26" fmla="*/ 645742 h 646159"/>
                <a:gd name="csX0" fmla="*/ 0 w 902297"/>
                <a:gd name="csY0" fmla="*/ 575302 h 637726"/>
                <a:gd name="csX1" fmla="*/ 45928 w 902297"/>
                <a:gd name="csY1" fmla="*/ 402298 h 637726"/>
                <a:gd name="csX2" fmla="*/ 63741 w 902297"/>
                <a:gd name="csY2" fmla="*/ 40100 h 637726"/>
                <a:gd name="csX3" fmla="*/ 87491 w 902297"/>
                <a:gd name="csY3" fmla="*/ 10412 h 637726"/>
                <a:gd name="csX4" fmla="*/ 129055 w 902297"/>
                <a:gd name="csY4" fmla="*/ 51976 h 637726"/>
                <a:gd name="csX5" fmla="*/ 129055 w 902297"/>
                <a:gd name="csY5" fmla="*/ 437924 h 637726"/>
                <a:gd name="csX6" fmla="*/ 188431 w 902297"/>
                <a:gd name="csY6" fmla="*/ 509176 h 637726"/>
                <a:gd name="csX7" fmla="*/ 241870 w 902297"/>
                <a:gd name="csY7" fmla="*/ 426049 h 637726"/>
                <a:gd name="csX8" fmla="*/ 241870 w 902297"/>
                <a:gd name="csY8" fmla="*/ 57913 h 637726"/>
                <a:gd name="csX9" fmla="*/ 295309 w 902297"/>
                <a:gd name="csY9" fmla="*/ 16350 h 637726"/>
                <a:gd name="csX10" fmla="*/ 324998 w 902297"/>
                <a:gd name="csY10" fmla="*/ 93539 h 637726"/>
                <a:gd name="csX11" fmla="*/ 324998 w 902297"/>
                <a:gd name="csY11" fmla="*/ 467612 h 637726"/>
                <a:gd name="csX12" fmla="*/ 431876 w 902297"/>
                <a:gd name="csY12" fmla="*/ 491363 h 637726"/>
                <a:gd name="csX13" fmla="*/ 437813 w 902297"/>
                <a:gd name="csY13" fmla="*/ 63851 h 637726"/>
                <a:gd name="csX14" fmla="*/ 473439 w 902297"/>
                <a:gd name="csY14" fmla="*/ 22287 h 637726"/>
                <a:gd name="csX15" fmla="*/ 520941 w 902297"/>
                <a:gd name="csY15" fmla="*/ 81664 h 637726"/>
                <a:gd name="csX16" fmla="*/ 550629 w 902297"/>
                <a:gd name="csY16" fmla="*/ 503238 h 637726"/>
                <a:gd name="csX17" fmla="*/ 633756 w 902297"/>
                <a:gd name="csY17" fmla="*/ 437924 h 637726"/>
                <a:gd name="csX18" fmla="*/ 633756 w 902297"/>
                <a:gd name="csY18" fmla="*/ 75726 h 637726"/>
                <a:gd name="csX19" fmla="*/ 710946 w 902297"/>
                <a:gd name="csY19" fmla="*/ 46038 h 637726"/>
                <a:gd name="csX20" fmla="*/ 716883 w 902297"/>
                <a:gd name="csY20" fmla="*/ 265732 h 637726"/>
                <a:gd name="csX21" fmla="*/ 734696 w 902297"/>
                <a:gd name="csY21" fmla="*/ 479487 h 637726"/>
                <a:gd name="csX22" fmla="*/ 811886 w 902297"/>
                <a:gd name="csY22" fmla="*/ 473550 h 637726"/>
                <a:gd name="csX23" fmla="*/ 835637 w 902297"/>
                <a:gd name="csY23" fmla="*/ 69789 h 637726"/>
                <a:gd name="csX24" fmla="*/ 895013 w 902297"/>
                <a:gd name="csY24" fmla="*/ 75726 h 637726"/>
                <a:gd name="csX25" fmla="*/ 901964 w 902297"/>
                <a:gd name="csY25" fmla="*/ 582104 h 637726"/>
                <a:gd name="csX26" fmla="*/ 181 w 902297"/>
                <a:gd name="csY26" fmla="*/ 629833 h 637726"/>
                <a:gd name="csX0" fmla="*/ 0 w 902297"/>
                <a:gd name="csY0" fmla="*/ 575302 h 621152"/>
                <a:gd name="csX1" fmla="*/ 45928 w 902297"/>
                <a:gd name="csY1" fmla="*/ 402298 h 621152"/>
                <a:gd name="csX2" fmla="*/ 63741 w 902297"/>
                <a:gd name="csY2" fmla="*/ 40100 h 621152"/>
                <a:gd name="csX3" fmla="*/ 87491 w 902297"/>
                <a:gd name="csY3" fmla="*/ 10412 h 621152"/>
                <a:gd name="csX4" fmla="*/ 129055 w 902297"/>
                <a:gd name="csY4" fmla="*/ 51976 h 621152"/>
                <a:gd name="csX5" fmla="*/ 129055 w 902297"/>
                <a:gd name="csY5" fmla="*/ 437924 h 621152"/>
                <a:gd name="csX6" fmla="*/ 188431 w 902297"/>
                <a:gd name="csY6" fmla="*/ 509176 h 621152"/>
                <a:gd name="csX7" fmla="*/ 241870 w 902297"/>
                <a:gd name="csY7" fmla="*/ 426049 h 621152"/>
                <a:gd name="csX8" fmla="*/ 241870 w 902297"/>
                <a:gd name="csY8" fmla="*/ 57913 h 621152"/>
                <a:gd name="csX9" fmla="*/ 295309 w 902297"/>
                <a:gd name="csY9" fmla="*/ 16350 h 621152"/>
                <a:gd name="csX10" fmla="*/ 324998 w 902297"/>
                <a:gd name="csY10" fmla="*/ 93539 h 621152"/>
                <a:gd name="csX11" fmla="*/ 324998 w 902297"/>
                <a:gd name="csY11" fmla="*/ 467612 h 621152"/>
                <a:gd name="csX12" fmla="*/ 431876 w 902297"/>
                <a:gd name="csY12" fmla="*/ 491363 h 621152"/>
                <a:gd name="csX13" fmla="*/ 437813 w 902297"/>
                <a:gd name="csY13" fmla="*/ 63851 h 621152"/>
                <a:gd name="csX14" fmla="*/ 473439 w 902297"/>
                <a:gd name="csY14" fmla="*/ 22287 h 621152"/>
                <a:gd name="csX15" fmla="*/ 520941 w 902297"/>
                <a:gd name="csY15" fmla="*/ 81664 h 621152"/>
                <a:gd name="csX16" fmla="*/ 550629 w 902297"/>
                <a:gd name="csY16" fmla="*/ 503238 h 621152"/>
                <a:gd name="csX17" fmla="*/ 633756 w 902297"/>
                <a:gd name="csY17" fmla="*/ 437924 h 621152"/>
                <a:gd name="csX18" fmla="*/ 633756 w 902297"/>
                <a:gd name="csY18" fmla="*/ 75726 h 621152"/>
                <a:gd name="csX19" fmla="*/ 710946 w 902297"/>
                <a:gd name="csY19" fmla="*/ 46038 h 621152"/>
                <a:gd name="csX20" fmla="*/ 716883 w 902297"/>
                <a:gd name="csY20" fmla="*/ 265732 h 621152"/>
                <a:gd name="csX21" fmla="*/ 734696 w 902297"/>
                <a:gd name="csY21" fmla="*/ 479487 h 621152"/>
                <a:gd name="csX22" fmla="*/ 811886 w 902297"/>
                <a:gd name="csY22" fmla="*/ 473550 h 621152"/>
                <a:gd name="csX23" fmla="*/ 835637 w 902297"/>
                <a:gd name="csY23" fmla="*/ 69789 h 621152"/>
                <a:gd name="csX24" fmla="*/ 895013 w 902297"/>
                <a:gd name="csY24" fmla="*/ 75726 h 621152"/>
                <a:gd name="csX25" fmla="*/ 901964 w 902297"/>
                <a:gd name="csY25" fmla="*/ 582104 h 621152"/>
                <a:gd name="csX26" fmla="*/ 181 w 902297"/>
                <a:gd name="csY26" fmla="*/ 578127 h 621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02297" h="621152">
                  <a:moveTo>
                    <a:pt x="0" y="575302"/>
                  </a:moveTo>
                  <a:cubicBezTo>
                    <a:pt x="30678" y="570849"/>
                    <a:pt x="35305" y="491498"/>
                    <a:pt x="45928" y="402298"/>
                  </a:cubicBezTo>
                  <a:cubicBezTo>
                    <a:pt x="56552" y="313098"/>
                    <a:pt x="63741" y="40100"/>
                    <a:pt x="63741" y="40100"/>
                  </a:cubicBezTo>
                  <a:cubicBezTo>
                    <a:pt x="70668" y="-25214"/>
                    <a:pt x="76605" y="8433"/>
                    <a:pt x="87491" y="10412"/>
                  </a:cubicBezTo>
                  <a:cubicBezTo>
                    <a:pt x="98377" y="12391"/>
                    <a:pt x="122128" y="-19276"/>
                    <a:pt x="129055" y="51976"/>
                  </a:cubicBezTo>
                  <a:cubicBezTo>
                    <a:pt x="135982" y="123228"/>
                    <a:pt x="119159" y="361724"/>
                    <a:pt x="129055" y="437924"/>
                  </a:cubicBezTo>
                  <a:cubicBezTo>
                    <a:pt x="138951" y="514124"/>
                    <a:pt x="169629" y="511155"/>
                    <a:pt x="188431" y="509176"/>
                  </a:cubicBezTo>
                  <a:cubicBezTo>
                    <a:pt x="207233" y="507197"/>
                    <a:pt x="232964" y="501260"/>
                    <a:pt x="241870" y="426049"/>
                  </a:cubicBezTo>
                  <a:cubicBezTo>
                    <a:pt x="250777" y="350838"/>
                    <a:pt x="232964" y="126196"/>
                    <a:pt x="241870" y="57913"/>
                  </a:cubicBezTo>
                  <a:cubicBezTo>
                    <a:pt x="250777" y="-10370"/>
                    <a:pt x="281454" y="10412"/>
                    <a:pt x="295309" y="16350"/>
                  </a:cubicBezTo>
                  <a:cubicBezTo>
                    <a:pt x="309164" y="22288"/>
                    <a:pt x="320050" y="18329"/>
                    <a:pt x="324998" y="93539"/>
                  </a:cubicBezTo>
                  <a:cubicBezTo>
                    <a:pt x="329946" y="168749"/>
                    <a:pt x="307185" y="401308"/>
                    <a:pt x="324998" y="467612"/>
                  </a:cubicBezTo>
                  <a:cubicBezTo>
                    <a:pt x="342811" y="533916"/>
                    <a:pt x="413074" y="558657"/>
                    <a:pt x="431876" y="491363"/>
                  </a:cubicBezTo>
                  <a:cubicBezTo>
                    <a:pt x="450679" y="424069"/>
                    <a:pt x="430886" y="142030"/>
                    <a:pt x="437813" y="63851"/>
                  </a:cubicBezTo>
                  <a:cubicBezTo>
                    <a:pt x="444740" y="-14328"/>
                    <a:pt x="459584" y="19318"/>
                    <a:pt x="473439" y="22287"/>
                  </a:cubicBezTo>
                  <a:cubicBezTo>
                    <a:pt x="487294" y="25256"/>
                    <a:pt x="508076" y="1506"/>
                    <a:pt x="520941" y="81664"/>
                  </a:cubicBezTo>
                  <a:cubicBezTo>
                    <a:pt x="533806" y="161822"/>
                    <a:pt x="531827" y="443861"/>
                    <a:pt x="550629" y="503238"/>
                  </a:cubicBezTo>
                  <a:cubicBezTo>
                    <a:pt x="569431" y="562615"/>
                    <a:pt x="619901" y="509176"/>
                    <a:pt x="633756" y="437924"/>
                  </a:cubicBezTo>
                  <a:cubicBezTo>
                    <a:pt x="647611" y="366672"/>
                    <a:pt x="620891" y="141040"/>
                    <a:pt x="633756" y="75726"/>
                  </a:cubicBezTo>
                  <a:cubicBezTo>
                    <a:pt x="646621" y="10412"/>
                    <a:pt x="697092" y="14370"/>
                    <a:pt x="710946" y="46038"/>
                  </a:cubicBezTo>
                  <a:cubicBezTo>
                    <a:pt x="724800" y="77706"/>
                    <a:pt x="712925" y="193491"/>
                    <a:pt x="716883" y="265732"/>
                  </a:cubicBezTo>
                  <a:cubicBezTo>
                    <a:pt x="720841" y="337973"/>
                    <a:pt x="718862" y="444851"/>
                    <a:pt x="734696" y="479487"/>
                  </a:cubicBezTo>
                  <a:cubicBezTo>
                    <a:pt x="750530" y="514123"/>
                    <a:pt x="795063" y="541833"/>
                    <a:pt x="811886" y="473550"/>
                  </a:cubicBezTo>
                  <a:cubicBezTo>
                    <a:pt x="828709" y="405267"/>
                    <a:pt x="821783" y="136093"/>
                    <a:pt x="835637" y="69789"/>
                  </a:cubicBezTo>
                  <a:cubicBezTo>
                    <a:pt x="849491" y="3485"/>
                    <a:pt x="883959" y="-9660"/>
                    <a:pt x="895013" y="75726"/>
                  </a:cubicBezTo>
                  <a:cubicBezTo>
                    <a:pt x="906068" y="161112"/>
                    <a:pt x="900974" y="487101"/>
                    <a:pt x="901964" y="582104"/>
                  </a:cubicBezTo>
                  <a:cubicBezTo>
                    <a:pt x="902954" y="677107"/>
                    <a:pt x="350" y="567521"/>
                    <a:pt x="181" y="578127"/>
                  </a:cubicBezTo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88" name="Rounded Rectangle 2087">
              <a:extLst>
                <a:ext uri="{FF2B5EF4-FFF2-40B4-BE49-F238E27FC236}">
                  <a16:creationId xmlns:a16="http://schemas.microsoft.com/office/drawing/2014/main" id="{EFDF35EE-6042-B2AC-84DC-C8E61B50281F}"/>
                </a:ext>
              </a:extLst>
            </p:cNvPr>
            <p:cNvSpPr/>
            <p:nvPr/>
          </p:nvSpPr>
          <p:spPr>
            <a:xfrm rot="5400000">
              <a:off x="7638937" y="1097266"/>
              <a:ext cx="1034793" cy="13983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5363D1-74CC-E9FA-EEC8-F367FCBDB313}"/>
                </a:ext>
              </a:extLst>
            </p:cNvPr>
            <p:cNvSpPr txBox="1"/>
            <p:nvPr/>
          </p:nvSpPr>
          <p:spPr>
            <a:xfrm>
              <a:off x="858878" y="144786"/>
              <a:ext cx="398763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IgG1: tradeoff for space in bone marrow</a:t>
              </a:r>
              <a:endParaRPr lang="en-US" sz="2000" dirty="0"/>
            </a:p>
          </p:txBody>
        </p:sp>
        <p:grpSp>
          <p:nvGrpSpPr>
            <p:cNvPr id="354" name="Group 353">
              <a:extLst>
                <a:ext uri="{FF2B5EF4-FFF2-40B4-BE49-F238E27FC236}">
                  <a16:creationId xmlns:a16="http://schemas.microsoft.com/office/drawing/2014/main" id="{1D7A049D-7B0D-50D4-B19D-FC6467644877}"/>
                </a:ext>
              </a:extLst>
            </p:cNvPr>
            <p:cNvGrpSpPr/>
            <p:nvPr/>
          </p:nvGrpSpPr>
          <p:grpSpPr>
            <a:xfrm rot="16200000">
              <a:off x="358672" y="1424862"/>
              <a:ext cx="4893541" cy="4535780"/>
              <a:chOff x="471935" y="1178561"/>
              <a:chExt cx="4893541" cy="4535780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4BA2EA9-D1A3-E0A8-1FCD-D321A53140A4}"/>
                  </a:ext>
                </a:extLst>
              </p:cNvPr>
              <p:cNvGrpSpPr/>
              <p:nvPr/>
            </p:nvGrpSpPr>
            <p:grpSpPr>
              <a:xfrm>
                <a:off x="471935" y="2024080"/>
                <a:ext cx="4893541" cy="2431144"/>
                <a:chOff x="538347" y="3603498"/>
                <a:chExt cx="4893541" cy="2431144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B817E321-CD5E-E4CA-3A2E-33FCD37368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8347" y="3603498"/>
                  <a:ext cx="4893541" cy="2431144"/>
                </a:xfrm>
                <a:prstGeom prst="rect">
                  <a:avLst/>
                </a:prstGeom>
              </p:spPr>
            </p:pic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A569BE21-AC0A-AA80-5341-AD1DB57CD410}"/>
                    </a:ext>
                  </a:extLst>
                </p:cNvPr>
                <p:cNvSpPr/>
                <p:nvPr/>
              </p:nvSpPr>
              <p:spPr>
                <a:xfrm>
                  <a:off x="1531917" y="4476997"/>
                  <a:ext cx="136566" cy="13062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A14741A3-6063-6A51-B46A-53DF72FCC7E8}"/>
                    </a:ext>
                  </a:extLst>
                </p:cNvPr>
                <p:cNvSpPr/>
                <p:nvPr/>
              </p:nvSpPr>
              <p:spPr>
                <a:xfrm>
                  <a:off x="2004951" y="4542311"/>
                  <a:ext cx="136566" cy="130629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93B250CC-A4A1-A917-3964-F054BD060BFF}"/>
                    </a:ext>
                  </a:extLst>
                </p:cNvPr>
                <p:cNvSpPr/>
                <p:nvPr/>
              </p:nvSpPr>
              <p:spPr>
                <a:xfrm>
                  <a:off x="1531917" y="4934196"/>
                  <a:ext cx="136566" cy="130629"/>
                </a:xfrm>
                <a:prstGeom prst="ellipse">
                  <a:avLst/>
                </a:prstGeom>
                <a:solidFill>
                  <a:srgbClr val="C0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579BE47F-1860-48BD-21E9-049B52969FC2}"/>
                    </a:ext>
                  </a:extLst>
                </p:cNvPr>
                <p:cNvSpPr/>
                <p:nvPr/>
              </p:nvSpPr>
              <p:spPr>
                <a:xfrm>
                  <a:off x="1868385" y="4763653"/>
                  <a:ext cx="136566" cy="130629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298C7AC2-3EA3-85F0-3357-C1E9A256CCE2}"/>
                    </a:ext>
                  </a:extLst>
                </p:cNvPr>
                <p:cNvSpPr/>
                <p:nvPr/>
              </p:nvSpPr>
              <p:spPr>
                <a:xfrm>
                  <a:off x="2639291" y="4731985"/>
                  <a:ext cx="136566" cy="13062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EB2DBC7C-0757-2785-9EB9-8F67AFE9A583}"/>
                    </a:ext>
                  </a:extLst>
                </p:cNvPr>
                <p:cNvSpPr/>
                <p:nvPr/>
              </p:nvSpPr>
              <p:spPr>
                <a:xfrm>
                  <a:off x="2073234" y="5072741"/>
                  <a:ext cx="136566" cy="130629"/>
                </a:xfrm>
                <a:prstGeom prst="ellipse">
                  <a:avLst/>
                </a:prstGeom>
                <a:solidFill>
                  <a:srgbClr val="C0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1045A837-73FD-56B3-E46E-FD4A9B89C607}"/>
                    </a:ext>
                  </a:extLst>
                </p:cNvPr>
                <p:cNvSpPr/>
                <p:nvPr/>
              </p:nvSpPr>
              <p:spPr>
                <a:xfrm>
                  <a:off x="3368057" y="4666670"/>
                  <a:ext cx="136566" cy="13062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D738EE05-C5D8-8402-9315-56BD43D36BC6}"/>
                    </a:ext>
                  </a:extLst>
                </p:cNvPr>
                <p:cNvSpPr/>
                <p:nvPr/>
              </p:nvSpPr>
              <p:spPr>
                <a:xfrm>
                  <a:off x="2524415" y="5064825"/>
                  <a:ext cx="136566" cy="130629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6F7CCEFF-FE17-59EF-BB16-E3E2441F4996}"/>
                    </a:ext>
                  </a:extLst>
                </p:cNvPr>
                <p:cNvSpPr/>
                <p:nvPr/>
              </p:nvSpPr>
              <p:spPr>
                <a:xfrm>
                  <a:off x="3052867" y="4550227"/>
                  <a:ext cx="136566" cy="130629"/>
                </a:xfrm>
                <a:prstGeom prst="ellipse">
                  <a:avLst/>
                </a:prstGeom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9A0EF05-4FDE-5024-2EA6-235549F1351B}"/>
                    </a:ext>
                  </a:extLst>
                </p:cNvPr>
                <p:cNvSpPr/>
                <p:nvPr/>
              </p:nvSpPr>
              <p:spPr>
                <a:xfrm>
                  <a:off x="2262744" y="4633024"/>
                  <a:ext cx="136566" cy="130629"/>
                </a:xfrm>
                <a:prstGeom prst="ellipse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95F5951-2554-4591-9B60-848B6C901EFD}"/>
                    </a:ext>
                  </a:extLst>
                </p:cNvPr>
                <p:cNvSpPr/>
                <p:nvPr/>
              </p:nvSpPr>
              <p:spPr>
                <a:xfrm>
                  <a:off x="2848552" y="5052948"/>
                  <a:ext cx="136566" cy="13062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2B59711-1AFC-F1EA-787D-0729D042BB18}"/>
                    </a:ext>
                  </a:extLst>
                </p:cNvPr>
                <p:cNvSpPr/>
                <p:nvPr/>
              </p:nvSpPr>
              <p:spPr>
                <a:xfrm>
                  <a:off x="3662961" y="4862614"/>
                  <a:ext cx="136566" cy="130629"/>
                </a:xfrm>
                <a:prstGeom prst="ellipse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0039797A-3526-0ADC-5E6A-5CE8430F7ADA}"/>
                    </a:ext>
                  </a:extLst>
                </p:cNvPr>
                <p:cNvSpPr/>
                <p:nvPr/>
              </p:nvSpPr>
              <p:spPr>
                <a:xfrm>
                  <a:off x="2132611" y="4826987"/>
                  <a:ext cx="136566" cy="130629"/>
                </a:xfrm>
                <a:prstGeom prst="ellipse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984B186D-F03E-F98D-0C9B-B2748BE1799D}"/>
                    </a:ext>
                  </a:extLst>
                </p:cNvPr>
                <p:cNvSpPr/>
                <p:nvPr/>
              </p:nvSpPr>
              <p:spPr>
                <a:xfrm>
                  <a:off x="3607049" y="5114301"/>
                  <a:ext cx="136566" cy="130629"/>
                </a:xfrm>
                <a:prstGeom prst="ellipse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BBCA7ED-8BDC-0459-7B5B-FBE243C4D7EC}"/>
                    </a:ext>
                  </a:extLst>
                </p:cNvPr>
                <p:cNvSpPr/>
                <p:nvPr/>
              </p:nvSpPr>
              <p:spPr>
                <a:xfrm>
                  <a:off x="3295321" y="4942112"/>
                  <a:ext cx="136566" cy="130629"/>
                </a:xfrm>
                <a:prstGeom prst="ellipse">
                  <a:avLst/>
                </a:prstGeom>
                <a:solidFill>
                  <a:srgbClr val="0432F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E26995E3-AB20-EFAF-3667-734529E3BF2A}"/>
                    </a:ext>
                  </a:extLst>
                </p:cNvPr>
                <p:cNvSpPr/>
                <p:nvPr/>
              </p:nvSpPr>
              <p:spPr>
                <a:xfrm>
                  <a:off x="2980131" y="4825669"/>
                  <a:ext cx="136566" cy="130629"/>
                </a:xfrm>
                <a:prstGeom prst="ellipse">
                  <a:avLst/>
                </a:prstGeom>
                <a:solidFill>
                  <a:srgbClr val="0432FF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245DF49F-D733-E08E-BDAF-D98EADA0FA5D}"/>
                  </a:ext>
                </a:extLst>
              </p:cNvPr>
              <p:cNvGrpSpPr/>
              <p:nvPr/>
            </p:nvGrpSpPr>
            <p:grpSpPr>
              <a:xfrm>
                <a:off x="2173489" y="4005949"/>
                <a:ext cx="1128156" cy="716810"/>
                <a:chOff x="7760525" y="3053605"/>
                <a:chExt cx="1128156" cy="716810"/>
              </a:xfrm>
            </p:grpSpPr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B8FBAF8B-6CC2-E162-1FED-2CDB41693197}"/>
                    </a:ext>
                  </a:extLst>
                </p:cNvPr>
                <p:cNvSpPr/>
                <p:nvPr/>
              </p:nvSpPr>
              <p:spPr>
                <a:xfrm>
                  <a:off x="8121022" y="3184235"/>
                  <a:ext cx="136566" cy="130629"/>
                </a:xfrm>
                <a:prstGeom prst="ellipse">
                  <a:avLst/>
                </a:prstGeom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F15011B9-933A-5C68-E2A6-F0E31DEA2B97}"/>
                    </a:ext>
                  </a:extLst>
                </p:cNvPr>
                <p:cNvSpPr/>
                <p:nvPr/>
              </p:nvSpPr>
              <p:spPr>
                <a:xfrm>
                  <a:off x="7845910" y="3412165"/>
                  <a:ext cx="136566" cy="130629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70BCDB36-63D5-D84D-4C05-A1BDB1C3E244}"/>
                    </a:ext>
                  </a:extLst>
                </p:cNvPr>
                <p:cNvSpPr/>
                <p:nvPr/>
              </p:nvSpPr>
              <p:spPr>
                <a:xfrm>
                  <a:off x="8468293" y="3354777"/>
                  <a:ext cx="136566" cy="130629"/>
                </a:xfrm>
                <a:prstGeom prst="ellipse">
                  <a:avLst/>
                </a:prstGeom>
                <a:solidFill>
                  <a:srgbClr val="0432FF"/>
                </a:solidFill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ounded Rectangle 39">
                  <a:extLst>
                    <a:ext uri="{FF2B5EF4-FFF2-40B4-BE49-F238E27FC236}">
                      <a16:creationId xmlns:a16="http://schemas.microsoft.com/office/drawing/2014/main" id="{593052A9-B3FC-40EE-28FD-2D60FD995F0D}"/>
                    </a:ext>
                  </a:extLst>
                </p:cNvPr>
                <p:cNvSpPr/>
                <p:nvPr/>
              </p:nvSpPr>
              <p:spPr>
                <a:xfrm>
                  <a:off x="7760525" y="3053605"/>
                  <a:ext cx="1128156" cy="716810"/>
                </a:xfrm>
                <a:prstGeom prst="roundRect">
                  <a:avLst/>
                </a:prstGeom>
                <a:solidFill>
                  <a:schemeClr val="bg1">
                    <a:alpha val="72008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D587B4E-08EF-955A-2456-091C55558008}"/>
                  </a:ext>
                </a:extLst>
              </p:cNvPr>
              <p:cNvSpPr/>
              <p:nvPr/>
            </p:nvSpPr>
            <p:spPr>
              <a:xfrm>
                <a:off x="3107106" y="1826806"/>
                <a:ext cx="136566" cy="130629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69F5936-29B8-4831-BE89-A5B8A13806A2}"/>
                  </a:ext>
                </a:extLst>
              </p:cNvPr>
              <p:cNvSpPr/>
              <p:nvPr/>
            </p:nvSpPr>
            <p:spPr>
              <a:xfrm>
                <a:off x="2791916" y="1710363"/>
                <a:ext cx="136566" cy="130629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925B02C5-7CEB-1B1F-DD79-A8F359012261}"/>
                  </a:ext>
                </a:extLst>
              </p:cNvPr>
              <p:cNvSpPr/>
              <p:nvPr/>
            </p:nvSpPr>
            <p:spPr>
              <a:xfrm>
                <a:off x="2986455" y="1568676"/>
                <a:ext cx="136566" cy="130629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6B400AD-D179-9A40-CB01-813949F17857}"/>
                  </a:ext>
                </a:extLst>
              </p:cNvPr>
              <p:cNvSpPr/>
              <p:nvPr/>
            </p:nvSpPr>
            <p:spPr>
              <a:xfrm>
                <a:off x="2928482" y="1958765"/>
                <a:ext cx="136566" cy="130629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C835C9A5-4A01-A0F4-3A1A-0C19428E8E77}"/>
                  </a:ext>
                </a:extLst>
              </p:cNvPr>
              <p:cNvSpPr/>
              <p:nvPr/>
            </p:nvSpPr>
            <p:spPr>
              <a:xfrm>
                <a:off x="2777728" y="1840992"/>
                <a:ext cx="1192979" cy="1999521"/>
              </a:xfrm>
              <a:prstGeom prst="arc">
                <a:avLst/>
              </a:prstGeom>
              <a:ln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69DEECF-B167-52CA-E0F9-EFD5060F6E9B}"/>
                  </a:ext>
                </a:extLst>
              </p:cNvPr>
              <p:cNvSpPr/>
              <p:nvPr/>
            </p:nvSpPr>
            <p:spPr>
              <a:xfrm>
                <a:off x="3292163" y="1594399"/>
                <a:ext cx="136566" cy="130629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441CBA5-CB27-2183-5E3C-B75D6F0E67D7}"/>
                  </a:ext>
                </a:extLst>
              </p:cNvPr>
              <p:cNvSpPr txBox="1"/>
              <p:nvPr/>
            </p:nvSpPr>
            <p:spPr>
              <a:xfrm rot="5400000">
                <a:off x="1754794" y="1413319"/>
                <a:ext cx="111584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Adding new PC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9DAA652-47B5-2839-3366-C76237B6DCD4}"/>
                  </a:ext>
                </a:extLst>
              </p:cNvPr>
              <p:cNvCxnSpPr/>
              <p:nvPr/>
            </p:nvCxnSpPr>
            <p:spPr>
              <a:xfrm>
                <a:off x="2075105" y="3665512"/>
                <a:ext cx="0" cy="65116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AA51F7A-0520-B4CE-318F-C53DCACC5778}"/>
                  </a:ext>
                </a:extLst>
              </p:cNvPr>
              <p:cNvCxnSpPr/>
              <p:nvPr/>
            </p:nvCxnSpPr>
            <p:spPr>
              <a:xfrm>
                <a:off x="3170333" y="3600197"/>
                <a:ext cx="0" cy="65116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8AC7AC-25E5-6C0B-F7B4-3AE6AF3FA1EC}"/>
                  </a:ext>
                </a:extLst>
              </p:cNvPr>
              <p:cNvSpPr txBox="1"/>
              <p:nvPr/>
            </p:nvSpPr>
            <p:spPr>
              <a:xfrm rot="5400000">
                <a:off x="2612056" y="4481586"/>
                <a:ext cx="181917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removal of PC </a:t>
                </a:r>
                <a:br>
                  <a:rPr lang="en-US" dirty="0"/>
                </a:br>
                <a:r>
                  <a:rPr lang="en-US" dirty="0"/>
                  <a:t>to old infections</a:t>
                </a:r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D1F3997-27C3-517F-4A97-986B6EDB427D}"/>
                </a:ext>
              </a:extLst>
            </p:cNvPr>
            <p:cNvSpPr txBox="1"/>
            <p:nvPr/>
          </p:nvSpPr>
          <p:spPr>
            <a:xfrm>
              <a:off x="5859271" y="144786"/>
              <a:ext cx="482777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IgA: competition for transport into lumen </a:t>
              </a:r>
              <a:endParaRPr lang="en-US" sz="2000" dirty="0"/>
            </a:p>
          </p:txBody>
        </p:sp>
        <p:sp>
          <p:nvSpPr>
            <p:cNvPr id="355" name="TextBox 354">
              <a:extLst>
                <a:ext uri="{FF2B5EF4-FFF2-40B4-BE49-F238E27FC236}">
                  <a16:creationId xmlns:a16="http://schemas.microsoft.com/office/drawing/2014/main" id="{5F3C6CA8-8283-582B-A9F7-1E4B24D3CF41}"/>
                </a:ext>
              </a:extLst>
            </p:cNvPr>
            <p:cNvSpPr txBox="1"/>
            <p:nvPr/>
          </p:nvSpPr>
          <p:spPr>
            <a:xfrm>
              <a:off x="9384731" y="1509489"/>
              <a:ext cx="16024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lumen</a:t>
              </a:r>
            </a:p>
            <a:p>
              <a:r>
                <a:rPr lang="en-US" dirty="0"/>
                <a:t>(infection site)</a:t>
              </a:r>
            </a:p>
          </p:txBody>
        </p:sp>
        <p:sp>
          <p:nvSpPr>
            <p:cNvPr id="418" name="Rounded Rectangle 417">
              <a:extLst>
                <a:ext uri="{FF2B5EF4-FFF2-40B4-BE49-F238E27FC236}">
                  <a16:creationId xmlns:a16="http://schemas.microsoft.com/office/drawing/2014/main" id="{F5E1F660-025B-CCEA-E423-88FA8D429BC4}"/>
                </a:ext>
              </a:extLst>
            </p:cNvPr>
            <p:cNvSpPr/>
            <p:nvPr/>
          </p:nvSpPr>
          <p:spPr>
            <a:xfrm rot="5400000">
              <a:off x="7518301" y="4304229"/>
              <a:ext cx="1263298" cy="133190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Rounded Rectangle 415">
              <a:extLst>
                <a:ext uri="{FF2B5EF4-FFF2-40B4-BE49-F238E27FC236}">
                  <a16:creationId xmlns:a16="http://schemas.microsoft.com/office/drawing/2014/main" id="{A854DBE1-1731-D5CA-EC8D-84A62B646681}"/>
                </a:ext>
              </a:extLst>
            </p:cNvPr>
            <p:cNvSpPr/>
            <p:nvPr/>
          </p:nvSpPr>
          <p:spPr>
            <a:xfrm rot="5400000">
              <a:off x="7638938" y="1718898"/>
              <a:ext cx="1034793" cy="13983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Rounded Rectangle 416">
              <a:extLst>
                <a:ext uri="{FF2B5EF4-FFF2-40B4-BE49-F238E27FC236}">
                  <a16:creationId xmlns:a16="http://schemas.microsoft.com/office/drawing/2014/main" id="{93B6AEA9-EA2A-487A-5813-4F6CE43319CF}"/>
                </a:ext>
              </a:extLst>
            </p:cNvPr>
            <p:cNvSpPr/>
            <p:nvPr/>
          </p:nvSpPr>
          <p:spPr>
            <a:xfrm rot="5400000">
              <a:off x="7494994" y="2928627"/>
              <a:ext cx="1399019" cy="13983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678B16C3-6981-12AC-BC17-4741515468BD}"/>
                </a:ext>
              </a:extLst>
            </p:cNvPr>
            <p:cNvSpPr/>
            <p:nvPr/>
          </p:nvSpPr>
          <p:spPr>
            <a:xfrm rot="5400000">
              <a:off x="8665016" y="2115319"/>
              <a:ext cx="912036" cy="610268"/>
            </a:xfrm>
            <a:custGeom>
              <a:avLst/>
              <a:gdLst>
                <a:gd name="csX0" fmla="*/ 0 w 934342"/>
                <a:gd name="csY0" fmla="*/ 485425 h 645742"/>
                <a:gd name="csX1" fmla="*/ 77190 w 934342"/>
                <a:gd name="csY1" fmla="*/ 402298 h 645742"/>
                <a:gd name="csX2" fmla="*/ 95003 w 934342"/>
                <a:gd name="csY2" fmla="*/ 40100 h 645742"/>
                <a:gd name="csX3" fmla="*/ 118753 w 934342"/>
                <a:gd name="csY3" fmla="*/ 10412 h 645742"/>
                <a:gd name="csX4" fmla="*/ 160317 w 934342"/>
                <a:gd name="csY4" fmla="*/ 51976 h 645742"/>
                <a:gd name="csX5" fmla="*/ 160317 w 934342"/>
                <a:gd name="csY5" fmla="*/ 437924 h 645742"/>
                <a:gd name="csX6" fmla="*/ 219693 w 934342"/>
                <a:gd name="csY6" fmla="*/ 509176 h 645742"/>
                <a:gd name="csX7" fmla="*/ 273132 w 934342"/>
                <a:gd name="csY7" fmla="*/ 426049 h 645742"/>
                <a:gd name="csX8" fmla="*/ 273132 w 934342"/>
                <a:gd name="csY8" fmla="*/ 57913 h 645742"/>
                <a:gd name="csX9" fmla="*/ 326571 w 934342"/>
                <a:gd name="csY9" fmla="*/ 16350 h 645742"/>
                <a:gd name="csX10" fmla="*/ 356260 w 934342"/>
                <a:gd name="csY10" fmla="*/ 93539 h 645742"/>
                <a:gd name="csX11" fmla="*/ 356260 w 934342"/>
                <a:gd name="csY11" fmla="*/ 467612 h 645742"/>
                <a:gd name="csX12" fmla="*/ 463138 w 934342"/>
                <a:gd name="csY12" fmla="*/ 491363 h 645742"/>
                <a:gd name="csX13" fmla="*/ 469075 w 934342"/>
                <a:gd name="csY13" fmla="*/ 63851 h 645742"/>
                <a:gd name="csX14" fmla="*/ 504701 w 934342"/>
                <a:gd name="csY14" fmla="*/ 22287 h 645742"/>
                <a:gd name="csX15" fmla="*/ 552203 w 934342"/>
                <a:gd name="csY15" fmla="*/ 81664 h 645742"/>
                <a:gd name="csX16" fmla="*/ 581891 w 934342"/>
                <a:gd name="csY16" fmla="*/ 503238 h 645742"/>
                <a:gd name="csX17" fmla="*/ 665018 w 934342"/>
                <a:gd name="csY17" fmla="*/ 437924 h 645742"/>
                <a:gd name="csX18" fmla="*/ 665018 w 934342"/>
                <a:gd name="csY18" fmla="*/ 75726 h 645742"/>
                <a:gd name="csX19" fmla="*/ 742208 w 934342"/>
                <a:gd name="csY19" fmla="*/ 46038 h 645742"/>
                <a:gd name="csX20" fmla="*/ 748145 w 934342"/>
                <a:gd name="csY20" fmla="*/ 265732 h 645742"/>
                <a:gd name="csX21" fmla="*/ 765958 w 934342"/>
                <a:gd name="csY21" fmla="*/ 479487 h 645742"/>
                <a:gd name="csX22" fmla="*/ 843148 w 934342"/>
                <a:gd name="csY22" fmla="*/ 473550 h 645742"/>
                <a:gd name="csX23" fmla="*/ 866899 w 934342"/>
                <a:gd name="csY23" fmla="*/ 69789 h 645742"/>
                <a:gd name="csX24" fmla="*/ 926275 w 934342"/>
                <a:gd name="csY24" fmla="*/ 75726 h 645742"/>
                <a:gd name="csX25" fmla="*/ 932213 w 934342"/>
                <a:gd name="csY25" fmla="*/ 645742 h 645742"/>
                <a:gd name="csX0" fmla="*/ 0 w 903080"/>
                <a:gd name="csY0" fmla="*/ 575302 h 645742"/>
                <a:gd name="csX1" fmla="*/ 45928 w 903080"/>
                <a:gd name="csY1" fmla="*/ 402298 h 645742"/>
                <a:gd name="csX2" fmla="*/ 63741 w 903080"/>
                <a:gd name="csY2" fmla="*/ 40100 h 645742"/>
                <a:gd name="csX3" fmla="*/ 87491 w 903080"/>
                <a:gd name="csY3" fmla="*/ 10412 h 645742"/>
                <a:gd name="csX4" fmla="*/ 129055 w 903080"/>
                <a:gd name="csY4" fmla="*/ 51976 h 645742"/>
                <a:gd name="csX5" fmla="*/ 129055 w 903080"/>
                <a:gd name="csY5" fmla="*/ 437924 h 645742"/>
                <a:gd name="csX6" fmla="*/ 188431 w 903080"/>
                <a:gd name="csY6" fmla="*/ 509176 h 645742"/>
                <a:gd name="csX7" fmla="*/ 241870 w 903080"/>
                <a:gd name="csY7" fmla="*/ 426049 h 645742"/>
                <a:gd name="csX8" fmla="*/ 241870 w 903080"/>
                <a:gd name="csY8" fmla="*/ 57913 h 645742"/>
                <a:gd name="csX9" fmla="*/ 295309 w 903080"/>
                <a:gd name="csY9" fmla="*/ 16350 h 645742"/>
                <a:gd name="csX10" fmla="*/ 324998 w 903080"/>
                <a:gd name="csY10" fmla="*/ 93539 h 645742"/>
                <a:gd name="csX11" fmla="*/ 324998 w 903080"/>
                <a:gd name="csY11" fmla="*/ 467612 h 645742"/>
                <a:gd name="csX12" fmla="*/ 431876 w 903080"/>
                <a:gd name="csY12" fmla="*/ 491363 h 645742"/>
                <a:gd name="csX13" fmla="*/ 437813 w 903080"/>
                <a:gd name="csY13" fmla="*/ 63851 h 645742"/>
                <a:gd name="csX14" fmla="*/ 473439 w 903080"/>
                <a:gd name="csY14" fmla="*/ 22287 h 645742"/>
                <a:gd name="csX15" fmla="*/ 520941 w 903080"/>
                <a:gd name="csY15" fmla="*/ 81664 h 645742"/>
                <a:gd name="csX16" fmla="*/ 550629 w 903080"/>
                <a:gd name="csY16" fmla="*/ 503238 h 645742"/>
                <a:gd name="csX17" fmla="*/ 633756 w 903080"/>
                <a:gd name="csY17" fmla="*/ 437924 h 645742"/>
                <a:gd name="csX18" fmla="*/ 633756 w 903080"/>
                <a:gd name="csY18" fmla="*/ 75726 h 645742"/>
                <a:gd name="csX19" fmla="*/ 710946 w 903080"/>
                <a:gd name="csY19" fmla="*/ 46038 h 645742"/>
                <a:gd name="csX20" fmla="*/ 716883 w 903080"/>
                <a:gd name="csY20" fmla="*/ 265732 h 645742"/>
                <a:gd name="csX21" fmla="*/ 734696 w 903080"/>
                <a:gd name="csY21" fmla="*/ 479487 h 645742"/>
                <a:gd name="csX22" fmla="*/ 811886 w 903080"/>
                <a:gd name="csY22" fmla="*/ 473550 h 645742"/>
                <a:gd name="csX23" fmla="*/ 835637 w 903080"/>
                <a:gd name="csY23" fmla="*/ 69789 h 645742"/>
                <a:gd name="csX24" fmla="*/ 895013 w 903080"/>
                <a:gd name="csY24" fmla="*/ 75726 h 645742"/>
                <a:gd name="csX25" fmla="*/ 900951 w 903080"/>
                <a:gd name="csY25" fmla="*/ 645742 h 645742"/>
                <a:gd name="csX0" fmla="*/ 0 w 902297"/>
                <a:gd name="csY0" fmla="*/ 575302 h 646159"/>
                <a:gd name="csX1" fmla="*/ 45928 w 902297"/>
                <a:gd name="csY1" fmla="*/ 402298 h 646159"/>
                <a:gd name="csX2" fmla="*/ 63741 w 902297"/>
                <a:gd name="csY2" fmla="*/ 40100 h 646159"/>
                <a:gd name="csX3" fmla="*/ 87491 w 902297"/>
                <a:gd name="csY3" fmla="*/ 10412 h 646159"/>
                <a:gd name="csX4" fmla="*/ 129055 w 902297"/>
                <a:gd name="csY4" fmla="*/ 51976 h 646159"/>
                <a:gd name="csX5" fmla="*/ 129055 w 902297"/>
                <a:gd name="csY5" fmla="*/ 437924 h 646159"/>
                <a:gd name="csX6" fmla="*/ 188431 w 902297"/>
                <a:gd name="csY6" fmla="*/ 509176 h 646159"/>
                <a:gd name="csX7" fmla="*/ 241870 w 902297"/>
                <a:gd name="csY7" fmla="*/ 426049 h 646159"/>
                <a:gd name="csX8" fmla="*/ 241870 w 902297"/>
                <a:gd name="csY8" fmla="*/ 57913 h 646159"/>
                <a:gd name="csX9" fmla="*/ 295309 w 902297"/>
                <a:gd name="csY9" fmla="*/ 16350 h 646159"/>
                <a:gd name="csX10" fmla="*/ 324998 w 902297"/>
                <a:gd name="csY10" fmla="*/ 93539 h 646159"/>
                <a:gd name="csX11" fmla="*/ 324998 w 902297"/>
                <a:gd name="csY11" fmla="*/ 467612 h 646159"/>
                <a:gd name="csX12" fmla="*/ 431876 w 902297"/>
                <a:gd name="csY12" fmla="*/ 491363 h 646159"/>
                <a:gd name="csX13" fmla="*/ 437813 w 902297"/>
                <a:gd name="csY13" fmla="*/ 63851 h 646159"/>
                <a:gd name="csX14" fmla="*/ 473439 w 902297"/>
                <a:gd name="csY14" fmla="*/ 22287 h 646159"/>
                <a:gd name="csX15" fmla="*/ 520941 w 902297"/>
                <a:gd name="csY15" fmla="*/ 81664 h 646159"/>
                <a:gd name="csX16" fmla="*/ 550629 w 902297"/>
                <a:gd name="csY16" fmla="*/ 503238 h 646159"/>
                <a:gd name="csX17" fmla="*/ 633756 w 902297"/>
                <a:gd name="csY17" fmla="*/ 437924 h 646159"/>
                <a:gd name="csX18" fmla="*/ 633756 w 902297"/>
                <a:gd name="csY18" fmla="*/ 75726 h 646159"/>
                <a:gd name="csX19" fmla="*/ 710946 w 902297"/>
                <a:gd name="csY19" fmla="*/ 46038 h 646159"/>
                <a:gd name="csX20" fmla="*/ 716883 w 902297"/>
                <a:gd name="csY20" fmla="*/ 265732 h 646159"/>
                <a:gd name="csX21" fmla="*/ 734696 w 902297"/>
                <a:gd name="csY21" fmla="*/ 479487 h 646159"/>
                <a:gd name="csX22" fmla="*/ 811886 w 902297"/>
                <a:gd name="csY22" fmla="*/ 473550 h 646159"/>
                <a:gd name="csX23" fmla="*/ 835637 w 902297"/>
                <a:gd name="csY23" fmla="*/ 69789 h 646159"/>
                <a:gd name="csX24" fmla="*/ 895013 w 902297"/>
                <a:gd name="csY24" fmla="*/ 75726 h 646159"/>
                <a:gd name="csX25" fmla="*/ 901964 w 902297"/>
                <a:gd name="csY25" fmla="*/ 582104 h 646159"/>
                <a:gd name="csX26" fmla="*/ 900951 w 902297"/>
                <a:gd name="csY26" fmla="*/ 645742 h 646159"/>
                <a:gd name="csX0" fmla="*/ 0 w 902297"/>
                <a:gd name="csY0" fmla="*/ 575302 h 637726"/>
                <a:gd name="csX1" fmla="*/ 45928 w 902297"/>
                <a:gd name="csY1" fmla="*/ 402298 h 637726"/>
                <a:gd name="csX2" fmla="*/ 63741 w 902297"/>
                <a:gd name="csY2" fmla="*/ 40100 h 637726"/>
                <a:gd name="csX3" fmla="*/ 87491 w 902297"/>
                <a:gd name="csY3" fmla="*/ 10412 h 637726"/>
                <a:gd name="csX4" fmla="*/ 129055 w 902297"/>
                <a:gd name="csY4" fmla="*/ 51976 h 637726"/>
                <a:gd name="csX5" fmla="*/ 129055 w 902297"/>
                <a:gd name="csY5" fmla="*/ 437924 h 637726"/>
                <a:gd name="csX6" fmla="*/ 188431 w 902297"/>
                <a:gd name="csY6" fmla="*/ 509176 h 637726"/>
                <a:gd name="csX7" fmla="*/ 241870 w 902297"/>
                <a:gd name="csY7" fmla="*/ 426049 h 637726"/>
                <a:gd name="csX8" fmla="*/ 241870 w 902297"/>
                <a:gd name="csY8" fmla="*/ 57913 h 637726"/>
                <a:gd name="csX9" fmla="*/ 295309 w 902297"/>
                <a:gd name="csY9" fmla="*/ 16350 h 637726"/>
                <a:gd name="csX10" fmla="*/ 324998 w 902297"/>
                <a:gd name="csY10" fmla="*/ 93539 h 637726"/>
                <a:gd name="csX11" fmla="*/ 324998 w 902297"/>
                <a:gd name="csY11" fmla="*/ 467612 h 637726"/>
                <a:gd name="csX12" fmla="*/ 431876 w 902297"/>
                <a:gd name="csY12" fmla="*/ 491363 h 637726"/>
                <a:gd name="csX13" fmla="*/ 437813 w 902297"/>
                <a:gd name="csY13" fmla="*/ 63851 h 637726"/>
                <a:gd name="csX14" fmla="*/ 473439 w 902297"/>
                <a:gd name="csY14" fmla="*/ 22287 h 637726"/>
                <a:gd name="csX15" fmla="*/ 520941 w 902297"/>
                <a:gd name="csY15" fmla="*/ 81664 h 637726"/>
                <a:gd name="csX16" fmla="*/ 550629 w 902297"/>
                <a:gd name="csY16" fmla="*/ 503238 h 637726"/>
                <a:gd name="csX17" fmla="*/ 633756 w 902297"/>
                <a:gd name="csY17" fmla="*/ 437924 h 637726"/>
                <a:gd name="csX18" fmla="*/ 633756 w 902297"/>
                <a:gd name="csY18" fmla="*/ 75726 h 637726"/>
                <a:gd name="csX19" fmla="*/ 710946 w 902297"/>
                <a:gd name="csY19" fmla="*/ 46038 h 637726"/>
                <a:gd name="csX20" fmla="*/ 716883 w 902297"/>
                <a:gd name="csY20" fmla="*/ 265732 h 637726"/>
                <a:gd name="csX21" fmla="*/ 734696 w 902297"/>
                <a:gd name="csY21" fmla="*/ 479487 h 637726"/>
                <a:gd name="csX22" fmla="*/ 811886 w 902297"/>
                <a:gd name="csY22" fmla="*/ 473550 h 637726"/>
                <a:gd name="csX23" fmla="*/ 835637 w 902297"/>
                <a:gd name="csY23" fmla="*/ 69789 h 637726"/>
                <a:gd name="csX24" fmla="*/ 895013 w 902297"/>
                <a:gd name="csY24" fmla="*/ 75726 h 637726"/>
                <a:gd name="csX25" fmla="*/ 901964 w 902297"/>
                <a:gd name="csY25" fmla="*/ 582104 h 637726"/>
                <a:gd name="csX26" fmla="*/ 181 w 902297"/>
                <a:gd name="csY26" fmla="*/ 629833 h 637726"/>
                <a:gd name="csX0" fmla="*/ 0 w 902297"/>
                <a:gd name="csY0" fmla="*/ 575302 h 621152"/>
                <a:gd name="csX1" fmla="*/ 45928 w 902297"/>
                <a:gd name="csY1" fmla="*/ 402298 h 621152"/>
                <a:gd name="csX2" fmla="*/ 63741 w 902297"/>
                <a:gd name="csY2" fmla="*/ 40100 h 621152"/>
                <a:gd name="csX3" fmla="*/ 87491 w 902297"/>
                <a:gd name="csY3" fmla="*/ 10412 h 621152"/>
                <a:gd name="csX4" fmla="*/ 129055 w 902297"/>
                <a:gd name="csY4" fmla="*/ 51976 h 621152"/>
                <a:gd name="csX5" fmla="*/ 129055 w 902297"/>
                <a:gd name="csY5" fmla="*/ 437924 h 621152"/>
                <a:gd name="csX6" fmla="*/ 188431 w 902297"/>
                <a:gd name="csY6" fmla="*/ 509176 h 621152"/>
                <a:gd name="csX7" fmla="*/ 241870 w 902297"/>
                <a:gd name="csY7" fmla="*/ 426049 h 621152"/>
                <a:gd name="csX8" fmla="*/ 241870 w 902297"/>
                <a:gd name="csY8" fmla="*/ 57913 h 621152"/>
                <a:gd name="csX9" fmla="*/ 295309 w 902297"/>
                <a:gd name="csY9" fmla="*/ 16350 h 621152"/>
                <a:gd name="csX10" fmla="*/ 324998 w 902297"/>
                <a:gd name="csY10" fmla="*/ 93539 h 621152"/>
                <a:gd name="csX11" fmla="*/ 324998 w 902297"/>
                <a:gd name="csY11" fmla="*/ 467612 h 621152"/>
                <a:gd name="csX12" fmla="*/ 431876 w 902297"/>
                <a:gd name="csY12" fmla="*/ 491363 h 621152"/>
                <a:gd name="csX13" fmla="*/ 437813 w 902297"/>
                <a:gd name="csY13" fmla="*/ 63851 h 621152"/>
                <a:gd name="csX14" fmla="*/ 473439 w 902297"/>
                <a:gd name="csY14" fmla="*/ 22287 h 621152"/>
                <a:gd name="csX15" fmla="*/ 520941 w 902297"/>
                <a:gd name="csY15" fmla="*/ 81664 h 621152"/>
                <a:gd name="csX16" fmla="*/ 550629 w 902297"/>
                <a:gd name="csY16" fmla="*/ 503238 h 621152"/>
                <a:gd name="csX17" fmla="*/ 633756 w 902297"/>
                <a:gd name="csY17" fmla="*/ 437924 h 621152"/>
                <a:gd name="csX18" fmla="*/ 633756 w 902297"/>
                <a:gd name="csY18" fmla="*/ 75726 h 621152"/>
                <a:gd name="csX19" fmla="*/ 710946 w 902297"/>
                <a:gd name="csY19" fmla="*/ 46038 h 621152"/>
                <a:gd name="csX20" fmla="*/ 716883 w 902297"/>
                <a:gd name="csY20" fmla="*/ 265732 h 621152"/>
                <a:gd name="csX21" fmla="*/ 734696 w 902297"/>
                <a:gd name="csY21" fmla="*/ 479487 h 621152"/>
                <a:gd name="csX22" fmla="*/ 811886 w 902297"/>
                <a:gd name="csY22" fmla="*/ 473550 h 621152"/>
                <a:gd name="csX23" fmla="*/ 835637 w 902297"/>
                <a:gd name="csY23" fmla="*/ 69789 h 621152"/>
                <a:gd name="csX24" fmla="*/ 895013 w 902297"/>
                <a:gd name="csY24" fmla="*/ 75726 h 621152"/>
                <a:gd name="csX25" fmla="*/ 901964 w 902297"/>
                <a:gd name="csY25" fmla="*/ 582104 h 621152"/>
                <a:gd name="csX26" fmla="*/ 181 w 902297"/>
                <a:gd name="csY26" fmla="*/ 578127 h 621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02297" h="621152">
                  <a:moveTo>
                    <a:pt x="0" y="575302"/>
                  </a:moveTo>
                  <a:cubicBezTo>
                    <a:pt x="30678" y="570849"/>
                    <a:pt x="35305" y="491498"/>
                    <a:pt x="45928" y="402298"/>
                  </a:cubicBezTo>
                  <a:cubicBezTo>
                    <a:pt x="56552" y="313098"/>
                    <a:pt x="63741" y="40100"/>
                    <a:pt x="63741" y="40100"/>
                  </a:cubicBezTo>
                  <a:cubicBezTo>
                    <a:pt x="70668" y="-25214"/>
                    <a:pt x="76605" y="8433"/>
                    <a:pt x="87491" y="10412"/>
                  </a:cubicBezTo>
                  <a:cubicBezTo>
                    <a:pt x="98377" y="12391"/>
                    <a:pt x="122128" y="-19276"/>
                    <a:pt x="129055" y="51976"/>
                  </a:cubicBezTo>
                  <a:cubicBezTo>
                    <a:pt x="135982" y="123228"/>
                    <a:pt x="119159" y="361724"/>
                    <a:pt x="129055" y="437924"/>
                  </a:cubicBezTo>
                  <a:cubicBezTo>
                    <a:pt x="138951" y="514124"/>
                    <a:pt x="169629" y="511155"/>
                    <a:pt x="188431" y="509176"/>
                  </a:cubicBezTo>
                  <a:cubicBezTo>
                    <a:pt x="207233" y="507197"/>
                    <a:pt x="232964" y="501260"/>
                    <a:pt x="241870" y="426049"/>
                  </a:cubicBezTo>
                  <a:cubicBezTo>
                    <a:pt x="250777" y="350838"/>
                    <a:pt x="232964" y="126196"/>
                    <a:pt x="241870" y="57913"/>
                  </a:cubicBezTo>
                  <a:cubicBezTo>
                    <a:pt x="250777" y="-10370"/>
                    <a:pt x="281454" y="10412"/>
                    <a:pt x="295309" y="16350"/>
                  </a:cubicBezTo>
                  <a:cubicBezTo>
                    <a:pt x="309164" y="22288"/>
                    <a:pt x="320050" y="18329"/>
                    <a:pt x="324998" y="93539"/>
                  </a:cubicBezTo>
                  <a:cubicBezTo>
                    <a:pt x="329946" y="168749"/>
                    <a:pt x="307185" y="401308"/>
                    <a:pt x="324998" y="467612"/>
                  </a:cubicBezTo>
                  <a:cubicBezTo>
                    <a:pt x="342811" y="533916"/>
                    <a:pt x="413074" y="558657"/>
                    <a:pt x="431876" y="491363"/>
                  </a:cubicBezTo>
                  <a:cubicBezTo>
                    <a:pt x="450679" y="424069"/>
                    <a:pt x="430886" y="142030"/>
                    <a:pt x="437813" y="63851"/>
                  </a:cubicBezTo>
                  <a:cubicBezTo>
                    <a:pt x="444740" y="-14328"/>
                    <a:pt x="459584" y="19318"/>
                    <a:pt x="473439" y="22287"/>
                  </a:cubicBezTo>
                  <a:cubicBezTo>
                    <a:pt x="487294" y="25256"/>
                    <a:pt x="508076" y="1506"/>
                    <a:pt x="520941" y="81664"/>
                  </a:cubicBezTo>
                  <a:cubicBezTo>
                    <a:pt x="533806" y="161822"/>
                    <a:pt x="531827" y="443861"/>
                    <a:pt x="550629" y="503238"/>
                  </a:cubicBezTo>
                  <a:cubicBezTo>
                    <a:pt x="569431" y="562615"/>
                    <a:pt x="619901" y="509176"/>
                    <a:pt x="633756" y="437924"/>
                  </a:cubicBezTo>
                  <a:cubicBezTo>
                    <a:pt x="647611" y="366672"/>
                    <a:pt x="620891" y="141040"/>
                    <a:pt x="633756" y="75726"/>
                  </a:cubicBezTo>
                  <a:cubicBezTo>
                    <a:pt x="646621" y="10412"/>
                    <a:pt x="697092" y="14370"/>
                    <a:pt x="710946" y="46038"/>
                  </a:cubicBezTo>
                  <a:cubicBezTo>
                    <a:pt x="724800" y="77706"/>
                    <a:pt x="712925" y="193491"/>
                    <a:pt x="716883" y="265732"/>
                  </a:cubicBezTo>
                  <a:cubicBezTo>
                    <a:pt x="720841" y="337973"/>
                    <a:pt x="718862" y="444851"/>
                    <a:pt x="734696" y="479487"/>
                  </a:cubicBezTo>
                  <a:cubicBezTo>
                    <a:pt x="750530" y="514123"/>
                    <a:pt x="795063" y="541833"/>
                    <a:pt x="811886" y="473550"/>
                  </a:cubicBezTo>
                  <a:cubicBezTo>
                    <a:pt x="828709" y="405267"/>
                    <a:pt x="821783" y="136093"/>
                    <a:pt x="835637" y="69789"/>
                  </a:cubicBezTo>
                  <a:cubicBezTo>
                    <a:pt x="849491" y="3485"/>
                    <a:pt x="883959" y="-9660"/>
                    <a:pt x="895013" y="75726"/>
                  </a:cubicBezTo>
                  <a:cubicBezTo>
                    <a:pt x="906068" y="161112"/>
                    <a:pt x="900974" y="487101"/>
                    <a:pt x="901964" y="582104"/>
                  </a:cubicBezTo>
                  <a:cubicBezTo>
                    <a:pt x="902954" y="677107"/>
                    <a:pt x="350" y="567521"/>
                    <a:pt x="181" y="578127"/>
                  </a:cubicBezTo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0" name="TextBox 419">
              <a:extLst>
                <a:ext uri="{FF2B5EF4-FFF2-40B4-BE49-F238E27FC236}">
                  <a16:creationId xmlns:a16="http://schemas.microsoft.com/office/drawing/2014/main" id="{CEA62F8D-C46E-4B96-9D89-6C019FFE74A0}"/>
                </a:ext>
              </a:extLst>
            </p:cNvPr>
            <p:cNvSpPr txBox="1"/>
            <p:nvPr/>
          </p:nvSpPr>
          <p:spPr>
            <a:xfrm rot="5400000">
              <a:off x="8624125" y="255719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7F382D60-E7A4-3742-0856-328DEC7074CF}"/>
                </a:ext>
              </a:extLst>
            </p:cNvPr>
            <p:cNvSpPr/>
            <p:nvPr/>
          </p:nvSpPr>
          <p:spPr>
            <a:xfrm rot="5400000">
              <a:off x="8471771" y="3331042"/>
              <a:ext cx="1269581" cy="610268"/>
            </a:xfrm>
            <a:custGeom>
              <a:avLst/>
              <a:gdLst>
                <a:gd name="csX0" fmla="*/ 0 w 934342"/>
                <a:gd name="csY0" fmla="*/ 485425 h 645742"/>
                <a:gd name="csX1" fmla="*/ 77190 w 934342"/>
                <a:gd name="csY1" fmla="*/ 402298 h 645742"/>
                <a:gd name="csX2" fmla="*/ 95003 w 934342"/>
                <a:gd name="csY2" fmla="*/ 40100 h 645742"/>
                <a:gd name="csX3" fmla="*/ 118753 w 934342"/>
                <a:gd name="csY3" fmla="*/ 10412 h 645742"/>
                <a:gd name="csX4" fmla="*/ 160317 w 934342"/>
                <a:gd name="csY4" fmla="*/ 51976 h 645742"/>
                <a:gd name="csX5" fmla="*/ 160317 w 934342"/>
                <a:gd name="csY5" fmla="*/ 437924 h 645742"/>
                <a:gd name="csX6" fmla="*/ 219693 w 934342"/>
                <a:gd name="csY6" fmla="*/ 509176 h 645742"/>
                <a:gd name="csX7" fmla="*/ 273132 w 934342"/>
                <a:gd name="csY7" fmla="*/ 426049 h 645742"/>
                <a:gd name="csX8" fmla="*/ 273132 w 934342"/>
                <a:gd name="csY8" fmla="*/ 57913 h 645742"/>
                <a:gd name="csX9" fmla="*/ 326571 w 934342"/>
                <a:gd name="csY9" fmla="*/ 16350 h 645742"/>
                <a:gd name="csX10" fmla="*/ 356260 w 934342"/>
                <a:gd name="csY10" fmla="*/ 93539 h 645742"/>
                <a:gd name="csX11" fmla="*/ 356260 w 934342"/>
                <a:gd name="csY11" fmla="*/ 467612 h 645742"/>
                <a:gd name="csX12" fmla="*/ 463138 w 934342"/>
                <a:gd name="csY12" fmla="*/ 491363 h 645742"/>
                <a:gd name="csX13" fmla="*/ 469075 w 934342"/>
                <a:gd name="csY13" fmla="*/ 63851 h 645742"/>
                <a:gd name="csX14" fmla="*/ 504701 w 934342"/>
                <a:gd name="csY14" fmla="*/ 22287 h 645742"/>
                <a:gd name="csX15" fmla="*/ 552203 w 934342"/>
                <a:gd name="csY15" fmla="*/ 81664 h 645742"/>
                <a:gd name="csX16" fmla="*/ 581891 w 934342"/>
                <a:gd name="csY16" fmla="*/ 503238 h 645742"/>
                <a:gd name="csX17" fmla="*/ 665018 w 934342"/>
                <a:gd name="csY17" fmla="*/ 437924 h 645742"/>
                <a:gd name="csX18" fmla="*/ 665018 w 934342"/>
                <a:gd name="csY18" fmla="*/ 75726 h 645742"/>
                <a:gd name="csX19" fmla="*/ 742208 w 934342"/>
                <a:gd name="csY19" fmla="*/ 46038 h 645742"/>
                <a:gd name="csX20" fmla="*/ 748145 w 934342"/>
                <a:gd name="csY20" fmla="*/ 265732 h 645742"/>
                <a:gd name="csX21" fmla="*/ 765958 w 934342"/>
                <a:gd name="csY21" fmla="*/ 479487 h 645742"/>
                <a:gd name="csX22" fmla="*/ 843148 w 934342"/>
                <a:gd name="csY22" fmla="*/ 473550 h 645742"/>
                <a:gd name="csX23" fmla="*/ 866899 w 934342"/>
                <a:gd name="csY23" fmla="*/ 69789 h 645742"/>
                <a:gd name="csX24" fmla="*/ 926275 w 934342"/>
                <a:gd name="csY24" fmla="*/ 75726 h 645742"/>
                <a:gd name="csX25" fmla="*/ 932213 w 934342"/>
                <a:gd name="csY25" fmla="*/ 645742 h 645742"/>
                <a:gd name="csX0" fmla="*/ 0 w 903080"/>
                <a:gd name="csY0" fmla="*/ 575302 h 645742"/>
                <a:gd name="csX1" fmla="*/ 45928 w 903080"/>
                <a:gd name="csY1" fmla="*/ 402298 h 645742"/>
                <a:gd name="csX2" fmla="*/ 63741 w 903080"/>
                <a:gd name="csY2" fmla="*/ 40100 h 645742"/>
                <a:gd name="csX3" fmla="*/ 87491 w 903080"/>
                <a:gd name="csY3" fmla="*/ 10412 h 645742"/>
                <a:gd name="csX4" fmla="*/ 129055 w 903080"/>
                <a:gd name="csY4" fmla="*/ 51976 h 645742"/>
                <a:gd name="csX5" fmla="*/ 129055 w 903080"/>
                <a:gd name="csY5" fmla="*/ 437924 h 645742"/>
                <a:gd name="csX6" fmla="*/ 188431 w 903080"/>
                <a:gd name="csY6" fmla="*/ 509176 h 645742"/>
                <a:gd name="csX7" fmla="*/ 241870 w 903080"/>
                <a:gd name="csY7" fmla="*/ 426049 h 645742"/>
                <a:gd name="csX8" fmla="*/ 241870 w 903080"/>
                <a:gd name="csY8" fmla="*/ 57913 h 645742"/>
                <a:gd name="csX9" fmla="*/ 295309 w 903080"/>
                <a:gd name="csY9" fmla="*/ 16350 h 645742"/>
                <a:gd name="csX10" fmla="*/ 324998 w 903080"/>
                <a:gd name="csY10" fmla="*/ 93539 h 645742"/>
                <a:gd name="csX11" fmla="*/ 324998 w 903080"/>
                <a:gd name="csY11" fmla="*/ 467612 h 645742"/>
                <a:gd name="csX12" fmla="*/ 431876 w 903080"/>
                <a:gd name="csY12" fmla="*/ 491363 h 645742"/>
                <a:gd name="csX13" fmla="*/ 437813 w 903080"/>
                <a:gd name="csY13" fmla="*/ 63851 h 645742"/>
                <a:gd name="csX14" fmla="*/ 473439 w 903080"/>
                <a:gd name="csY14" fmla="*/ 22287 h 645742"/>
                <a:gd name="csX15" fmla="*/ 520941 w 903080"/>
                <a:gd name="csY15" fmla="*/ 81664 h 645742"/>
                <a:gd name="csX16" fmla="*/ 550629 w 903080"/>
                <a:gd name="csY16" fmla="*/ 503238 h 645742"/>
                <a:gd name="csX17" fmla="*/ 633756 w 903080"/>
                <a:gd name="csY17" fmla="*/ 437924 h 645742"/>
                <a:gd name="csX18" fmla="*/ 633756 w 903080"/>
                <a:gd name="csY18" fmla="*/ 75726 h 645742"/>
                <a:gd name="csX19" fmla="*/ 710946 w 903080"/>
                <a:gd name="csY19" fmla="*/ 46038 h 645742"/>
                <a:gd name="csX20" fmla="*/ 716883 w 903080"/>
                <a:gd name="csY20" fmla="*/ 265732 h 645742"/>
                <a:gd name="csX21" fmla="*/ 734696 w 903080"/>
                <a:gd name="csY21" fmla="*/ 479487 h 645742"/>
                <a:gd name="csX22" fmla="*/ 811886 w 903080"/>
                <a:gd name="csY22" fmla="*/ 473550 h 645742"/>
                <a:gd name="csX23" fmla="*/ 835637 w 903080"/>
                <a:gd name="csY23" fmla="*/ 69789 h 645742"/>
                <a:gd name="csX24" fmla="*/ 895013 w 903080"/>
                <a:gd name="csY24" fmla="*/ 75726 h 645742"/>
                <a:gd name="csX25" fmla="*/ 900951 w 903080"/>
                <a:gd name="csY25" fmla="*/ 645742 h 645742"/>
                <a:gd name="csX0" fmla="*/ 0 w 902297"/>
                <a:gd name="csY0" fmla="*/ 575302 h 646159"/>
                <a:gd name="csX1" fmla="*/ 45928 w 902297"/>
                <a:gd name="csY1" fmla="*/ 402298 h 646159"/>
                <a:gd name="csX2" fmla="*/ 63741 w 902297"/>
                <a:gd name="csY2" fmla="*/ 40100 h 646159"/>
                <a:gd name="csX3" fmla="*/ 87491 w 902297"/>
                <a:gd name="csY3" fmla="*/ 10412 h 646159"/>
                <a:gd name="csX4" fmla="*/ 129055 w 902297"/>
                <a:gd name="csY4" fmla="*/ 51976 h 646159"/>
                <a:gd name="csX5" fmla="*/ 129055 w 902297"/>
                <a:gd name="csY5" fmla="*/ 437924 h 646159"/>
                <a:gd name="csX6" fmla="*/ 188431 w 902297"/>
                <a:gd name="csY6" fmla="*/ 509176 h 646159"/>
                <a:gd name="csX7" fmla="*/ 241870 w 902297"/>
                <a:gd name="csY7" fmla="*/ 426049 h 646159"/>
                <a:gd name="csX8" fmla="*/ 241870 w 902297"/>
                <a:gd name="csY8" fmla="*/ 57913 h 646159"/>
                <a:gd name="csX9" fmla="*/ 295309 w 902297"/>
                <a:gd name="csY9" fmla="*/ 16350 h 646159"/>
                <a:gd name="csX10" fmla="*/ 324998 w 902297"/>
                <a:gd name="csY10" fmla="*/ 93539 h 646159"/>
                <a:gd name="csX11" fmla="*/ 324998 w 902297"/>
                <a:gd name="csY11" fmla="*/ 467612 h 646159"/>
                <a:gd name="csX12" fmla="*/ 431876 w 902297"/>
                <a:gd name="csY12" fmla="*/ 491363 h 646159"/>
                <a:gd name="csX13" fmla="*/ 437813 w 902297"/>
                <a:gd name="csY13" fmla="*/ 63851 h 646159"/>
                <a:gd name="csX14" fmla="*/ 473439 w 902297"/>
                <a:gd name="csY14" fmla="*/ 22287 h 646159"/>
                <a:gd name="csX15" fmla="*/ 520941 w 902297"/>
                <a:gd name="csY15" fmla="*/ 81664 h 646159"/>
                <a:gd name="csX16" fmla="*/ 550629 w 902297"/>
                <a:gd name="csY16" fmla="*/ 503238 h 646159"/>
                <a:gd name="csX17" fmla="*/ 633756 w 902297"/>
                <a:gd name="csY17" fmla="*/ 437924 h 646159"/>
                <a:gd name="csX18" fmla="*/ 633756 w 902297"/>
                <a:gd name="csY18" fmla="*/ 75726 h 646159"/>
                <a:gd name="csX19" fmla="*/ 710946 w 902297"/>
                <a:gd name="csY19" fmla="*/ 46038 h 646159"/>
                <a:gd name="csX20" fmla="*/ 716883 w 902297"/>
                <a:gd name="csY20" fmla="*/ 265732 h 646159"/>
                <a:gd name="csX21" fmla="*/ 734696 w 902297"/>
                <a:gd name="csY21" fmla="*/ 479487 h 646159"/>
                <a:gd name="csX22" fmla="*/ 811886 w 902297"/>
                <a:gd name="csY22" fmla="*/ 473550 h 646159"/>
                <a:gd name="csX23" fmla="*/ 835637 w 902297"/>
                <a:gd name="csY23" fmla="*/ 69789 h 646159"/>
                <a:gd name="csX24" fmla="*/ 895013 w 902297"/>
                <a:gd name="csY24" fmla="*/ 75726 h 646159"/>
                <a:gd name="csX25" fmla="*/ 901964 w 902297"/>
                <a:gd name="csY25" fmla="*/ 582104 h 646159"/>
                <a:gd name="csX26" fmla="*/ 900951 w 902297"/>
                <a:gd name="csY26" fmla="*/ 645742 h 646159"/>
                <a:gd name="csX0" fmla="*/ 0 w 902297"/>
                <a:gd name="csY0" fmla="*/ 575302 h 637726"/>
                <a:gd name="csX1" fmla="*/ 45928 w 902297"/>
                <a:gd name="csY1" fmla="*/ 402298 h 637726"/>
                <a:gd name="csX2" fmla="*/ 63741 w 902297"/>
                <a:gd name="csY2" fmla="*/ 40100 h 637726"/>
                <a:gd name="csX3" fmla="*/ 87491 w 902297"/>
                <a:gd name="csY3" fmla="*/ 10412 h 637726"/>
                <a:gd name="csX4" fmla="*/ 129055 w 902297"/>
                <a:gd name="csY4" fmla="*/ 51976 h 637726"/>
                <a:gd name="csX5" fmla="*/ 129055 w 902297"/>
                <a:gd name="csY5" fmla="*/ 437924 h 637726"/>
                <a:gd name="csX6" fmla="*/ 188431 w 902297"/>
                <a:gd name="csY6" fmla="*/ 509176 h 637726"/>
                <a:gd name="csX7" fmla="*/ 241870 w 902297"/>
                <a:gd name="csY7" fmla="*/ 426049 h 637726"/>
                <a:gd name="csX8" fmla="*/ 241870 w 902297"/>
                <a:gd name="csY8" fmla="*/ 57913 h 637726"/>
                <a:gd name="csX9" fmla="*/ 295309 w 902297"/>
                <a:gd name="csY9" fmla="*/ 16350 h 637726"/>
                <a:gd name="csX10" fmla="*/ 324998 w 902297"/>
                <a:gd name="csY10" fmla="*/ 93539 h 637726"/>
                <a:gd name="csX11" fmla="*/ 324998 w 902297"/>
                <a:gd name="csY11" fmla="*/ 467612 h 637726"/>
                <a:gd name="csX12" fmla="*/ 431876 w 902297"/>
                <a:gd name="csY12" fmla="*/ 491363 h 637726"/>
                <a:gd name="csX13" fmla="*/ 437813 w 902297"/>
                <a:gd name="csY13" fmla="*/ 63851 h 637726"/>
                <a:gd name="csX14" fmla="*/ 473439 w 902297"/>
                <a:gd name="csY14" fmla="*/ 22287 h 637726"/>
                <a:gd name="csX15" fmla="*/ 520941 w 902297"/>
                <a:gd name="csY15" fmla="*/ 81664 h 637726"/>
                <a:gd name="csX16" fmla="*/ 550629 w 902297"/>
                <a:gd name="csY16" fmla="*/ 503238 h 637726"/>
                <a:gd name="csX17" fmla="*/ 633756 w 902297"/>
                <a:gd name="csY17" fmla="*/ 437924 h 637726"/>
                <a:gd name="csX18" fmla="*/ 633756 w 902297"/>
                <a:gd name="csY18" fmla="*/ 75726 h 637726"/>
                <a:gd name="csX19" fmla="*/ 710946 w 902297"/>
                <a:gd name="csY19" fmla="*/ 46038 h 637726"/>
                <a:gd name="csX20" fmla="*/ 716883 w 902297"/>
                <a:gd name="csY20" fmla="*/ 265732 h 637726"/>
                <a:gd name="csX21" fmla="*/ 734696 w 902297"/>
                <a:gd name="csY21" fmla="*/ 479487 h 637726"/>
                <a:gd name="csX22" fmla="*/ 811886 w 902297"/>
                <a:gd name="csY22" fmla="*/ 473550 h 637726"/>
                <a:gd name="csX23" fmla="*/ 835637 w 902297"/>
                <a:gd name="csY23" fmla="*/ 69789 h 637726"/>
                <a:gd name="csX24" fmla="*/ 895013 w 902297"/>
                <a:gd name="csY24" fmla="*/ 75726 h 637726"/>
                <a:gd name="csX25" fmla="*/ 901964 w 902297"/>
                <a:gd name="csY25" fmla="*/ 582104 h 637726"/>
                <a:gd name="csX26" fmla="*/ 181 w 902297"/>
                <a:gd name="csY26" fmla="*/ 629833 h 637726"/>
                <a:gd name="csX0" fmla="*/ 0 w 902297"/>
                <a:gd name="csY0" fmla="*/ 575302 h 621152"/>
                <a:gd name="csX1" fmla="*/ 45928 w 902297"/>
                <a:gd name="csY1" fmla="*/ 402298 h 621152"/>
                <a:gd name="csX2" fmla="*/ 63741 w 902297"/>
                <a:gd name="csY2" fmla="*/ 40100 h 621152"/>
                <a:gd name="csX3" fmla="*/ 87491 w 902297"/>
                <a:gd name="csY3" fmla="*/ 10412 h 621152"/>
                <a:gd name="csX4" fmla="*/ 129055 w 902297"/>
                <a:gd name="csY4" fmla="*/ 51976 h 621152"/>
                <a:gd name="csX5" fmla="*/ 129055 w 902297"/>
                <a:gd name="csY5" fmla="*/ 437924 h 621152"/>
                <a:gd name="csX6" fmla="*/ 188431 w 902297"/>
                <a:gd name="csY6" fmla="*/ 509176 h 621152"/>
                <a:gd name="csX7" fmla="*/ 241870 w 902297"/>
                <a:gd name="csY7" fmla="*/ 426049 h 621152"/>
                <a:gd name="csX8" fmla="*/ 241870 w 902297"/>
                <a:gd name="csY8" fmla="*/ 57913 h 621152"/>
                <a:gd name="csX9" fmla="*/ 295309 w 902297"/>
                <a:gd name="csY9" fmla="*/ 16350 h 621152"/>
                <a:gd name="csX10" fmla="*/ 324998 w 902297"/>
                <a:gd name="csY10" fmla="*/ 93539 h 621152"/>
                <a:gd name="csX11" fmla="*/ 324998 w 902297"/>
                <a:gd name="csY11" fmla="*/ 467612 h 621152"/>
                <a:gd name="csX12" fmla="*/ 431876 w 902297"/>
                <a:gd name="csY12" fmla="*/ 491363 h 621152"/>
                <a:gd name="csX13" fmla="*/ 437813 w 902297"/>
                <a:gd name="csY13" fmla="*/ 63851 h 621152"/>
                <a:gd name="csX14" fmla="*/ 473439 w 902297"/>
                <a:gd name="csY14" fmla="*/ 22287 h 621152"/>
                <a:gd name="csX15" fmla="*/ 520941 w 902297"/>
                <a:gd name="csY15" fmla="*/ 81664 h 621152"/>
                <a:gd name="csX16" fmla="*/ 550629 w 902297"/>
                <a:gd name="csY16" fmla="*/ 503238 h 621152"/>
                <a:gd name="csX17" fmla="*/ 633756 w 902297"/>
                <a:gd name="csY17" fmla="*/ 437924 h 621152"/>
                <a:gd name="csX18" fmla="*/ 633756 w 902297"/>
                <a:gd name="csY18" fmla="*/ 75726 h 621152"/>
                <a:gd name="csX19" fmla="*/ 710946 w 902297"/>
                <a:gd name="csY19" fmla="*/ 46038 h 621152"/>
                <a:gd name="csX20" fmla="*/ 716883 w 902297"/>
                <a:gd name="csY20" fmla="*/ 265732 h 621152"/>
                <a:gd name="csX21" fmla="*/ 734696 w 902297"/>
                <a:gd name="csY21" fmla="*/ 479487 h 621152"/>
                <a:gd name="csX22" fmla="*/ 811886 w 902297"/>
                <a:gd name="csY22" fmla="*/ 473550 h 621152"/>
                <a:gd name="csX23" fmla="*/ 835637 w 902297"/>
                <a:gd name="csY23" fmla="*/ 69789 h 621152"/>
                <a:gd name="csX24" fmla="*/ 895013 w 902297"/>
                <a:gd name="csY24" fmla="*/ 75726 h 621152"/>
                <a:gd name="csX25" fmla="*/ 901964 w 902297"/>
                <a:gd name="csY25" fmla="*/ 582104 h 621152"/>
                <a:gd name="csX26" fmla="*/ 181 w 902297"/>
                <a:gd name="csY26" fmla="*/ 578127 h 621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02297" h="621152">
                  <a:moveTo>
                    <a:pt x="0" y="575302"/>
                  </a:moveTo>
                  <a:cubicBezTo>
                    <a:pt x="30678" y="570849"/>
                    <a:pt x="35305" y="491498"/>
                    <a:pt x="45928" y="402298"/>
                  </a:cubicBezTo>
                  <a:cubicBezTo>
                    <a:pt x="56552" y="313098"/>
                    <a:pt x="63741" y="40100"/>
                    <a:pt x="63741" y="40100"/>
                  </a:cubicBezTo>
                  <a:cubicBezTo>
                    <a:pt x="70668" y="-25214"/>
                    <a:pt x="76605" y="8433"/>
                    <a:pt x="87491" y="10412"/>
                  </a:cubicBezTo>
                  <a:cubicBezTo>
                    <a:pt x="98377" y="12391"/>
                    <a:pt x="122128" y="-19276"/>
                    <a:pt x="129055" y="51976"/>
                  </a:cubicBezTo>
                  <a:cubicBezTo>
                    <a:pt x="135982" y="123228"/>
                    <a:pt x="119159" y="361724"/>
                    <a:pt x="129055" y="437924"/>
                  </a:cubicBezTo>
                  <a:cubicBezTo>
                    <a:pt x="138951" y="514124"/>
                    <a:pt x="169629" y="511155"/>
                    <a:pt x="188431" y="509176"/>
                  </a:cubicBezTo>
                  <a:cubicBezTo>
                    <a:pt x="207233" y="507197"/>
                    <a:pt x="232964" y="501260"/>
                    <a:pt x="241870" y="426049"/>
                  </a:cubicBezTo>
                  <a:cubicBezTo>
                    <a:pt x="250777" y="350838"/>
                    <a:pt x="232964" y="126196"/>
                    <a:pt x="241870" y="57913"/>
                  </a:cubicBezTo>
                  <a:cubicBezTo>
                    <a:pt x="250777" y="-10370"/>
                    <a:pt x="281454" y="10412"/>
                    <a:pt x="295309" y="16350"/>
                  </a:cubicBezTo>
                  <a:cubicBezTo>
                    <a:pt x="309164" y="22288"/>
                    <a:pt x="320050" y="18329"/>
                    <a:pt x="324998" y="93539"/>
                  </a:cubicBezTo>
                  <a:cubicBezTo>
                    <a:pt x="329946" y="168749"/>
                    <a:pt x="307185" y="401308"/>
                    <a:pt x="324998" y="467612"/>
                  </a:cubicBezTo>
                  <a:cubicBezTo>
                    <a:pt x="342811" y="533916"/>
                    <a:pt x="413074" y="558657"/>
                    <a:pt x="431876" y="491363"/>
                  </a:cubicBezTo>
                  <a:cubicBezTo>
                    <a:pt x="450679" y="424069"/>
                    <a:pt x="430886" y="142030"/>
                    <a:pt x="437813" y="63851"/>
                  </a:cubicBezTo>
                  <a:cubicBezTo>
                    <a:pt x="444740" y="-14328"/>
                    <a:pt x="459584" y="19318"/>
                    <a:pt x="473439" y="22287"/>
                  </a:cubicBezTo>
                  <a:cubicBezTo>
                    <a:pt x="487294" y="25256"/>
                    <a:pt x="508076" y="1506"/>
                    <a:pt x="520941" y="81664"/>
                  </a:cubicBezTo>
                  <a:cubicBezTo>
                    <a:pt x="533806" y="161822"/>
                    <a:pt x="531827" y="443861"/>
                    <a:pt x="550629" y="503238"/>
                  </a:cubicBezTo>
                  <a:cubicBezTo>
                    <a:pt x="569431" y="562615"/>
                    <a:pt x="619901" y="509176"/>
                    <a:pt x="633756" y="437924"/>
                  </a:cubicBezTo>
                  <a:cubicBezTo>
                    <a:pt x="647611" y="366672"/>
                    <a:pt x="620891" y="141040"/>
                    <a:pt x="633756" y="75726"/>
                  </a:cubicBezTo>
                  <a:cubicBezTo>
                    <a:pt x="646621" y="10412"/>
                    <a:pt x="697092" y="14370"/>
                    <a:pt x="710946" y="46038"/>
                  </a:cubicBezTo>
                  <a:cubicBezTo>
                    <a:pt x="724800" y="77706"/>
                    <a:pt x="712925" y="193491"/>
                    <a:pt x="716883" y="265732"/>
                  </a:cubicBezTo>
                  <a:cubicBezTo>
                    <a:pt x="720841" y="337973"/>
                    <a:pt x="718862" y="444851"/>
                    <a:pt x="734696" y="479487"/>
                  </a:cubicBezTo>
                  <a:cubicBezTo>
                    <a:pt x="750530" y="514123"/>
                    <a:pt x="795063" y="541833"/>
                    <a:pt x="811886" y="473550"/>
                  </a:cubicBezTo>
                  <a:cubicBezTo>
                    <a:pt x="828709" y="405267"/>
                    <a:pt x="821783" y="136093"/>
                    <a:pt x="835637" y="69789"/>
                  </a:cubicBezTo>
                  <a:cubicBezTo>
                    <a:pt x="849491" y="3485"/>
                    <a:pt x="883959" y="-9660"/>
                    <a:pt x="895013" y="75726"/>
                  </a:cubicBezTo>
                  <a:cubicBezTo>
                    <a:pt x="906068" y="161112"/>
                    <a:pt x="900974" y="487101"/>
                    <a:pt x="901964" y="582104"/>
                  </a:cubicBezTo>
                  <a:cubicBezTo>
                    <a:pt x="902954" y="677107"/>
                    <a:pt x="350" y="567521"/>
                    <a:pt x="181" y="578127"/>
                  </a:cubicBezTo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4" name="Rounded Rectangle 423">
              <a:extLst>
                <a:ext uri="{FF2B5EF4-FFF2-40B4-BE49-F238E27FC236}">
                  <a16:creationId xmlns:a16="http://schemas.microsoft.com/office/drawing/2014/main" id="{78B75603-32CD-353C-9829-A95460429673}"/>
                </a:ext>
              </a:extLst>
            </p:cNvPr>
            <p:cNvSpPr/>
            <p:nvPr/>
          </p:nvSpPr>
          <p:spPr>
            <a:xfrm rot="5400000">
              <a:off x="8419215" y="2382472"/>
              <a:ext cx="840811" cy="12307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Rounded Rectangle 424">
              <a:extLst>
                <a:ext uri="{FF2B5EF4-FFF2-40B4-BE49-F238E27FC236}">
                  <a16:creationId xmlns:a16="http://schemas.microsoft.com/office/drawing/2014/main" id="{436A191F-D910-0C14-D843-DA3EDE18C1BD}"/>
                </a:ext>
              </a:extLst>
            </p:cNvPr>
            <p:cNvSpPr/>
            <p:nvPr/>
          </p:nvSpPr>
          <p:spPr>
            <a:xfrm rot="5400000">
              <a:off x="8147945" y="3560588"/>
              <a:ext cx="1254360" cy="15223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929E8D23-E15E-6AF6-BD8D-850373218FFC}"/>
                </a:ext>
              </a:extLst>
            </p:cNvPr>
            <p:cNvSpPr/>
            <p:nvPr/>
          </p:nvSpPr>
          <p:spPr>
            <a:xfrm rot="5400000">
              <a:off x="8447255" y="4663528"/>
              <a:ext cx="1160674" cy="610268"/>
            </a:xfrm>
            <a:custGeom>
              <a:avLst/>
              <a:gdLst>
                <a:gd name="csX0" fmla="*/ 0 w 934342"/>
                <a:gd name="csY0" fmla="*/ 485425 h 645742"/>
                <a:gd name="csX1" fmla="*/ 77190 w 934342"/>
                <a:gd name="csY1" fmla="*/ 402298 h 645742"/>
                <a:gd name="csX2" fmla="*/ 95003 w 934342"/>
                <a:gd name="csY2" fmla="*/ 40100 h 645742"/>
                <a:gd name="csX3" fmla="*/ 118753 w 934342"/>
                <a:gd name="csY3" fmla="*/ 10412 h 645742"/>
                <a:gd name="csX4" fmla="*/ 160317 w 934342"/>
                <a:gd name="csY4" fmla="*/ 51976 h 645742"/>
                <a:gd name="csX5" fmla="*/ 160317 w 934342"/>
                <a:gd name="csY5" fmla="*/ 437924 h 645742"/>
                <a:gd name="csX6" fmla="*/ 219693 w 934342"/>
                <a:gd name="csY6" fmla="*/ 509176 h 645742"/>
                <a:gd name="csX7" fmla="*/ 273132 w 934342"/>
                <a:gd name="csY7" fmla="*/ 426049 h 645742"/>
                <a:gd name="csX8" fmla="*/ 273132 w 934342"/>
                <a:gd name="csY8" fmla="*/ 57913 h 645742"/>
                <a:gd name="csX9" fmla="*/ 326571 w 934342"/>
                <a:gd name="csY9" fmla="*/ 16350 h 645742"/>
                <a:gd name="csX10" fmla="*/ 356260 w 934342"/>
                <a:gd name="csY10" fmla="*/ 93539 h 645742"/>
                <a:gd name="csX11" fmla="*/ 356260 w 934342"/>
                <a:gd name="csY11" fmla="*/ 467612 h 645742"/>
                <a:gd name="csX12" fmla="*/ 463138 w 934342"/>
                <a:gd name="csY12" fmla="*/ 491363 h 645742"/>
                <a:gd name="csX13" fmla="*/ 469075 w 934342"/>
                <a:gd name="csY13" fmla="*/ 63851 h 645742"/>
                <a:gd name="csX14" fmla="*/ 504701 w 934342"/>
                <a:gd name="csY14" fmla="*/ 22287 h 645742"/>
                <a:gd name="csX15" fmla="*/ 552203 w 934342"/>
                <a:gd name="csY15" fmla="*/ 81664 h 645742"/>
                <a:gd name="csX16" fmla="*/ 581891 w 934342"/>
                <a:gd name="csY16" fmla="*/ 503238 h 645742"/>
                <a:gd name="csX17" fmla="*/ 665018 w 934342"/>
                <a:gd name="csY17" fmla="*/ 437924 h 645742"/>
                <a:gd name="csX18" fmla="*/ 665018 w 934342"/>
                <a:gd name="csY18" fmla="*/ 75726 h 645742"/>
                <a:gd name="csX19" fmla="*/ 742208 w 934342"/>
                <a:gd name="csY19" fmla="*/ 46038 h 645742"/>
                <a:gd name="csX20" fmla="*/ 748145 w 934342"/>
                <a:gd name="csY20" fmla="*/ 265732 h 645742"/>
                <a:gd name="csX21" fmla="*/ 765958 w 934342"/>
                <a:gd name="csY21" fmla="*/ 479487 h 645742"/>
                <a:gd name="csX22" fmla="*/ 843148 w 934342"/>
                <a:gd name="csY22" fmla="*/ 473550 h 645742"/>
                <a:gd name="csX23" fmla="*/ 866899 w 934342"/>
                <a:gd name="csY23" fmla="*/ 69789 h 645742"/>
                <a:gd name="csX24" fmla="*/ 926275 w 934342"/>
                <a:gd name="csY24" fmla="*/ 75726 h 645742"/>
                <a:gd name="csX25" fmla="*/ 932213 w 934342"/>
                <a:gd name="csY25" fmla="*/ 645742 h 645742"/>
                <a:gd name="csX0" fmla="*/ 0 w 903080"/>
                <a:gd name="csY0" fmla="*/ 575302 h 645742"/>
                <a:gd name="csX1" fmla="*/ 45928 w 903080"/>
                <a:gd name="csY1" fmla="*/ 402298 h 645742"/>
                <a:gd name="csX2" fmla="*/ 63741 w 903080"/>
                <a:gd name="csY2" fmla="*/ 40100 h 645742"/>
                <a:gd name="csX3" fmla="*/ 87491 w 903080"/>
                <a:gd name="csY3" fmla="*/ 10412 h 645742"/>
                <a:gd name="csX4" fmla="*/ 129055 w 903080"/>
                <a:gd name="csY4" fmla="*/ 51976 h 645742"/>
                <a:gd name="csX5" fmla="*/ 129055 w 903080"/>
                <a:gd name="csY5" fmla="*/ 437924 h 645742"/>
                <a:gd name="csX6" fmla="*/ 188431 w 903080"/>
                <a:gd name="csY6" fmla="*/ 509176 h 645742"/>
                <a:gd name="csX7" fmla="*/ 241870 w 903080"/>
                <a:gd name="csY7" fmla="*/ 426049 h 645742"/>
                <a:gd name="csX8" fmla="*/ 241870 w 903080"/>
                <a:gd name="csY8" fmla="*/ 57913 h 645742"/>
                <a:gd name="csX9" fmla="*/ 295309 w 903080"/>
                <a:gd name="csY9" fmla="*/ 16350 h 645742"/>
                <a:gd name="csX10" fmla="*/ 324998 w 903080"/>
                <a:gd name="csY10" fmla="*/ 93539 h 645742"/>
                <a:gd name="csX11" fmla="*/ 324998 w 903080"/>
                <a:gd name="csY11" fmla="*/ 467612 h 645742"/>
                <a:gd name="csX12" fmla="*/ 431876 w 903080"/>
                <a:gd name="csY12" fmla="*/ 491363 h 645742"/>
                <a:gd name="csX13" fmla="*/ 437813 w 903080"/>
                <a:gd name="csY13" fmla="*/ 63851 h 645742"/>
                <a:gd name="csX14" fmla="*/ 473439 w 903080"/>
                <a:gd name="csY14" fmla="*/ 22287 h 645742"/>
                <a:gd name="csX15" fmla="*/ 520941 w 903080"/>
                <a:gd name="csY15" fmla="*/ 81664 h 645742"/>
                <a:gd name="csX16" fmla="*/ 550629 w 903080"/>
                <a:gd name="csY16" fmla="*/ 503238 h 645742"/>
                <a:gd name="csX17" fmla="*/ 633756 w 903080"/>
                <a:gd name="csY17" fmla="*/ 437924 h 645742"/>
                <a:gd name="csX18" fmla="*/ 633756 w 903080"/>
                <a:gd name="csY18" fmla="*/ 75726 h 645742"/>
                <a:gd name="csX19" fmla="*/ 710946 w 903080"/>
                <a:gd name="csY19" fmla="*/ 46038 h 645742"/>
                <a:gd name="csX20" fmla="*/ 716883 w 903080"/>
                <a:gd name="csY20" fmla="*/ 265732 h 645742"/>
                <a:gd name="csX21" fmla="*/ 734696 w 903080"/>
                <a:gd name="csY21" fmla="*/ 479487 h 645742"/>
                <a:gd name="csX22" fmla="*/ 811886 w 903080"/>
                <a:gd name="csY22" fmla="*/ 473550 h 645742"/>
                <a:gd name="csX23" fmla="*/ 835637 w 903080"/>
                <a:gd name="csY23" fmla="*/ 69789 h 645742"/>
                <a:gd name="csX24" fmla="*/ 895013 w 903080"/>
                <a:gd name="csY24" fmla="*/ 75726 h 645742"/>
                <a:gd name="csX25" fmla="*/ 900951 w 903080"/>
                <a:gd name="csY25" fmla="*/ 645742 h 645742"/>
                <a:gd name="csX0" fmla="*/ 0 w 902297"/>
                <a:gd name="csY0" fmla="*/ 575302 h 646159"/>
                <a:gd name="csX1" fmla="*/ 45928 w 902297"/>
                <a:gd name="csY1" fmla="*/ 402298 h 646159"/>
                <a:gd name="csX2" fmla="*/ 63741 w 902297"/>
                <a:gd name="csY2" fmla="*/ 40100 h 646159"/>
                <a:gd name="csX3" fmla="*/ 87491 w 902297"/>
                <a:gd name="csY3" fmla="*/ 10412 h 646159"/>
                <a:gd name="csX4" fmla="*/ 129055 w 902297"/>
                <a:gd name="csY4" fmla="*/ 51976 h 646159"/>
                <a:gd name="csX5" fmla="*/ 129055 w 902297"/>
                <a:gd name="csY5" fmla="*/ 437924 h 646159"/>
                <a:gd name="csX6" fmla="*/ 188431 w 902297"/>
                <a:gd name="csY6" fmla="*/ 509176 h 646159"/>
                <a:gd name="csX7" fmla="*/ 241870 w 902297"/>
                <a:gd name="csY7" fmla="*/ 426049 h 646159"/>
                <a:gd name="csX8" fmla="*/ 241870 w 902297"/>
                <a:gd name="csY8" fmla="*/ 57913 h 646159"/>
                <a:gd name="csX9" fmla="*/ 295309 w 902297"/>
                <a:gd name="csY9" fmla="*/ 16350 h 646159"/>
                <a:gd name="csX10" fmla="*/ 324998 w 902297"/>
                <a:gd name="csY10" fmla="*/ 93539 h 646159"/>
                <a:gd name="csX11" fmla="*/ 324998 w 902297"/>
                <a:gd name="csY11" fmla="*/ 467612 h 646159"/>
                <a:gd name="csX12" fmla="*/ 431876 w 902297"/>
                <a:gd name="csY12" fmla="*/ 491363 h 646159"/>
                <a:gd name="csX13" fmla="*/ 437813 w 902297"/>
                <a:gd name="csY13" fmla="*/ 63851 h 646159"/>
                <a:gd name="csX14" fmla="*/ 473439 w 902297"/>
                <a:gd name="csY14" fmla="*/ 22287 h 646159"/>
                <a:gd name="csX15" fmla="*/ 520941 w 902297"/>
                <a:gd name="csY15" fmla="*/ 81664 h 646159"/>
                <a:gd name="csX16" fmla="*/ 550629 w 902297"/>
                <a:gd name="csY16" fmla="*/ 503238 h 646159"/>
                <a:gd name="csX17" fmla="*/ 633756 w 902297"/>
                <a:gd name="csY17" fmla="*/ 437924 h 646159"/>
                <a:gd name="csX18" fmla="*/ 633756 w 902297"/>
                <a:gd name="csY18" fmla="*/ 75726 h 646159"/>
                <a:gd name="csX19" fmla="*/ 710946 w 902297"/>
                <a:gd name="csY19" fmla="*/ 46038 h 646159"/>
                <a:gd name="csX20" fmla="*/ 716883 w 902297"/>
                <a:gd name="csY20" fmla="*/ 265732 h 646159"/>
                <a:gd name="csX21" fmla="*/ 734696 w 902297"/>
                <a:gd name="csY21" fmla="*/ 479487 h 646159"/>
                <a:gd name="csX22" fmla="*/ 811886 w 902297"/>
                <a:gd name="csY22" fmla="*/ 473550 h 646159"/>
                <a:gd name="csX23" fmla="*/ 835637 w 902297"/>
                <a:gd name="csY23" fmla="*/ 69789 h 646159"/>
                <a:gd name="csX24" fmla="*/ 895013 w 902297"/>
                <a:gd name="csY24" fmla="*/ 75726 h 646159"/>
                <a:gd name="csX25" fmla="*/ 901964 w 902297"/>
                <a:gd name="csY25" fmla="*/ 582104 h 646159"/>
                <a:gd name="csX26" fmla="*/ 900951 w 902297"/>
                <a:gd name="csY26" fmla="*/ 645742 h 646159"/>
                <a:gd name="csX0" fmla="*/ 0 w 902297"/>
                <a:gd name="csY0" fmla="*/ 575302 h 637726"/>
                <a:gd name="csX1" fmla="*/ 45928 w 902297"/>
                <a:gd name="csY1" fmla="*/ 402298 h 637726"/>
                <a:gd name="csX2" fmla="*/ 63741 w 902297"/>
                <a:gd name="csY2" fmla="*/ 40100 h 637726"/>
                <a:gd name="csX3" fmla="*/ 87491 w 902297"/>
                <a:gd name="csY3" fmla="*/ 10412 h 637726"/>
                <a:gd name="csX4" fmla="*/ 129055 w 902297"/>
                <a:gd name="csY4" fmla="*/ 51976 h 637726"/>
                <a:gd name="csX5" fmla="*/ 129055 w 902297"/>
                <a:gd name="csY5" fmla="*/ 437924 h 637726"/>
                <a:gd name="csX6" fmla="*/ 188431 w 902297"/>
                <a:gd name="csY6" fmla="*/ 509176 h 637726"/>
                <a:gd name="csX7" fmla="*/ 241870 w 902297"/>
                <a:gd name="csY7" fmla="*/ 426049 h 637726"/>
                <a:gd name="csX8" fmla="*/ 241870 w 902297"/>
                <a:gd name="csY8" fmla="*/ 57913 h 637726"/>
                <a:gd name="csX9" fmla="*/ 295309 w 902297"/>
                <a:gd name="csY9" fmla="*/ 16350 h 637726"/>
                <a:gd name="csX10" fmla="*/ 324998 w 902297"/>
                <a:gd name="csY10" fmla="*/ 93539 h 637726"/>
                <a:gd name="csX11" fmla="*/ 324998 w 902297"/>
                <a:gd name="csY11" fmla="*/ 467612 h 637726"/>
                <a:gd name="csX12" fmla="*/ 431876 w 902297"/>
                <a:gd name="csY12" fmla="*/ 491363 h 637726"/>
                <a:gd name="csX13" fmla="*/ 437813 w 902297"/>
                <a:gd name="csY13" fmla="*/ 63851 h 637726"/>
                <a:gd name="csX14" fmla="*/ 473439 w 902297"/>
                <a:gd name="csY14" fmla="*/ 22287 h 637726"/>
                <a:gd name="csX15" fmla="*/ 520941 w 902297"/>
                <a:gd name="csY15" fmla="*/ 81664 h 637726"/>
                <a:gd name="csX16" fmla="*/ 550629 w 902297"/>
                <a:gd name="csY16" fmla="*/ 503238 h 637726"/>
                <a:gd name="csX17" fmla="*/ 633756 w 902297"/>
                <a:gd name="csY17" fmla="*/ 437924 h 637726"/>
                <a:gd name="csX18" fmla="*/ 633756 w 902297"/>
                <a:gd name="csY18" fmla="*/ 75726 h 637726"/>
                <a:gd name="csX19" fmla="*/ 710946 w 902297"/>
                <a:gd name="csY19" fmla="*/ 46038 h 637726"/>
                <a:gd name="csX20" fmla="*/ 716883 w 902297"/>
                <a:gd name="csY20" fmla="*/ 265732 h 637726"/>
                <a:gd name="csX21" fmla="*/ 734696 w 902297"/>
                <a:gd name="csY21" fmla="*/ 479487 h 637726"/>
                <a:gd name="csX22" fmla="*/ 811886 w 902297"/>
                <a:gd name="csY22" fmla="*/ 473550 h 637726"/>
                <a:gd name="csX23" fmla="*/ 835637 w 902297"/>
                <a:gd name="csY23" fmla="*/ 69789 h 637726"/>
                <a:gd name="csX24" fmla="*/ 895013 w 902297"/>
                <a:gd name="csY24" fmla="*/ 75726 h 637726"/>
                <a:gd name="csX25" fmla="*/ 901964 w 902297"/>
                <a:gd name="csY25" fmla="*/ 582104 h 637726"/>
                <a:gd name="csX26" fmla="*/ 181 w 902297"/>
                <a:gd name="csY26" fmla="*/ 629833 h 637726"/>
                <a:gd name="csX0" fmla="*/ 0 w 902297"/>
                <a:gd name="csY0" fmla="*/ 575302 h 621152"/>
                <a:gd name="csX1" fmla="*/ 45928 w 902297"/>
                <a:gd name="csY1" fmla="*/ 402298 h 621152"/>
                <a:gd name="csX2" fmla="*/ 63741 w 902297"/>
                <a:gd name="csY2" fmla="*/ 40100 h 621152"/>
                <a:gd name="csX3" fmla="*/ 87491 w 902297"/>
                <a:gd name="csY3" fmla="*/ 10412 h 621152"/>
                <a:gd name="csX4" fmla="*/ 129055 w 902297"/>
                <a:gd name="csY4" fmla="*/ 51976 h 621152"/>
                <a:gd name="csX5" fmla="*/ 129055 w 902297"/>
                <a:gd name="csY5" fmla="*/ 437924 h 621152"/>
                <a:gd name="csX6" fmla="*/ 188431 w 902297"/>
                <a:gd name="csY6" fmla="*/ 509176 h 621152"/>
                <a:gd name="csX7" fmla="*/ 241870 w 902297"/>
                <a:gd name="csY7" fmla="*/ 426049 h 621152"/>
                <a:gd name="csX8" fmla="*/ 241870 w 902297"/>
                <a:gd name="csY8" fmla="*/ 57913 h 621152"/>
                <a:gd name="csX9" fmla="*/ 295309 w 902297"/>
                <a:gd name="csY9" fmla="*/ 16350 h 621152"/>
                <a:gd name="csX10" fmla="*/ 324998 w 902297"/>
                <a:gd name="csY10" fmla="*/ 93539 h 621152"/>
                <a:gd name="csX11" fmla="*/ 324998 w 902297"/>
                <a:gd name="csY11" fmla="*/ 467612 h 621152"/>
                <a:gd name="csX12" fmla="*/ 431876 w 902297"/>
                <a:gd name="csY12" fmla="*/ 491363 h 621152"/>
                <a:gd name="csX13" fmla="*/ 437813 w 902297"/>
                <a:gd name="csY13" fmla="*/ 63851 h 621152"/>
                <a:gd name="csX14" fmla="*/ 473439 w 902297"/>
                <a:gd name="csY14" fmla="*/ 22287 h 621152"/>
                <a:gd name="csX15" fmla="*/ 520941 w 902297"/>
                <a:gd name="csY15" fmla="*/ 81664 h 621152"/>
                <a:gd name="csX16" fmla="*/ 550629 w 902297"/>
                <a:gd name="csY16" fmla="*/ 503238 h 621152"/>
                <a:gd name="csX17" fmla="*/ 633756 w 902297"/>
                <a:gd name="csY17" fmla="*/ 437924 h 621152"/>
                <a:gd name="csX18" fmla="*/ 633756 w 902297"/>
                <a:gd name="csY18" fmla="*/ 75726 h 621152"/>
                <a:gd name="csX19" fmla="*/ 710946 w 902297"/>
                <a:gd name="csY19" fmla="*/ 46038 h 621152"/>
                <a:gd name="csX20" fmla="*/ 716883 w 902297"/>
                <a:gd name="csY20" fmla="*/ 265732 h 621152"/>
                <a:gd name="csX21" fmla="*/ 734696 w 902297"/>
                <a:gd name="csY21" fmla="*/ 479487 h 621152"/>
                <a:gd name="csX22" fmla="*/ 811886 w 902297"/>
                <a:gd name="csY22" fmla="*/ 473550 h 621152"/>
                <a:gd name="csX23" fmla="*/ 835637 w 902297"/>
                <a:gd name="csY23" fmla="*/ 69789 h 621152"/>
                <a:gd name="csX24" fmla="*/ 895013 w 902297"/>
                <a:gd name="csY24" fmla="*/ 75726 h 621152"/>
                <a:gd name="csX25" fmla="*/ 901964 w 902297"/>
                <a:gd name="csY25" fmla="*/ 582104 h 621152"/>
                <a:gd name="csX26" fmla="*/ 181 w 902297"/>
                <a:gd name="csY26" fmla="*/ 578127 h 621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02297" h="621152">
                  <a:moveTo>
                    <a:pt x="0" y="575302"/>
                  </a:moveTo>
                  <a:cubicBezTo>
                    <a:pt x="30678" y="570849"/>
                    <a:pt x="35305" y="491498"/>
                    <a:pt x="45928" y="402298"/>
                  </a:cubicBezTo>
                  <a:cubicBezTo>
                    <a:pt x="56552" y="313098"/>
                    <a:pt x="63741" y="40100"/>
                    <a:pt x="63741" y="40100"/>
                  </a:cubicBezTo>
                  <a:cubicBezTo>
                    <a:pt x="70668" y="-25214"/>
                    <a:pt x="76605" y="8433"/>
                    <a:pt x="87491" y="10412"/>
                  </a:cubicBezTo>
                  <a:cubicBezTo>
                    <a:pt x="98377" y="12391"/>
                    <a:pt x="122128" y="-19276"/>
                    <a:pt x="129055" y="51976"/>
                  </a:cubicBezTo>
                  <a:cubicBezTo>
                    <a:pt x="135982" y="123228"/>
                    <a:pt x="119159" y="361724"/>
                    <a:pt x="129055" y="437924"/>
                  </a:cubicBezTo>
                  <a:cubicBezTo>
                    <a:pt x="138951" y="514124"/>
                    <a:pt x="169629" y="511155"/>
                    <a:pt x="188431" y="509176"/>
                  </a:cubicBezTo>
                  <a:cubicBezTo>
                    <a:pt x="207233" y="507197"/>
                    <a:pt x="232964" y="501260"/>
                    <a:pt x="241870" y="426049"/>
                  </a:cubicBezTo>
                  <a:cubicBezTo>
                    <a:pt x="250777" y="350838"/>
                    <a:pt x="232964" y="126196"/>
                    <a:pt x="241870" y="57913"/>
                  </a:cubicBezTo>
                  <a:cubicBezTo>
                    <a:pt x="250777" y="-10370"/>
                    <a:pt x="281454" y="10412"/>
                    <a:pt x="295309" y="16350"/>
                  </a:cubicBezTo>
                  <a:cubicBezTo>
                    <a:pt x="309164" y="22288"/>
                    <a:pt x="320050" y="18329"/>
                    <a:pt x="324998" y="93539"/>
                  </a:cubicBezTo>
                  <a:cubicBezTo>
                    <a:pt x="329946" y="168749"/>
                    <a:pt x="307185" y="401308"/>
                    <a:pt x="324998" y="467612"/>
                  </a:cubicBezTo>
                  <a:cubicBezTo>
                    <a:pt x="342811" y="533916"/>
                    <a:pt x="413074" y="558657"/>
                    <a:pt x="431876" y="491363"/>
                  </a:cubicBezTo>
                  <a:cubicBezTo>
                    <a:pt x="450679" y="424069"/>
                    <a:pt x="430886" y="142030"/>
                    <a:pt x="437813" y="63851"/>
                  </a:cubicBezTo>
                  <a:cubicBezTo>
                    <a:pt x="444740" y="-14328"/>
                    <a:pt x="459584" y="19318"/>
                    <a:pt x="473439" y="22287"/>
                  </a:cubicBezTo>
                  <a:cubicBezTo>
                    <a:pt x="487294" y="25256"/>
                    <a:pt x="508076" y="1506"/>
                    <a:pt x="520941" y="81664"/>
                  </a:cubicBezTo>
                  <a:cubicBezTo>
                    <a:pt x="533806" y="161822"/>
                    <a:pt x="531827" y="443861"/>
                    <a:pt x="550629" y="503238"/>
                  </a:cubicBezTo>
                  <a:cubicBezTo>
                    <a:pt x="569431" y="562615"/>
                    <a:pt x="619901" y="509176"/>
                    <a:pt x="633756" y="437924"/>
                  </a:cubicBezTo>
                  <a:cubicBezTo>
                    <a:pt x="647611" y="366672"/>
                    <a:pt x="620891" y="141040"/>
                    <a:pt x="633756" y="75726"/>
                  </a:cubicBezTo>
                  <a:cubicBezTo>
                    <a:pt x="646621" y="10412"/>
                    <a:pt x="697092" y="14370"/>
                    <a:pt x="710946" y="46038"/>
                  </a:cubicBezTo>
                  <a:cubicBezTo>
                    <a:pt x="724800" y="77706"/>
                    <a:pt x="712925" y="193491"/>
                    <a:pt x="716883" y="265732"/>
                  </a:cubicBezTo>
                  <a:cubicBezTo>
                    <a:pt x="720841" y="337973"/>
                    <a:pt x="718862" y="444851"/>
                    <a:pt x="734696" y="479487"/>
                  </a:cubicBezTo>
                  <a:cubicBezTo>
                    <a:pt x="750530" y="514123"/>
                    <a:pt x="795063" y="541833"/>
                    <a:pt x="811886" y="473550"/>
                  </a:cubicBezTo>
                  <a:cubicBezTo>
                    <a:pt x="828709" y="405267"/>
                    <a:pt x="821783" y="136093"/>
                    <a:pt x="835637" y="69789"/>
                  </a:cubicBezTo>
                  <a:cubicBezTo>
                    <a:pt x="849491" y="3485"/>
                    <a:pt x="883959" y="-9660"/>
                    <a:pt x="895013" y="75726"/>
                  </a:cubicBezTo>
                  <a:cubicBezTo>
                    <a:pt x="906068" y="161112"/>
                    <a:pt x="900974" y="487101"/>
                    <a:pt x="901964" y="582104"/>
                  </a:cubicBezTo>
                  <a:cubicBezTo>
                    <a:pt x="902954" y="677107"/>
                    <a:pt x="350" y="567521"/>
                    <a:pt x="181" y="578127"/>
                  </a:cubicBezTo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6" name="Rounded Rectangle 425">
              <a:extLst>
                <a:ext uri="{FF2B5EF4-FFF2-40B4-BE49-F238E27FC236}">
                  <a16:creationId xmlns:a16="http://schemas.microsoft.com/office/drawing/2014/main" id="{8F511547-D327-AC9C-1F1A-65F86983986E}"/>
                </a:ext>
              </a:extLst>
            </p:cNvPr>
            <p:cNvSpPr/>
            <p:nvPr/>
          </p:nvSpPr>
          <p:spPr>
            <a:xfrm rot="5400000">
              <a:off x="8135055" y="4905970"/>
              <a:ext cx="1124440" cy="161618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Oval 429">
              <a:extLst>
                <a:ext uri="{FF2B5EF4-FFF2-40B4-BE49-F238E27FC236}">
                  <a16:creationId xmlns:a16="http://schemas.microsoft.com/office/drawing/2014/main" id="{B6103CFF-73F4-2635-C588-739976871378}"/>
                </a:ext>
              </a:extLst>
            </p:cNvPr>
            <p:cNvSpPr/>
            <p:nvPr/>
          </p:nvSpPr>
          <p:spPr>
            <a:xfrm rot="5400000">
              <a:off x="7982356" y="2925956"/>
              <a:ext cx="327121" cy="565792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1" name="Oval 430">
              <a:extLst>
                <a:ext uri="{FF2B5EF4-FFF2-40B4-BE49-F238E27FC236}">
                  <a16:creationId xmlns:a16="http://schemas.microsoft.com/office/drawing/2014/main" id="{82ADFA86-C21A-9E4F-A2F0-9B8EDFB0F8EB}"/>
                </a:ext>
              </a:extLst>
            </p:cNvPr>
            <p:cNvSpPr/>
            <p:nvPr/>
          </p:nvSpPr>
          <p:spPr>
            <a:xfrm rot="5400000">
              <a:off x="7968555" y="4275031"/>
              <a:ext cx="327121" cy="565792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CD3B0B70-F0BE-F483-5704-5E4EE5734E59}"/>
                </a:ext>
              </a:extLst>
            </p:cNvPr>
            <p:cNvSpPr/>
            <p:nvPr/>
          </p:nvSpPr>
          <p:spPr>
            <a:xfrm rot="5400000">
              <a:off x="7917097" y="1849760"/>
              <a:ext cx="327121" cy="565792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2" name="Group 441">
              <a:extLst>
                <a:ext uri="{FF2B5EF4-FFF2-40B4-BE49-F238E27FC236}">
                  <a16:creationId xmlns:a16="http://schemas.microsoft.com/office/drawing/2014/main" id="{B5C82EAD-CAEF-CE51-252B-15FF3B605C2D}"/>
                </a:ext>
              </a:extLst>
            </p:cNvPr>
            <p:cNvGrpSpPr/>
            <p:nvPr/>
          </p:nvGrpSpPr>
          <p:grpSpPr>
            <a:xfrm rot="5400000">
              <a:off x="7262969" y="1945023"/>
              <a:ext cx="45719" cy="375264"/>
              <a:chOff x="6686062" y="3899868"/>
              <a:chExt cx="74130" cy="410527"/>
            </a:xfrm>
          </p:grpSpPr>
          <p:sp>
            <p:nvSpPr>
              <p:cNvPr id="433" name="Rounded Rectangle 432">
                <a:extLst>
                  <a:ext uri="{FF2B5EF4-FFF2-40B4-BE49-F238E27FC236}">
                    <a16:creationId xmlns:a16="http://schemas.microsoft.com/office/drawing/2014/main" id="{0033673F-D617-B6CC-542C-C44E16ABDBF1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4" name="Rounded Rectangle 433">
                <a:extLst>
                  <a:ext uri="{FF2B5EF4-FFF2-40B4-BE49-F238E27FC236}">
                    <a16:creationId xmlns:a16="http://schemas.microsoft.com/office/drawing/2014/main" id="{DD48D370-FA6F-E990-96E8-1D6DC9F28ADA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Rounded Rectangle 434">
                <a:extLst>
                  <a:ext uri="{FF2B5EF4-FFF2-40B4-BE49-F238E27FC236}">
                    <a16:creationId xmlns:a16="http://schemas.microsoft.com/office/drawing/2014/main" id="{7CEA87A7-088E-C222-0966-E7A9754C88E1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Rounded Rectangle 435">
                <a:extLst>
                  <a:ext uri="{FF2B5EF4-FFF2-40B4-BE49-F238E27FC236}">
                    <a16:creationId xmlns:a16="http://schemas.microsoft.com/office/drawing/2014/main" id="{7814164A-108F-4314-5366-91B8C737D178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Rounded Rectangle 436">
                <a:extLst>
                  <a:ext uri="{FF2B5EF4-FFF2-40B4-BE49-F238E27FC236}">
                    <a16:creationId xmlns:a16="http://schemas.microsoft.com/office/drawing/2014/main" id="{5BD730EA-805A-8443-923E-7A8D7659B35A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1" name="Straight Connector 440">
                <a:extLst>
                  <a:ext uri="{FF2B5EF4-FFF2-40B4-BE49-F238E27FC236}">
                    <a16:creationId xmlns:a16="http://schemas.microsoft.com/office/drawing/2014/main" id="{3D46D83B-FCA3-964A-4647-03627019C2F8}"/>
                  </a:ext>
                </a:extLst>
              </p:cNvPr>
              <p:cNvCxnSpPr>
                <a:cxnSpLocks/>
                <a:stCxn id="433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2" name="Group 451">
              <a:extLst>
                <a:ext uri="{FF2B5EF4-FFF2-40B4-BE49-F238E27FC236}">
                  <a16:creationId xmlns:a16="http://schemas.microsoft.com/office/drawing/2014/main" id="{46745F74-0E54-8D87-0D84-F12D6BCDDF1F}"/>
                </a:ext>
              </a:extLst>
            </p:cNvPr>
            <p:cNvGrpSpPr/>
            <p:nvPr/>
          </p:nvGrpSpPr>
          <p:grpSpPr>
            <a:xfrm rot="5400000">
              <a:off x="7246653" y="2271778"/>
              <a:ext cx="45719" cy="375264"/>
              <a:chOff x="6686062" y="3899868"/>
              <a:chExt cx="74130" cy="410527"/>
            </a:xfrm>
          </p:grpSpPr>
          <p:sp>
            <p:nvSpPr>
              <p:cNvPr id="453" name="Rounded Rectangle 452">
                <a:extLst>
                  <a:ext uri="{FF2B5EF4-FFF2-40B4-BE49-F238E27FC236}">
                    <a16:creationId xmlns:a16="http://schemas.microsoft.com/office/drawing/2014/main" id="{B4E32B6A-BEA4-3711-34D4-EAFC06CE9315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Rounded Rectangle 453">
                <a:extLst>
                  <a:ext uri="{FF2B5EF4-FFF2-40B4-BE49-F238E27FC236}">
                    <a16:creationId xmlns:a16="http://schemas.microsoft.com/office/drawing/2014/main" id="{35E3374D-2D99-DA32-9CFE-09A07A963DDA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5" name="Rounded Rectangle 454">
                <a:extLst>
                  <a:ext uri="{FF2B5EF4-FFF2-40B4-BE49-F238E27FC236}">
                    <a16:creationId xmlns:a16="http://schemas.microsoft.com/office/drawing/2014/main" id="{1C61A03F-AFA2-E879-1835-12FEE200F3FA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Rounded Rectangle 455">
                <a:extLst>
                  <a:ext uri="{FF2B5EF4-FFF2-40B4-BE49-F238E27FC236}">
                    <a16:creationId xmlns:a16="http://schemas.microsoft.com/office/drawing/2014/main" id="{AF3114BF-2E23-506D-B9EF-0D615FD7EB57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Rounded Rectangle 456">
                <a:extLst>
                  <a:ext uri="{FF2B5EF4-FFF2-40B4-BE49-F238E27FC236}">
                    <a16:creationId xmlns:a16="http://schemas.microsoft.com/office/drawing/2014/main" id="{CE41EDD3-651F-4DA1-1A0D-EFF80032CA3E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6EA776DC-76E1-7B9E-6EDC-5DCCDF53E292}"/>
                  </a:ext>
                </a:extLst>
              </p:cNvPr>
              <p:cNvCxnSpPr>
                <a:cxnSpLocks/>
                <a:stCxn id="453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9" name="Group 458">
              <a:extLst>
                <a:ext uri="{FF2B5EF4-FFF2-40B4-BE49-F238E27FC236}">
                  <a16:creationId xmlns:a16="http://schemas.microsoft.com/office/drawing/2014/main" id="{92999A12-1588-F453-98ED-6B86CE6BEB5F}"/>
                </a:ext>
              </a:extLst>
            </p:cNvPr>
            <p:cNvGrpSpPr/>
            <p:nvPr/>
          </p:nvGrpSpPr>
          <p:grpSpPr>
            <a:xfrm rot="5400000">
              <a:off x="7292693" y="2986115"/>
              <a:ext cx="45719" cy="375264"/>
              <a:chOff x="6686062" y="3899868"/>
              <a:chExt cx="74130" cy="410527"/>
            </a:xfrm>
          </p:grpSpPr>
          <p:sp>
            <p:nvSpPr>
              <p:cNvPr id="460" name="Rounded Rectangle 459">
                <a:extLst>
                  <a:ext uri="{FF2B5EF4-FFF2-40B4-BE49-F238E27FC236}">
                    <a16:creationId xmlns:a16="http://schemas.microsoft.com/office/drawing/2014/main" id="{B0EF5D4B-BF7C-975F-F730-33D3AC927926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ounded Rectangle 460">
                <a:extLst>
                  <a:ext uri="{FF2B5EF4-FFF2-40B4-BE49-F238E27FC236}">
                    <a16:creationId xmlns:a16="http://schemas.microsoft.com/office/drawing/2014/main" id="{25078CB3-FBD1-B30A-49D5-AD9DA3F7566C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Rounded Rectangle 461">
                <a:extLst>
                  <a:ext uri="{FF2B5EF4-FFF2-40B4-BE49-F238E27FC236}">
                    <a16:creationId xmlns:a16="http://schemas.microsoft.com/office/drawing/2014/main" id="{B326322B-FB4F-2FD6-ABD4-0D2F377D92DF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ounded Rectangle 462">
                <a:extLst>
                  <a:ext uri="{FF2B5EF4-FFF2-40B4-BE49-F238E27FC236}">
                    <a16:creationId xmlns:a16="http://schemas.microsoft.com/office/drawing/2014/main" id="{0C57577D-69D1-6BA0-3361-EBD3D7AE2B8B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Rounded Rectangle 463">
                <a:extLst>
                  <a:ext uri="{FF2B5EF4-FFF2-40B4-BE49-F238E27FC236}">
                    <a16:creationId xmlns:a16="http://schemas.microsoft.com/office/drawing/2014/main" id="{F2A230BF-AC9B-18AA-849C-F59B1C0EFAA2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65" name="Straight Connector 464">
                <a:extLst>
                  <a:ext uri="{FF2B5EF4-FFF2-40B4-BE49-F238E27FC236}">
                    <a16:creationId xmlns:a16="http://schemas.microsoft.com/office/drawing/2014/main" id="{072C060F-04E7-6276-C31C-9B2E9308CEDF}"/>
                  </a:ext>
                </a:extLst>
              </p:cNvPr>
              <p:cNvCxnSpPr>
                <a:cxnSpLocks/>
                <a:stCxn id="460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6" name="Group 465">
              <a:extLst>
                <a:ext uri="{FF2B5EF4-FFF2-40B4-BE49-F238E27FC236}">
                  <a16:creationId xmlns:a16="http://schemas.microsoft.com/office/drawing/2014/main" id="{3775E42F-F63A-9ACD-1C76-D851CCB591F2}"/>
                </a:ext>
              </a:extLst>
            </p:cNvPr>
            <p:cNvGrpSpPr/>
            <p:nvPr/>
          </p:nvGrpSpPr>
          <p:grpSpPr>
            <a:xfrm rot="5400000">
              <a:off x="7286782" y="3284750"/>
              <a:ext cx="45719" cy="375264"/>
              <a:chOff x="6686062" y="3899868"/>
              <a:chExt cx="74130" cy="410527"/>
            </a:xfrm>
          </p:grpSpPr>
          <p:sp>
            <p:nvSpPr>
              <p:cNvPr id="467" name="Rounded Rectangle 466">
                <a:extLst>
                  <a:ext uri="{FF2B5EF4-FFF2-40B4-BE49-F238E27FC236}">
                    <a16:creationId xmlns:a16="http://schemas.microsoft.com/office/drawing/2014/main" id="{E1230512-5CFD-4885-5AD2-62F8102464D4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ounded Rectangle 467">
                <a:extLst>
                  <a:ext uri="{FF2B5EF4-FFF2-40B4-BE49-F238E27FC236}">
                    <a16:creationId xmlns:a16="http://schemas.microsoft.com/office/drawing/2014/main" id="{D7B9A7DC-9248-AA4C-0B3D-4AA51F15641D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ounded Rectangle 468">
                <a:extLst>
                  <a:ext uri="{FF2B5EF4-FFF2-40B4-BE49-F238E27FC236}">
                    <a16:creationId xmlns:a16="http://schemas.microsoft.com/office/drawing/2014/main" id="{A9BD8A7E-C01C-5963-1B44-0FB8A03BB0A2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ounded Rectangle 469">
                <a:extLst>
                  <a:ext uri="{FF2B5EF4-FFF2-40B4-BE49-F238E27FC236}">
                    <a16:creationId xmlns:a16="http://schemas.microsoft.com/office/drawing/2014/main" id="{FF8FCD62-823D-2568-DADA-833F53379D88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ounded Rectangle 470">
                <a:extLst>
                  <a:ext uri="{FF2B5EF4-FFF2-40B4-BE49-F238E27FC236}">
                    <a16:creationId xmlns:a16="http://schemas.microsoft.com/office/drawing/2014/main" id="{A45F346B-AE4C-991F-7710-F55E6BB1B350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2" name="Straight Connector 471">
                <a:extLst>
                  <a:ext uri="{FF2B5EF4-FFF2-40B4-BE49-F238E27FC236}">
                    <a16:creationId xmlns:a16="http://schemas.microsoft.com/office/drawing/2014/main" id="{B95F6177-FFBB-E432-D1F3-B9CF0C911FC4}"/>
                  </a:ext>
                </a:extLst>
              </p:cNvPr>
              <p:cNvCxnSpPr>
                <a:cxnSpLocks/>
                <a:stCxn id="467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3" name="Group 472">
              <a:extLst>
                <a:ext uri="{FF2B5EF4-FFF2-40B4-BE49-F238E27FC236}">
                  <a16:creationId xmlns:a16="http://schemas.microsoft.com/office/drawing/2014/main" id="{CDCA654A-8EF7-96F1-5C79-663C07D60171}"/>
                </a:ext>
              </a:extLst>
            </p:cNvPr>
            <p:cNvGrpSpPr/>
            <p:nvPr/>
          </p:nvGrpSpPr>
          <p:grpSpPr>
            <a:xfrm rot="5400000">
              <a:off x="7275117" y="3585478"/>
              <a:ext cx="45719" cy="375264"/>
              <a:chOff x="6686062" y="3899868"/>
              <a:chExt cx="74130" cy="410527"/>
            </a:xfrm>
          </p:grpSpPr>
          <p:sp>
            <p:nvSpPr>
              <p:cNvPr id="474" name="Rounded Rectangle 473">
                <a:extLst>
                  <a:ext uri="{FF2B5EF4-FFF2-40B4-BE49-F238E27FC236}">
                    <a16:creationId xmlns:a16="http://schemas.microsoft.com/office/drawing/2014/main" id="{359D82B0-E620-1122-97B2-58BA81BB90EC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ounded Rectangle 474">
                <a:extLst>
                  <a:ext uri="{FF2B5EF4-FFF2-40B4-BE49-F238E27FC236}">
                    <a16:creationId xmlns:a16="http://schemas.microsoft.com/office/drawing/2014/main" id="{654DD874-4CE8-6A55-17ED-BFC622FB732B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Rounded Rectangle 475">
                <a:extLst>
                  <a:ext uri="{FF2B5EF4-FFF2-40B4-BE49-F238E27FC236}">
                    <a16:creationId xmlns:a16="http://schemas.microsoft.com/office/drawing/2014/main" id="{8908EF51-E5D5-E948-9FD3-C3717992CAF9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ounded Rectangle 476">
                <a:extLst>
                  <a:ext uri="{FF2B5EF4-FFF2-40B4-BE49-F238E27FC236}">
                    <a16:creationId xmlns:a16="http://schemas.microsoft.com/office/drawing/2014/main" id="{52261F12-9884-BC98-C9E8-62AA7954D47E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8" name="Rounded Rectangle 477">
                <a:extLst>
                  <a:ext uri="{FF2B5EF4-FFF2-40B4-BE49-F238E27FC236}">
                    <a16:creationId xmlns:a16="http://schemas.microsoft.com/office/drawing/2014/main" id="{F359F156-23C2-35C1-D064-C50C39939051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E1612FFA-807A-4FCF-09C9-BD5C37531590}"/>
                  </a:ext>
                </a:extLst>
              </p:cNvPr>
              <p:cNvCxnSpPr>
                <a:cxnSpLocks/>
                <a:stCxn id="474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0" name="Group 479">
              <a:extLst>
                <a:ext uri="{FF2B5EF4-FFF2-40B4-BE49-F238E27FC236}">
                  <a16:creationId xmlns:a16="http://schemas.microsoft.com/office/drawing/2014/main" id="{655698CE-80FA-8626-F452-65708AA84440}"/>
                </a:ext>
              </a:extLst>
            </p:cNvPr>
            <p:cNvGrpSpPr/>
            <p:nvPr/>
          </p:nvGrpSpPr>
          <p:grpSpPr>
            <a:xfrm rot="5400000">
              <a:off x="7281117" y="4401938"/>
              <a:ext cx="45719" cy="375264"/>
              <a:chOff x="6686062" y="3899868"/>
              <a:chExt cx="74130" cy="410527"/>
            </a:xfrm>
          </p:grpSpPr>
          <p:sp>
            <p:nvSpPr>
              <p:cNvPr id="481" name="Rounded Rectangle 480">
                <a:extLst>
                  <a:ext uri="{FF2B5EF4-FFF2-40B4-BE49-F238E27FC236}">
                    <a16:creationId xmlns:a16="http://schemas.microsoft.com/office/drawing/2014/main" id="{13389BCA-861A-B760-A24F-8655224D0052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Rounded Rectangle 481">
                <a:extLst>
                  <a:ext uri="{FF2B5EF4-FFF2-40B4-BE49-F238E27FC236}">
                    <a16:creationId xmlns:a16="http://schemas.microsoft.com/office/drawing/2014/main" id="{42CF994B-8626-D33B-67D5-E2AEE6CFD66A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ounded Rectangle 482">
                <a:extLst>
                  <a:ext uri="{FF2B5EF4-FFF2-40B4-BE49-F238E27FC236}">
                    <a16:creationId xmlns:a16="http://schemas.microsoft.com/office/drawing/2014/main" id="{D46A7E1B-179F-423E-E161-1BA2ABF66CEF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Rounded Rectangle 483">
                <a:extLst>
                  <a:ext uri="{FF2B5EF4-FFF2-40B4-BE49-F238E27FC236}">
                    <a16:creationId xmlns:a16="http://schemas.microsoft.com/office/drawing/2014/main" id="{760A084C-E686-1F48-001D-C3BB2E5CDE83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ounded Rectangle 484">
                <a:extLst>
                  <a:ext uri="{FF2B5EF4-FFF2-40B4-BE49-F238E27FC236}">
                    <a16:creationId xmlns:a16="http://schemas.microsoft.com/office/drawing/2014/main" id="{A7674716-27AB-F62D-8843-38BA462CA6E3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6" name="Straight Connector 485">
                <a:extLst>
                  <a:ext uri="{FF2B5EF4-FFF2-40B4-BE49-F238E27FC236}">
                    <a16:creationId xmlns:a16="http://schemas.microsoft.com/office/drawing/2014/main" id="{BA4176E9-F272-EE08-D86B-7BFDFD491996}"/>
                  </a:ext>
                </a:extLst>
              </p:cNvPr>
              <p:cNvCxnSpPr>
                <a:cxnSpLocks/>
                <a:stCxn id="481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7" name="Group 486">
              <a:extLst>
                <a:ext uri="{FF2B5EF4-FFF2-40B4-BE49-F238E27FC236}">
                  <a16:creationId xmlns:a16="http://schemas.microsoft.com/office/drawing/2014/main" id="{D7E6EC7C-33A5-F4FF-674C-F503F55F4408}"/>
                </a:ext>
              </a:extLst>
            </p:cNvPr>
            <p:cNvGrpSpPr/>
            <p:nvPr/>
          </p:nvGrpSpPr>
          <p:grpSpPr>
            <a:xfrm rot="5400000">
              <a:off x="7270171" y="4967357"/>
              <a:ext cx="45719" cy="375264"/>
              <a:chOff x="6686062" y="3899868"/>
              <a:chExt cx="74130" cy="410527"/>
            </a:xfrm>
          </p:grpSpPr>
          <p:sp>
            <p:nvSpPr>
              <p:cNvPr id="488" name="Rounded Rectangle 487">
                <a:extLst>
                  <a:ext uri="{FF2B5EF4-FFF2-40B4-BE49-F238E27FC236}">
                    <a16:creationId xmlns:a16="http://schemas.microsoft.com/office/drawing/2014/main" id="{3574F32C-561E-589E-0939-46918D65197A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ounded Rectangle 488">
                <a:extLst>
                  <a:ext uri="{FF2B5EF4-FFF2-40B4-BE49-F238E27FC236}">
                    <a16:creationId xmlns:a16="http://schemas.microsoft.com/office/drawing/2014/main" id="{005FFA0E-ACFC-6F66-1F93-05D472ADC6FC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ounded Rectangle 489">
                <a:extLst>
                  <a:ext uri="{FF2B5EF4-FFF2-40B4-BE49-F238E27FC236}">
                    <a16:creationId xmlns:a16="http://schemas.microsoft.com/office/drawing/2014/main" id="{BA602CEC-AEED-C59B-B20F-FA82907AECDC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ounded Rectangle 490">
                <a:extLst>
                  <a:ext uri="{FF2B5EF4-FFF2-40B4-BE49-F238E27FC236}">
                    <a16:creationId xmlns:a16="http://schemas.microsoft.com/office/drawing/2014/main" id="{02C74611-578B-E2AA-F517-C388D6F7E617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Rounded Rectangle 491">
                <a:extLst>
                  <a:ext uri="{FF2B5EF4-FFF2-40B4-BE49-F238E27FC236}">
                    <a16:creationId xmlns:a16="http://schemas.microsoft.com/office/drawing/2014/main" id="{5DDFAD56-A1EF-6848-F484-73D5ECB8A88D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3" name="Straight Connector 492">
                <a:extLst>
                  <a:ext uri="{FF2B5EF4-FFF2-40B4-BE49-F238E27FC236}">
                    <a16:creationId xmlns:a16="http://schemas.microsoft.com/office/drawing/2014/main" id="{411F49D1-8492-A055-C1AE-F7E974FDA1E1}"/>
                  </a:ext>
                </a:extLst>
              </p:cNvPr>
              <p:cNvCxnSpPr>
                <a:cxnSpLocks/>
                <a:stCxn id="488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1" name="Down Arrow 500">
              <a:extLst>
                <a:ext uri="{FF2B5EF4-FFF2-40B4-BE49-F238E27FC236}">
                  <a16:creationId xmlns:a16="http://schemas.microsoft.com/office/drawing/2014/main" id="{8800B17A-3858-ECC4-256B-092C24A2058D}"/>
                </a:ext>
              </a:extLst>
            </p:cNvPr>
            <p:cNvSpPr/>
            <p:nvPr/>
          </p:nvSpPr>
          <p:spPr>
            <a:xfrm rot="16398758">
              <a:off x="9050510" y="3414009"/>
              <a:ext cx="176985" cy="944688"/>
            </a:xfrm>
            <a:prstGeom prst="downArrow">
              <a:avLst/>
            </a:prstGeom>
            <a:solidFill>
              <a:schemeClr val="accent2">
                <a:lumMod val="5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Down Arrow 501">
              <a:extLst>
                <a:ext uri="{FF2B5EF4-FFF2-40B4-BE49-F238E27FC236}">
                  <a16:creationId xmlns:a16="http://schemas.microsoft.com/office/drawing/2014/main" id="{EA16D8B4-019E-08D0-5A59-B74DB30043F2}"/>
                </a:ext>
              </a:extLst>
            </p:cNvPr>
            <p:cNvSpPr/>
            <p:nvPr/>
          </p:nvSpPr>
          <p:spPr>
            <a:xfrm rot="16398758">
              <a:off x="7634698" y="3538799"/>
              <a:ext cx="162427" cy="344503"/>
            </a:xfrm>
            <a:prstGeom prst="downArrow">
              <a:avLst/>
            </a:prstGeom>
            <a:solidFill>
              <a:schemeClr val="accent2">
                <a:lumMod val="5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86" name="Group 985">
              <a:extLst>
                <a:ext uri="{FF2B5EF4-FFF2-40B4-BE49-F238E27FC236}">
                  <a16:creationId xmlns:a16="http://schemas.microsoft.com/office/drawing/2014/main" id="{04CDC350-DD58-D4BF-8EEE-FAEF69C8E9A4}"/>
                </a:ext>
              </a:extLst>
            </p:cNvPr>
            <p:cNvGrpSpPr/>
            <p:nvPr/>
          </p:nvGrpSpPr>
          <p:grpSpPr>
            <a:xfrm>
              <a:off x="7886378" y="4866359"/>
              <a:ext cx="714579" cy="561864"/>
              <a:chOff x="10309720" y="4212349"/>
              <a:chExt cx="714579" cy="561864"/>
            </a:xfrm>
          </p:grpSpPr>
          <p:sp>
            <p:nvSpPr>
              <p:cNvPr id="578" name="Oval 577">
                <a:extLst>
                  <a:ext uri="{FF2B5EF4-FFF2-40B4-BE49-F238E27FC236}">
                    <a16:creationId xmlns:a16="http://schemas.microsoft.com/office/drawing/2014/main" id="{33F5908B-0DC5-3828-6FF3-5FB40C2EC90D}"/>
                  </a:ext>
                </a:extLst>
              </p:cNvPr>
              <p:cNvSpPr/>
              <p:nvPr/>
            </p:nvSpPr>
            <p:spPr>
              <a:xfrm rot="5400000">
                <a:off x="10386078" y="4135991"/>
                <a:ext cx="561864" cy="714579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79" name="Group 578">
                <a:extLst>
                  <a:ext uri="{FF2B5EF4-FFF2-40B4-BE49-F238E27FC236}">
                    <a16:creationId xmlns:a16="http://schemas.microsoft.com/office/drawing/2014/main" id="{9A35E5C7-2FA3-A869-31AF-90DBAEB4E6B1}"/>
                  </a:ext>
                </a:extLst>
              </p:cNvPr>
              <p:cNvGrpSpPr/>
              <p:nvPr/>
            </p:nvGrpSpPr>
            <p:grpSpPr>
              <a:xfrm rot="20357241">
                <a:off x="10503199" y="4236927"/>
                <a:ext cx="45719" cy="375264"/>
                <a:chOff x="6686062" y="3899868"/>
                <a:chExt cx="74130" cy="410527"/>
              </a:xfrm>
            </p:grpSpPr>
            <p:sp>
              <p:nvSpPr>
                <p:cNvPr id="640" name="Rounded Rectangle 639">
                  <a:extLst>
                    <a:ext uri="{FF2B5EF4-FFF2-40B4-BE49-F238E27FC236}">
                      <a16:creationId xmlns:a16="http://schemas.microsoft.com/office/drawing/2014/main" id="{797B6FB6-7331-F787-248F-A0FC6D25DBC0}"/>
                    </a:ext>
                  </a:extLst>
                </p:cNvPr>
                <p:cNvSpPr/>
                <p:nvPr/>
              </p:nvSpPr>
              <p:spPr>
                <a:xfrm>
                  <a:off x="6686063" y="3970295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1" name="Rounded Rectangle 640">
                  <a:extLst>
                    <a:ext uri="{FF2B5EF4-FFF2-40B4-BE49-F238E27FC236}">
                      <a16:creationId xmlns:a16="http://schemas.microsoft.com/office/drawing/2014/main" id="{E465139E-C5B7-BFFA-BCCA-1675F6E2A948}"/>
                    </a:ext>
                  </a:extLst>
                </p:cNvPr>
                <p:cNvSpPr/>
                <p:nvPr/>
              </p:nvSpPr>
              <p:spPr>
                <a:xfrm>
                  <a:off x="6686738" y="4039854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2" name="Rounded Rectangle 641">
                  <a:extLst>
                    <a:ext uri="{FF2B5EF4-FFF2-40B4-BE49-F238E27FC236}">
                      <a16:creationId xmlns:a16="http://schemas.microsoft.com/office/drawing/2014/main" id="{B4C5A638-0DA5-A505-F089-CCB4CE7D2CBA}"/>
                    </a:ext>
                  </a:extLst>
                </p:cNvPr>
                <p:cNvSpPr/>
                <p:nvPr/>
              </p:nvSpPr>
              <p:spPr>
                <a:xfrm>
                  <a:off x="6687528" y="4108138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3" name="Rounded Rectangle 642">
                  <a:extLst>
                    <a:ext uri="{FF2B5EF4-FFF2-40B4-BE49-F238E27FC236}">
                      <a16:creationId xmlns:a16="http://schemas.microsoft.com/office/drawing/2014/main" id="{2D46374F-B3C2-6BB2-2DF9-21E34753ED84}"/>
                    </a:ext>
                  </a:extLst>
                </p:cNvPr>
                <p:cNvSpPr/>
                <p:nvPr/>
              </p:nvSpPr>
              <p:spPr>
                <a:xfrm>
                  <a:off x="6686062" y="4176422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4" name="Rounded Rectangle 643">
                  <a:extLst>
                    <a:ext uri="{FF2B5EF4-FFF2-40B4-BE49-F238E27FC236}">
                      <a16:creationId xmlns:a16="http://schemas.microsoft.com/office/drawing/2014/main" id="{AF35A618-7DE7-B6C3-4BAA-C89A35DF0835}"/>
                    </a:ext>
                  </a:extLst>
                </p:cNvPr>
                <p:cNvSpPr/>
                <p:nvPr/>
              </p:nvSpPr>
              <p:spPr>
                <a:xfrm>
                  <a:off x="6686982" y="4242111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45" name="Straight Connector 644">
                  <a:extLst>
                    <a:ext uri="{FF2B5EF4-FFF2-40B4-BE49-F238E27FC236}">
                      <a16:creationId xmlns:a16="http://schemas.microsoft.com/office/drawing/2014/main" id="{EF4A25D2-19BD-026E-A6CB-AABD739C85D4}"/>
                    </a:ext>
                  </a:extLst>
                </p:cNvPr>
                <p:cNvCxnSpPr>
                  <a:cxnSpLocks/>
                  <a:stCxn id="640" idx="0"/>
                </p:cNvCxnSpPr>
                <p:nvPr/>
              </p:nvCxnSpPr>
              <p:spPr>
                <a:xfrm flipV="1">
                  <a:off x="6722395" y="3899868"/>
                  <a:ext cx="0" cy="70427"/>
                </a:xfrm>
                <a:prstGeom prst="line">
                  <a:avLst/>
                </a:prstGeom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C999FCFD-72A5-065A-04DC-1BA71BCAC904}"/>
                  </a:ext>
                </a:extLst>
              </p:cNvPr>
              <p:cNvGrpSpPr/>
              <p:nvPr/>
            </p:nvGrpSpPr>
            <p:grpSpPr>
              <a:xfrm rot="9928240" flipH="1" flipV="1">
                <a:off x="10452295" y="4362413"/>
                <a:ext cx="144704" cy="348791"/>
                <a:chOff x="8901293" y="933753"/>
                <a:chExt cx="2135899" cy="5148330"/>
              </a:xfrm>
              <a:solidFill>
                <a:srgbClr val="FFFF00"/>
              </a:solidFill>
            </p:grpSpPr>
            <p:grpSp>
              <p:nvGrpSpPr>
                <p:cNvPr id="581" name="Group 580">
                  <a:extLst>
                    <a:ext uri="{FF2B5EF4-FFF2-40B4-BE49-F238E27FC236}">
                      <a16:creationId xmlns:a16="http://schemas.microsoft.com/office/drawing/2014/main" id="{8D9D28CF-A29C-69EA-608D-BF31267DCE32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616" name="Group 615">
                    <a:extLst>
                      <a:ext uri="{FF2B5EF4-FFF2-40B4-BE49-F238E27FC236}">
                        <a16:creationId xmlns:a16="http://schemas.microsoft.com/office/drawing/2014/main" id="{78BD99E5-8C76-ACAD-89DB-843EF3416B7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30" name="Oval 629">
                      <a:extLst>
                        <a:ext uri="{FF2B5EF4-FFF2-40B4-BE49-F238E27FC236}">
                          <a16:creationId xmlns:a16="http://schemas.microsoft.com/office/drawing/2014/main" id="{98F65FF4-A141-8879-59D5-8863D377341D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31" name="Group 630">
                      <a:extLst>
                        <a:ext uri="{FF2B5EF4-FFF2-40B4-BE49-F238E27FC236}">
                          <a16:creationId xmlns:a16="http://schemas.microsoft.com/office/drawing/2014/main" id="{3B230482-9094-6EA7-40B9-C4C90AED05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32" name="Oval 631">
                        <a:extLst>
                          <a:ext uri="{FF2B5EF4-FFF2-40B4-BE49-F238E27FC236}">
                            <a16:creationId xmlns:a16="http://schemas.microsoft.com/office/drawing/2014/main" id="{73D02FBC-60AB-BC7A-F862-D4E8D848AEC1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33" name="Oval 632">
                        <a:extLst>
                          <a:ext uri="{FF2B5EF4-FFF2-40B4-BE49-F238E27FC236}">
                            <a16:creationId xmlns:a16="http://schemas.microsoft.com/office/drawing/2014/main" id="{D907D86D-D7AA-B21B-ADD3-D179D97F9413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34" name="Oval 633">
                        <a:extLst>
                          <a:ext uri="{FF2B5EF4-FFF2-40B4-BE49-F238E27FC236}">
                            <a16:creationId xmlns:a16="http://schemas.microsoft.com/office/drawing/2014/main" id="{AE64DFAF-AF11-BC47-005D-F7FBEDE506C4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35" name="Oval 634">
                        <a:extLst>
                          <a:ext uri="{FF2B5EF4-FFF2-40B4-BE49-F238E27FC236}">
                            <a16:creationId xmlns:a16="http://schemas.microsoft.com/office/drawing/2014/main" id="{65753C56-6D8B-138F-1646-6BB87C9E5BAD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36" name="Arc 635">
                        <a:extLst>
                          <a:ext uri="{FF2B5EF4-FFF2-40B4-BE49-F238E27FC236}">
                            <a16:creationId xmlns:a16="http://schemas.microsoft.com/office/drawing/2014/main" id="{2EA6D193-9679-CDBB-58DA-46639DB258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37" name="Oval 636">
                        <a:extLst>
                          <a:ext uri="{FF2B5EF4-FFF2-40B4-BE49-F238E27FC236}">
                            <a16:creationId xmlns:a16="http://schemas.microsoft.com/office/drawing/2014/main" id="{75F164F4-9DBF-1D3F-F6BA-5930C8EF37BF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38" name="Arc 637">
                        <a:extLst>
                          <a:ext uri="{FF2B5EF4-FFF2-40B4-BE49-F238E27FC236}">
                            <a16:creationId xmlns:a16="http://schemas.microsoft.com/office/drawing/2014/main" id="{FB9D23DB-3FB6-106C-0533-73AE35A8E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39" name="Arc 638">
                        <a:extLst>
                          <a:ext uri="{FF2B5EF4-FFF2-40B4-BE49-F238E27FC236}">
                            <a16:creationId xmlns:a16="http://schemas.microsoft.com/office/drawing/2014/main" id="{76710821-363F-F98D-E596-9FC3C056D070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617" name="Group 616">
                    <a:extLst>
                      <a:ext uri="{FF2B5EF4-FFF2-40B4-BE49-F238E27FC236}">
                        <a16:creationId xmlns:a16="http://schemas.microsoft.com/office/drawing/2014/main" id="{458D0ED5-4AF9-34F8-3B16-7E3B5D08AB53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20" name="Oval 619">
                      <a:extLst>
                        <a:ext uri="{FF2B5EF4-FFF2-40B4-BE49-F238E27FC236}">
                          <a16:creationId xmlns:a16="http://schemas.microsoft.com/office/drawing/2014/main" id="{0B4DAE05-68DB-6676-0CFB-65E6F1E82A2F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21" name="Group 620">
                      <a:extLst>
                        <a:ext uri="{FF2B5EF4-FFF2-40B4-BE49-F238E27FC236}">
                          <a16:creationId xmlns:a16="http://schemas.microsoft.com/office/drawing/2014/main" id="{F782B48F-1D03-6783-6AA3-CA95E13C01F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22" name="Oval 621">
                        <a:extLst>
                          <a:ext uri="{FF2B5EF4-FFF2-40B4-BE49-F238E27FC236}">
                            <a16:creationId xmlns:a16="http://schemas.microsoft.com/office/drawing/2014/main" id="{4B0128FF-A641-A6EB-A314-1B87480E1C7C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23" name="Oval 622">
                        <a:extLst>
                          <a:ext uri="{FF2B5EF4-FFF2-40B4-BE49-F238E27FC236}">
                            <a16:creationId xmlns:a16="http://schemas.microsoft.com/office/drawing/2014/main" id="{84717D26-39CB-FAD7-DBF0-47CCCDCA24F5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24" name="Oval 623">
                        <a:extLst>
                          <a:ext uri="{FF2B5EF4-FFF2-40B4-BE49-F238E27FC236}">
                            <a16:creationId xmlns:a16="http://schemas.microsoft.com/office/drawing/2014/main" id="{4AF66E8C-D1CD-4CBB-C6F0-85E6CE664CE8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25" name="Oval 624">
                        <a:extLst>
                          <a:ext uri="{FF2B5EF4-FFF2-40B4-BE49-F238E27FC236}">
                            <a16:creationId xmlns:a16="http://schemas.microsoft.com/office/drawing/2014/main" id="{DC5965AA-9217-7513-CC41-A04A94A137FF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26" name="Arc 625">
                        <a:extLst>
                          <a:ext uri="{FF2B5EF4-FFF2-40B4-BE49-F238E27FC236}">
                            <a16:creationId xmlns:a16="http://schemas.microsoft.com/office/drawing/2014/main" id="{F94CBE05-0B07-F3AD-3E94-41DAA2045B7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27" name="Oval 626">
                        <a:extLst>
                          <a:ext uri="{FF2B5EF4-FFF2-40B4-BE49-F238E27FC236}">
                            <a16:creationId xmlns:a16="http://schemas.microsoft.com/office/drawing/2014/main" id="{F919F47F-87B8-167C-5B6E-AC8C443BEBC9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28" name="Arc 627">
                        <a:extLst>
                          <a:ext uri="{FF2B5EF4-FFF2-40B4-BE49-F238E27FC236}">
                            <a16:creationId xmlns:a16="http://schemas.microsoft.com/office/drawing/2014/main" id="{58E29337-1AED-36D7-CCD6-D84EC65E64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29" name="Arc 628">
                        <a:extLst>
                          <a:ext uri="{FF2B5EF4-FFF2-40B4-BE49-F238E27FC236}">
                            <a16:creationId xmlns:a16="http://schemas.microsoft.com/office/drawing/2014/main" id="{8E1B761D-EAD6-B3EE-4A2C-27A25F8E5CE4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618" name="Straight Connector 617">
                    <a:extLst>
                      <a:ext uri="{FF2B5EF4-FFF2-40B4-BE49-F238E27FC236}">
                        <a16:creationId xmlns:a16="http://schemas.microsoft.com/office/drawing/2014/main" id="{7F6D0B80-E4BE-C668-0C65-0B2831E1934D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9" name="Straight Connector 618">
                    <a:extLst>
                      <a:ext uri="{FF2B5EF4-FFF2-40B4-BE49-F238E27FC236}">
                        <a16:creationId xmlns:a16="http://schemas.microsoft.com/office/drawing/2014/main" id="{7C11DE65-14F3-5107-BCEC-7DA9246C353E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2" name="Group 581">
                  <a:extLst>
                    <a:ext uri="{FF2B5EF4-FFF2-40B4-BE49-F238E27FC236}">
                      <a16:creationId xmlns:a16="http://schemas.microsoft.com/office/drawing/2014/main" id="{F6F89802-337A-479C-0AE2-50A27C9A07EA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592" name="Group 591">
                    <a:extLst>
                      <a:ext uri="{FF2B5EF4-FFF2-40B4-BE49-F238E27FC236}">
                        <a16:creationId xmlns:a16="http://schemas.microsoft.com/office/drawing/2014/main" id="{B76F3F51-6564-64C9-5B41-0798461ED6C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06" name="Oval 605">
                      <a:extLst>
                        <a:ext uri="{FF2B5EF4-FFF2-40B4-BE49-F238E27FC236}">
                          <a16:creationId xmlns:a16="http://schemas.microsoft.com/office/drawing/2014/main" id="{9EF465E2-2EF6-F31C-1D05-D7575664C5DC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07" name="Group 606">
                      <a:extLst>
                        <a:ext uri="{FF2B5EF4-FFF2-40B4-BE49-F238E27FC236}">
                          <a16:creationId xmlns:a16="http://schemas.microsoft.com/office/drawing/2014/main" id="{66ABC639-6566-71EF-84E0-8A2F534B9A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08" name="Oval 607">
                        <a:extLst>
                          <a:ext uri="{FF2B5EF4-FFF2-40B4-BE49-F238E27FC236}">
                            <a16:creationId xmlns:a16="http://schemas.microsoft.com/office/drawing/2014/main" id="{DA8B8661-557D-8AAF-9D17-2B022A5A5F1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09" name="Oval 608">
                        <a:extLst>
                          <a:ext uri="{FF2B5EF4-FFF2-40B4-BE49-F238E27FC236}">
                            <a16:creationId xmlns:a16="http://schemas.microsoft.com/office/drawing/2014/main" id="{CDFEEA6F-3A58-3D8F-DD39-0092F0DBD35C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10" name="Oval 609">
                        <a:extLst>
                          <a:ext uri="{FF2B5EF4-FFF2-40B4-BE49-F238E27FC236}">
                            <a16:creationId xmlns:a16="http://schemas.microsoft.com/office/drawing/2014/main" id="{26714772-8F83-8323-10D4-8B5FE31CE5DF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11" name="Oval 610">
                        <a:extLst>
                          <a:ext uri="{FF2B5EF4-FFF2-40B4-BE49-F238E27FC236}">
                            <a16:creationId xmlns:a16="http://schemas.microsoft.com/office/drawing/2014/main" id="{9C6D5F80-2095-C837-080B-034B922EE856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12" name="Arc 611">
                        <a:extLst>
                          <a:ext uri="{FF2B5EF4-FFF2-40B4-BE49-F238E27FC236}">
                            <a16:creationId xmlns:a16="http://schemas.microsoft.com/office/drawing/2014/main" id="{648BDB06-3C9F-6D47-AE58-399916ABF46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13" name="Oval 612">
                        <a:extLst>
                          <a:ext uri="{FF2B5EF4-FFF2-40B4-BE49-F238E27FC236}">
                            <a16:creationId xmlns:a16="http://schemas.microsoft.com/office/drawing/2014/main" id="{65BC84BB-79C0-9E43-6559-F3B9C34FC628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14" name="Arc 613">
                        <a:extLst>
                          <a:ext uri="{FF2B5EF4-FFF2-40B4-BE49-F238E27FC236}">
                            <a16:creationId xmlns:a16="http://schemas.microsoft.com/office/drawing/2014/main" id="{3F3FA1BE-3D10-BD8E-9BCE-0093771BF8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15" name="Arc 614">
                        <a:extLst>
                          <a:ext uri="{FF2B5EF4-FFF2-40B4-BE49-F238E27FC236}">
                            <a16:creationId xmlns:a16="http://schemas.microsoft.com/office/drawing/2014/main" id="{59538B69-649A-51EB-4529-A03871CA4C3D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593" name="Group 592">
                    <a:extLst>
                      <a:ext uri="{FF2B5EF4-FFF2-40B4-BE49-F238E27FC236}">
                        <a16:creationId xmlns:a16="http://schemas.microsoft.com/office/drawing/2014/main" id="{84D155ED-F45F-191F-1BAE-5A3AEBE67232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596" name="Oval 595">
                      <a:extLst>
                        <a:ext uri="{FF2B5EF4-FFF2-40B4-BE49-F238E27FC236}">
                          <a16:creationId xmlns:a16="http://schemas.microsoft.com/office/drawing/2014/main" id="{57A40C44-775D-F505-54F5-9A479DE76EC8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597" name="Group 596">
                      <a:extLst>
                        <a:ext uri="{FF2B5EF4-FFF2-40B4-BE49-F238E27FC236}">
                          <a16:creationId xmlns:a16="http://schemas.microsoft.com/office/drawing/2014/main" id="{B8FFA7ED-2AE3-70BB-16C3-C64FBC7354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598" name="Oval 597">
                        <a:extLst>
                          <a:ext uri="{FF2B5EF4-FFF2-40B4-BE49-F238E27FC236}">
                            <a16:creationId xmlns:a16="http://schemas.microsoft.com/office/drawing/2014/main" id="{E89154D7-CC6A-A3C8-B05D-5CAE87BCC5A1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599" name="Oval 598">
                        <a:extLst>
                          <a:ext uri="{FF2B5EF4-FFF2-40B4-BE49-F238E27FC236}">
                            <a16:creationId xmlns:a16="http://schemas.microsoft.com/office/drawing/2014/main" id="{4F3973CB-C5AD-EA0F-AF87-50EA57F31B4E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00" name="Oval 599">
                        <a:extLst>
                          <a:ext uri="{FF2B5EF4-FFF2-40B4-BE49-F238E27FC236}">
                            <a16:creationId xmlns:a16="http://schemas.microsoft.com/office/drawing/2014/main" id="{6239D7FC-2DB4-4120-3977-0336022692A9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01" name="Oval 600">
                        <a:extLst>
                          <a:ext uri="{FF2B5EF4-FFF2-40B4-BE49-F238E27FC236}">
                            <a16:creationId xmlns:a16="http://schemas.microsoft.com/office/drawing/2014/main" id="{FBA7A875-A27A-ECA2-8A6B-ACDFF36DDFE3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02" name="Arc 601">
                        <a:extLst>
                          <a:ext uri="{FF2B5EF4-FFF2-40B4-BE49-F238E27FC236}">
                            <a16:creationId xmlns:a16="http://schemas.microsoft.com/office/drawing/2014/main" id="{CD119D27-B488-29A6-EB1C-B4A07B34F7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03" name="Oval 602">
                        <a:extLst>
                          <a:ext uri="{FF2B5EF4-FFF2-40B4-BE49-F238E27FC236}">
                            <a16:creationId xmlns:a16="http://schemas.microsoft.com/office/drawing/2014/main" id="{F3C431C2-B30F-B150-D4E5-701FF77F6297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04" name="Arc 603">
                        <a:extLst>
                          <a:ext uri="{FF2B5EF4-FFF2-40B4-BE49-F238E27FC236}">
                            <a16:creationId xmlns:a16="http://schemas.microsoft.com/office/drawing/2014/main" id="{35DC3734-849A-AD3A-2AD5-6E4E9E7242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05" name="Arc 604">
                        <a:extLst>
                          <a:ext uri="{FF2B5EF4-FFF2-40B4-BE49-F238E27FC236}">
                            <a16:creationId xmlns:a16="http://schemas.microsoft.com/office/drawing/2014/main" id="{2F9BE7F7-3135-D8CD-399B-5912541E48CB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594" name="Straight Connector 593">
                    <a:extLst>
                      <a:ext uri="{FF2B5EF4-FFF2-40B4-BE49-F238E27FC236}">
                        <a16:creationId xmlns:a16="http://schemas.microsoft.com/office/drawing/2014/main" id="{187171BF-B274-F914-B038-391A23F761C1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Straight Connector 594">
                    <a:extLst>
                      <a:ext uri="{FF2B5EF4-FFF2-40B4-BE49-F238E27FC236}">
                        <a16:creationId xmlns:a16="http://schemas.microsoft.com/office/drawing/2014/main" id="{FFFADDAD-F53A-A8F7-7B8E-49A46D3F0F39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3" name="Group 582">
                  <a:extLst>
                    <a:ext uri="{FF2B5EF4-FFF2-40B4-BE49-F238E27FC236}">
                      <a16:creationId xmlns:a16="http://schemas.microsoft.com/office/drawing/2014/main" id="{8CCF3A24-8B73-8F98-4F62-4B0A247B7E01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584" name="Moon 583">
                    <a:extLst>
                      <a:ext uri="{FF2B5EF4-FFF2-40B4-BE49-F238E27FC236}">
                        <a16:creationId xmlns:a16="http://schemas.microsoft.com/office/drawing/2014/main" id="{83A20A7F-935A-8ADD-D9BE-AAF6F0A7EC4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5" name="Oval 584">
                    <a:extLst>
                      <a:ext uri="{FF2B5EF4-FFF2-40B4-BE49-F238E27FC236}">
                        <a16:creationId xmlns:a16="http://schemas.microsoft.com/office/drawing/2014/main" id="{FE4A41D7-2290-0368-B8B2-69A2DC210D8D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6" name="Oval 585">
                    <a:extLst>
                      <a:ext uri="{FF2B5EF4-FFF2-40B4-BE49-F238E27FC236}">
                        <a16:creationId xmlns:a16="http://schemas.microsoft.com/office/drawing/2014/main" id="{27F03489-7923-3595-5EED-83A6DA288DE0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7" name="Oval 586">
                    <a:extLst>
                      <a:ext uri="{FF2B5EF4-FFF2-40B4-BE49-F238E27FC236}">
                        <a16:creationId xmlns:a16="http://schemas.microsoft.com/office/drawing/2014/main" id="{B6690600-C86C-1A6B-C0CC-63D3AD86C68F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8" name="Oval 587">
                    <a:extLst>
                      <a:ext uri="{FF2B5EF4-FFF2-40B4-BE49-F238E27FC236}">
                        <a16:creationId xmlns:a16="http://schemas.microsoft.com/office/drawing/2014/main" id="{FCD92E4E-899A-8528-10BB-E1566267ECCE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9" name="Oval 588">
                    <a:extLst>
                      <a:ext uri="{FF2B5EF4-FFF2-40B4-BE49-F238E27FC236}">
                        <a16:creationId xmlns:a16="http://schemas.microsoft.com/office/drawing/2014/main" id="{D41112B9-E0FA-5528-AA46-20128A3C8918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0" name="Oval 589">
                    <a:extLst>
                      <a:ext uri="{FF2B5EF4-FFF2-40B4-BE49-F238E27FC236}">
                        <a16:creationId xmlns:a16="http://schemas.microsoft.com/office/drawing/2014/main" id="{8DAFA0AB-231B-B40D-A3B1-A63FEA29F06D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1" name="Oval 590">
                    <a:extLst>
                      <a:ext uri="{FF2B5EF4-FFF2-40B4-BE49-F238E27FC236}">
                        <a16:creationId xmlns:a16="http://schemas.microsoft.com/office/drawing/2014/main" id="{42FF814C-835A-7A26-7E20-87EB90322B4C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06" name="Group 705">
                <a:extLst>
                  <a:ext uri="{FF2B5EF4-FFF2-40B4-BE49-F238E27FC236}">
                    <a16:creationId xmlns:a16="http://schemas.microsoft.com/office/drawing/2014/main" id="{E4F6E526-6E74-0051-EB66-7A3C35F74577}"/>
                  </a:ext>
                </a:extLst>
              </p:cNvPr>
              <p:cNvGrpSpPr/>
              <p:nvPr/>
            </p:nvGrpSpPr>
            <p:grpSpPr>
              <a:xfrm rot="9179632">
                <a:off x="10779424" y="4378246"/>
                <a:ext cx="45719" cy="375264"/>
                <a:chOff x="6686062" y="3899868"/>
                <a:chExt cx="74130" cy="410527"/>
              </a:xfrm>
            </p:grpSpPr>
            <p:sp>
              <p:nvSpPr>
                <p:cNvPr id="707" name="Rounded Rectangle 706">
                  <a:extLst>
                    <a:ext uri="{FF2B5EF4-FFF2-40B4-BE49-F238E27FC236}">
                      <a16:creationId xmlns:a16="http://schemas.microsoft.com/office/drawing/2014/main" id="{BFA43988-A29B-AD1B-C12C-795181C6050E}"/>
                    </a:ext>
                  </a:extLst>
                </p:cNvPr>
                <p:cNvSpPr/>
                <p:nvPr/>
              </p:nvSpPr>
              <p:spPr>
                <a:xfrm>
                  <a:off x="6686063" y="3970295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8" name="Rounded Rectangle 707">
                  <a:extLst>
                    <a:ext uri="{FF2B5EF4-FFF2-40B4-BE49-F238E27FC236}">
                      <a16:creationId xmlns:a16="http://schemas.microsoft.com/office/drawing/2014/main" id="{433CBEA2-8F0B-6521-2E9B-364D37DD1050}"/>
                    </a:ext>
                  </a:extLst>
                </p:cNvPr>
                <p:cNvSpPr/>
                <p:nvPr/>
              </p:nvSpPr>
              <p:spPr>
                <a:xfrm>
                  <a:off x="6686738" y="4039854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9" name="Rounded Rectangle 708">
                  <a:extLst>
                    <a:ext uri="{FF2B5EF4-FFF2-40B4-BE49-F238E27FC236}">
                      <a16:creationId xmlns:a16="http://schemas.microsoft.com/office/drawing/2014/main" id="{7627C9F2-56AB-EC99-05F7-4CB8406EA625}"/>
                    </a:ext>
                  </a:extLst>
                </p:cNvPr>
                <p:cNvSpPr/>
                <p:nvPr/>
              </p:nvSpPr>
              <p:spPr>
                <a:xfrm>
                  <a:off x="6687528" y="4108138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0" name="Rounded Rectangle 709">
                  <a:extLst>
                    <a:ext uri="{FF2B5EF4-FFF2-40B4-BE49-F238E27FC236}">
                      <a16:creationId xmlns:a16="http://schemas.microsoft.com/office/drawing/2014/main" id="{53E4AA3E-8238-D861-4A74-2AA7C35D6514}"/>
                    </a:ext>
                  </a:extLst>
                </p:cNvPr>
                <p:cNvSpPr/>
                <p:nvPr/>
              </p:nvSpPr>
              <p:spPr>
                <a:xfrm>
                  <a:off x="6686062" y="4176422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1" name="Rounded Rectangle 710">
                  <a:extLst>
                    <a:ext uri="{FF2B5EF4-FFF2-40B4-BE49-F238E27FC236}">
                      <a16:creationId xmlns:a16="http://schemas.microsoft.com/office/drawing/2014/main" id="{A8B85AEC-3791-81AD-1E74-4E7151F3C296}"/>
                    </a:ext>
                  </a:extLst>
                </p:cNvPr>
                <p:cNvSpPr/>
                <p:nvPr/>
              </p:nvSpPr>
              <p:spPr>
                <a:xfrm>
                  <a:off x="6686982" y="4242111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12" name="Straight Connector 711">
                  <a:extLst>
                    <a:ext uri="{FF2B5EF4-FFF2-40B4-BE49-F238E27FC236}">
                      <a16:creationId xmlns:a16="http://schemas.microsoft.com/office/drawing/2014/main" id="{AAEAA644-FCD4-6BDD-5FEC-4BB97D1F3C93}"/>
                    </a:ext>
                  </a:extLst>
                </p:cNvPr>
                <p:cNvCxnSpPr>
                  <a:cxnSpLocks/>
                  <a:stCxn id="707" idx="0"/>
                </p:cNvCxnSpPr>
                <p:nvPr/>
              </p:nvCxnSpPr>
              <p:spPr>
                <a:xfrm flipV="1">
                  <a:off x="6722395" y="3899868"/>
                  <a:ext cx="0" cy="70427"/>
                </a:xfrm>
                <a:prstGeom prst="line">
                  <a:avLst/>
                </a:prstGeom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6" name="Group 645">
                <a:extLst>
                  <a:ext uri="{FF2B5EF4-FFF2-40B4-BE49-F238E27FC236}">
                    <a16:creationId xmlns:a16="http://schemas.microsoft.com/office/drawing/2014/main" id="{88CE7FAC-BEDD-7359-634B-04D55AFF8BBC}"/>
                  </a:ext>
                </a:extLst>
              </p:cNvPr>
              <p:cNvGrpSpPr/>
              <p:nvPr/>
            </p:nvGrpSpPr>
            <p:grpSpPr>
              <a:xfrm rot="9928240" flipH="1" flipV="1">
                <a:off x="10754194" y="4318884"/>
                <a:ext cx="144704" cy="348791"/>
                <a:chOff x="8901293" y="933753"/>
                <a:chExt cx="2135899" cy="5148330"/>
              </a:xfrm>
              <a:solidFill>
                <a:srgbClr val="0070C0"/>
              </a:solidFill>
            </p:grpSpPr>
            <p:grpSp>
              <p:nvGrpSpPr>
                <p:cNvPr id="647" name="Group 646">
                  <a:extLst>
                    <a:ext uri="{FF2B5EF4-FFF2-40B4-BE49-F238E27FC236}">
                      <a16:creationId xmlns:a16="http://schemas.microsoft.com/office/drawing/2014/main" id="{9E6191CE-3921-5BB5-1352-19CC48355D51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682" name="Group 681">
                    <a:extLst>
                      <a:ext uri="{FF2B5EF4-FFF2-40B4-BE49-F238E27FC236}">
                        <a16:creationId xmlns:a16="http://schemas.microsoft.com/office/drawing/2014/main" id="{0A47438D-1DD7-FB13-337E-DAD5A89E287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96" name="Oval 695">
                      <a:extLst>
                        <a:ext uri="{FF2B5EF4-FFF2-40B4-BE49-F238E27FC236}">
                          <a16:creationId xmlns:a16="http://schemas.microsoft.com/office/drawing/2014/main" id="{E7C1C379-F7FE-D092-4009-487606B65EC6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97" name="Group 696">
                      <a:extLst>
                        <a:ext uri="{FF2B5EF4-FFF2-40B4-BE49-F238E27FC236}">
                          <a16:creationId xmlns:a16="http://schemas.microsoft.com/office/drawing/2014/main" id="{296ED69D-C2CA-765C-A06C-BA6720040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98" name="Oval 697">
                        <a:extLst>
                          <a:ext uri="{FF2B5EF4-FFF2-40B4-BE49-F238E27FC236}">
                            <a16:creationId xmlns:a16="http://schemas.microsoft.com/office/drawing/2014/main" id="{DE423B3E-7D7A-90C8-4992-D8549B710253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99" name="Oval 698">
                        <a:extLst>
                          <a:ext uri="{FF2B5EF4-FFF2-40B4-BE49-F238E27FC236}">
                            <a16:creationId xmlns:a16="http://schemas.microsoft.com/office/drawing/2014/main" id="{947DFE52-871D-0F39-FD8D-825EECAAE1E2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00" name="Oval 699">
                        <a:extLst>
                          <a:ext uri="{FF2B5EF4-FFF2-40B4-BE49-F238E27FC236}">
                            <a16:creationId xmlns:a16="http://schemas.microsoft.com/office/drawing/2014/main" id="{CAEC4614-600D-B943-946B-4B8ED44ACEBE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01" name="Oval 700">
                        <a:extLst>
                          <a:ext uri="{FF2B5EF4-FFF2-40B4-BE49-F238E27FC236}">
                            <a16:creationId xmlns:a16="http://schemas.microsoft.com/office/drawing/2014/main" id="{1C173E98-B959-8F78-B583-281180DC9A2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02" name="Arc 701">
                        <a:extLst>
                          <a:ext uri="{FF2B5EF4-FFF2-40B4-BE49-F238E27FC236}">
                            <a16:creationId xmlns:a16="http://schemas.microsoft.com/office/drawing/2014/main" id="{D60CF856-B488-BE8F-A2A3-5FF23DF376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03" name="Oval 702">
                        <a:extLst>
                          <a:ext uri="{FF2B5EF4-FFF2-40B4-BE49-F238E27FC236}">
                            <a16:creationId xmlns:a16="http://schemas.microsoft.com/office/drawing/2014/main" id="{1E4614D5-26F2-9500-90CF-69B7AFC97373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04" name="Arc 703">
                        <a:extLst>
                          <a:ext uri="{FF2B5EF4-FFF2-40B4-BE49-F238E27FC236}">
                            <a16:creationId xmlns:a16="http://schemas.microsoft.com/office/drawing/2014/main" id="{973A4201-3FE9-9BBF-F22C-66D54A53E8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05" name="Arc 704">
                        <a:extLst>
                          <a:ext uri="{FF2B5EF4-FFF2-40B4-BE49-F238E27FC236}">
                            <a16:creationId xmlns:a16="http://schemas.microsoft.com/office/drawing/2014/main" id="{A1CD676D-7655-13A7-101C-5D840BCEB5D3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683" name="Group 682">
                    <a:extLst>
                      <a:ext uri="{FF2B5EF4-FFF2-40B4-BE49-F238E27FC236}">
                        <a16:creationId xmlns:a16="http://schemas.microsoft.com/office/drawing/2014/main" id="{13566355-2909-250B-9059-FED398A35880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86" name="Oval 685">
                      <a:extLst>
                        <a:ext uri="{FF2B5EF4-FFF2-40B4-BE49-F238E27FC236}">
                          <a16:creationId xmlns:a16="http://schemas.microsoft.com/office/drawing/2014/main" id="{DF013B69-4720-FD1B-5718-E6FD12AF4C8D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87" name="Group 686">
                      <a:extLst>
                        <a:ext uri="{FF2B5EF4-FFF2-40B4-BE49-F238E27FC236}">
                          <a16:creationId xmlns:a16="http://schemas.microsoft.com/office/drawing/2014/main" id="{C80E084D-44AD-6F8B-330B-E681446240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88" name="Oval 687">
                        <a:extLst>
                          <a:ext uri="{FF2B5EF4-FFF2-40B4-BE49-F238E27FC236}">
                            <a16:creationId xmlns:a16="http://schemas.microsoft.com/office/drawing/2014/main" id="{E43859F0-012D-EC77-7695-0DDDB7022E35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89" name="Oval 688">
                        <a:extLst>
                          <a:ext uri="{FF2B5EF4-FFF2-40B4-BE49-F238E27FC236}">
                            <a16:creationId xmlns:a16="http://schemas.microsoft.com/office/drawing/2014/main" id="{D5AA7C5D-2301-31C4-A5E3-A162E9F3A765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90" name="Oval 689">
                        <a:extLst>
                          <a:ext uri="{FF2B5EF4-FFF2-40B4-BE49-F238E27FC236}">
                            <a16:creationId xmlns:a16="http://schemas.microsoft.com/office/drawing/2014/main" id="{626361C4-911B-0A38-9990-D12829FCAF8B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91" name="Oval 690">
                        <a:extLst>
                          <a:ext uri="{FF2B5EF4-FFF2-40B4-BE49-F238E27FC236}">
                            <a16:creationId xmlns:a16="http://schemas.microsoft.com/office/drawing/2014/main" id="{DB4776DF-F414-5363-C4BB-12FDD41CABBE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92" name="Arc 691">
                        <a:extLst>
                          <a:ext uri="{FF2B5EF4-FFF2-40B4-BE49-F238E27FC236}">
                            <a16:creationId xmlns:a16="http://schemas.microsoft.com/office/drawing/2014/main" id="{23B7BFA8-E2DC-17A5-E85A-BDBD641B626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93" name="Oval 692">
                        <a:extLst>
                          <a:ext uri="{FF2B5EF4-FFF2-40B4-BE49-F238E27FC236}">
                            <a16:creationId xmlns:a16="http://schemas.microsoft.com/office/drawing/2014/main" id="{B9EE7309-27C3-9058-3D74-91C1E4B04528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94" name="Arc 693">
                        <a:extLst>
                          <a:ext uri="{FF2B5EF4-FFF2-40B4-BE49-F238E27FC236}">
                            <a16:creationId xmlns:a16="http://schemas.microsoft.com/office/drawing/2014/main" id="{550D7558-03E9-F7A2-347F-973E7B0504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95" name="Arc 694">
                        <a:extLst>
                          <a:ext uri="{FF2B5EF4-FFF2-40B4-BE49-F238E27FC236}">
                            <a16:creationId xmlns:a16="http://schemas.microsoft.com/office/drawing/2014/main" id="{BA0CE696-1D86-8B59-04D7-D17D90EF91B7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684" name="Straight Connector 683">
                    <a:extLst>
                      <a:ext uri="{FF2B5EF4-FFF2-40B4-BE49-F238E27FC236}">
                        <a16:creationId xmlns:a16="http://schemas.microsoft.com/office/drawing/2014/main" id="{2E81E30F-7323-A10D-EEAA-7E3B9D115E31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5" name="Straight Connector 684">
                    <a:extLst>
                      <a:ext uri="{FF2B5EF4-FFF2-40B4-BE49-F238E27FC236}">
                        <a16:creationId xmlns:a16="http://schemas.microsoft.com/office/drawing/2014/main" id="{E393E222-230C-15D9-FB57-52AAD0C67270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48" name="Group 647">
                  <a:extLst>
                    <a:ext uri="{FF2B5EF4-FFF2-40B4-BE49-F238E27FC236}">
                      <a16:creationId xmlns:a16="http://schemas.microsoft.com/office/drawing/2014/main" id="{64BC76F4-7313-562C-3E33-FC95AE698767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658" name="Group 657">
                    <a:extLst>
                      <a:ext uri="{FF2B5EF4-FFF2-40B4-BE49-F238E27FC236}">
                        <a16:creationId xmlns:a16="http://schemas.microsoft.com/office/drawing/2014/main" id="{474EA037-8576-A333-1008-A701DCBFEBA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72" name="Oval 671">
                      <a:extLst>
                        <a:ext uri="{FF2B5EF4-FFF2-40B4-BE49-F238E27FC236}">
                          <a16:creationId xmlns:a16="http://schemas.microsoft.com/office/drawing/2014/main" id="{8EEE1EFF-36CB-7EAE-2D69-9EB62529247B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73" name="Group 672">
                      <a:extLst>
                        <a:ext uri="{FF2B5EF4-FFF2-40B4-BE49-F238E27FC236}">
                          <a16:creationId xmlns:a16="http://schemas.microsoft.com/office/drawing/2014/main" id="{E23721B7-4F41-8BBC-EFA0-FAD75C8AD08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74" name="Oval 673">
                        <a:extLst>
                          <a:ext uri="{FF2B5EF4-FFF2-40B4-BE49-F238E27FC236}">
                            <a16:creationId xmlns:a16="http://schemas.microsoft.com/office/drawing/2014/main" id="{121BAB01-A032-C7CF-FC2E-094719D50B22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75" name="Oval 674">
                        <a:extLst>
                          <a:ext uri="{FF2B5EF4-FFF2-40B4-BE49-F238E27FC236}">
                            <a16:creationId xmlns:a16="http://schemas.microsoft.com/office/drawing/2014/main" id="{15CDF4DE-613A-EAB0-67E0-97FD892B30E7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76" name="Oval 675">
                        <a:extLst>
                          <a:ext uri="{FF2B5EF4-FFF2-40B4-BE49-F238E27FC236}">
                            <a16:creationId xmlns:a16="http://schemas.microsoft.com/office/drawing/2014/main" id="{4F06BB61-2DAB-C568-B509-23F40C7F205A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77" name="Oval 676">
                        <a:extLst>
                          <a:ext uri="{FF2B5EF4-FFF2-40B4-BE49-F238E27FC236}">
                            <a16:creationId xmlns:a16="http://schemas.microsoft.com/office/drawing/2014/main" id="{2B48C4F9-DBC1-DAED-E5F7-EA06CBE4C2A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78" name="Arc 677">
                        <a:extLst>
                          <a:ext uri="{FF2B5EF4-FFF2-40B4-BE49-F238E27FC236}">
                            <a16:creationId xmlns:a16="http://schemas.microsoft.com/office/drawing/2014/main" id="{EA460C37-C98B-E9ED-DC7B-EDA545D62C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79" name="Oval 678">
                        <a:extLst>
                          <a:ext uri="{FF2B5EF4-FFF2-40B4-BE49-F238E27FC236}">
                            <a16:creationId xmlns:a16="http://schemas.microsoft.com/office/drawing/2014/main" id="{6D985A6C-1938-7148-9FDD-627414B6AD0B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80" name="Arc 679">
                        <a:extLst>
                          <a:ext uri="{FF2B5EF4-FFF2-40B4-BE49-F238E27FC236}">
                            <a16:creationId xmlns:a16="http://schemas.microsoft.com/office/drawing/2014/main" id="{54B814E7-3837-2C06-6DE0-F93C6975E6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81" name="Arc 680">
                        <a:extLst>
                          <a:ext uri="{FF2B5EF4-FFF2-40B4-BE49-F238E27FC236}">
                            <a16:creationId xmlns:a16="http://schemas.microsoft.com/office/drawing/2014/main" id="{107BB139-8572-634E-AECB-E5E9985B7EB6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659" name="Group 658">
                    <a:extLst>
                      <a:ext uri="{FF2B5EF4-FFF2-40B4-BE49-F238E27FC236}">
                        <a16:creationId xmlns:a16="http://schemas.microsoft.com/office/drawing/2014/main" id="{C77BE9CA-99FE-FCD4-4554-0A407E376772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62" name="Oval 661">
                      <a:extLst>
                        <a:ext uri="{FF2B5EF4-FFF2-40B4-BE49-F238E27FC236}">
                          <a16:creationId xmlns:a16="http://schemas.microsoft.com/office/drawing/2014/main" id="{F69EDC2F-81E6-5321-D957-BD03282B929D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63" name="Group 662">
                      <a:extLst>
                        <a:ext uri="{FF2B5EF4-FFF2-40B4-BE49-F238E27FC236}">
                          <a16:creationId xmlns:a16="http://schemas.microsoft.com/office/drawing/2014/main" id="{3F23D4FF-A16F-D7A6-3D29-BA4FDB012C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64" name="Oval 663">
                        <a:extLst>
                          <a:ext uri="{FF2B5EF4-FFF2-40B4-BE49-F238E27FC236}">
                            <a16:creationId xmlns:a16="http://schemas.microsoft.com/office/drawing/2014/main" id="{F8E355F1-AF61-FDEA-2818-61B1CD0C45B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65" name="Oval 664">
                        <a:extLst>
                          <a:ext uri="{FF2B5EF4-FFF2-40B4-BE49-F238E27FC236}">
                            <a16:creationId xmlns:a16="http://schemas.microsoft.com/office/drawing/2014/main" id="{F3B3356D-BEDC-81DB-E30E-74637373B417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66" name="Oval 665">
                        <a:extLst>
                          <a:ext uri="{FF2B5EF4-FFF2-40B4-BE49-F238E27FC236}">
                            <a16:creationId xmlns:a16="http://schemas.microsoft.com/office/drawing/2014/main" id="{F873E702-AEAC-0BFF-9941-477BC983F02D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67" name="Oval 666">
                        <a:extLst>
                          <a:ext uri="{FF2B5EF4-FFF2-40B4-BE49-F238E27FC236}">
                            <a16:creationId xmlns:a16="http://schemas.microsoft.com/office/drawing/2014/main" id="{652A48F3-083D-292E-E024-8ECECFC154D0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68" name="Arc 667">
                        <a:extLst>
                          <a:ext uri="{FF2B5EF4-FFF2-40B4-BE49-F238E27FC236}">
                            <a16:creationId xmlns:a16="http://schemas.microsoft.com/office/drawing/2014/main" id="{E8745D19-9072-C402-CB7C-F34F17C1AA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69" name="Oval 668">
                        <a:extLst>
                          <a:ext uri="{FF2B5EF4-FFF2-40B4-BE49-F238E27FC236}">
                            <a16:creationId xmlns:a16="http://schemas.microsoft.com/office/drawing/2014/main" id="{5988728B-2653-5B49-0A2D-036971A8A541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70" name="Arc 669">
                        <a:extLst>
                          <a:ext uri="{FF2B5EF4-FFF2-40B4-BE49-F238E27FC236}">
                            <a16:creationId xmlns:a16="http://schemas.microsoft.com/office/drawing/2014/main" id="{712EC0EF-C4DE-93DA-BF26-205E4CFE72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71" name="Arc 670">
                        <a:extLst>
                          <a:ext uri="{FF2B5EF4-FFF2-40B4-BE49-F238E27FC236}">
                            <a16:creationId xmlns:a16="http://schemas.microsoft.com/office/drawing/2014/main" id="{1DB8EC7E-F982-B177-05A1-68038713E0A8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660" name="Straight Connector 659">
                    <a:extLst>
                      <a:ext uri="{FF2B5EF4-FFF2-40B4-BE49-F238E27FC236}">
                        <a16:creationId xmlns:a16="http://schemas.microsoft.com/office/drawing/2014/main" id="{DC520103-F408-1CF6-1243-B77095CE402C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1" name="Straight Connector 660">
                    <a:extLst>
                      <a:ext uri="{FF2B5EF4-FFF2-40B4-BE49-F238E27FC236}">
                        <a16:creationId xmlns:a16="http://schemas.microsoft.com/office/drawing/2014/main" id="{F164EAEC-BA21-118F-B3E1-86F7264768A5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49" name="Group 648">
                  <a:extLst>
                    <a:ext uri="{FF2B5EF4-FFF2-40B4-BE49-F238E27FC236}">
                      <a16:creationId xmlns:a16="http://schemas.microsoft.com/office/drawing/2014/main" id="{782014AD-00B5-C968-0B0D-57A54B2E8584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650" name="Moon 649">
                    <a:extLst>
                      <a:ext uri="{FF2B5EF4-FFF2-40B4-BE49-F238E27FC236}">
                        <a16:creationId xmlns:a16="http://schemas.microsoft.com/office/drawing/2014/main" id="{4A294C46-5262-195B-96A1-3D16CFF8D8E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1" name="Oval 650">
                    <a:extLst>
                      <a:ext uri="{FF2B5EF4-FFF2-40B4-BE49-F238E27FC236}">
                        <a16:creationId xmlns:a16="http://schemas.microsoft.com/office/drawing/2014/main" id="{1BE9C401-F87F-27A2-5EAE-0F704B66DBDA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2" name="Oval 651">
                    <a:extLst>
                      <a:ext uri="{FF2B5EF4-FFF2-40B4-BE49-F238E27FC236}">
                        <a16:creationId xmlns:a16="http://schemas.microsoft.com/office/drawing/2014/main" id="{DF5E7713-B9DA-75FB-1F6C-B1163CE2FAB6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3" name="Oval 652">
                    <a:extLst>
                      <a:ext uri="{FF2B5EF4-FFF2-40B4-BE49-F238E27FC236}">
                        <a16:creationId xmlns:a16="http://schemas.microsoft.com/office/drawing/2014/main" id="{BA9E58E1-5D55-A7B5-870E-75C46835DFBB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4" name="Oval 653">
                    <a:extLst>
                      <a:ext uri="{FF2B5EF4-FFF2-40B4-BE49-F238E27FC236}">
                        <a16:creationId xmlns:a16="http://schemas.microsoft.com/office/drawing/2014/main" id="{29A98AA2-A9CC-D8E5-1018-221AF410C5FB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5" name="Oval 654">
                    <a:extLst>
                      <a:ext uri="{FF2B5EF4-FFF2-40B4-BE49-F238E27FC236}">
                        <a16:creationId xmlns:a16="http://schemas.microsoft.com/office/drawing/2014/main" id="{E193619E-AD88-83FF-DEAA-7AD31C8AE2BA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6" name="Oval 655">
                    <a:extLst>
                      <a:ext uri="{FF2B5EF4-FFF2-40B4-BE49-F238E27FC236}">
                        <a16:creationId xmlns:a16="http://schemas.microsoft.com/office/drawing/2014/main" id="{6297FB87-C7C0-16B0-A736-CD6480253D29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7" name="Oval 656">
                    <a:extLst>
                      <a:ext uri="{FF2B5EF4-FFF2-40B4-BE49-F238E27FC236}">
                        <a16:creationId xmlns:a16="http://schemas.microsoft.com/office/drawing/2014/main" id="{6C361526-732D-3D44-6BE9-6269BDA21712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116B4E31-4C4C-593E-0631-93F845037481}"/>
                </a:ext>
              </a:extLst>
            </p:cNvPr>
            <p:cNvGrpSpPr/>
            <p:nvPr/>
          </p:nvGrpSpPr>
          <p:grpSpPr>
            <a:xfrm>
              <a:off x="7908387" y="3523652"/>
              <a:ext cx="714579" cy="561864"/>
              <a:chOff x="10309720" y="4212349"/>
              <a:chExt cx="714579" cy="561864"/>
            </a:xfrm>
          </p:grpSpPr>
          <p:sp>
            <p:nvSpPr>
              <p:cNvPr id="715" name="Oval 714">
                <a:extLst>
                  <a:ext uri="{FF2B5EF4-FFF2-40B4-BE49-F238E27FC236}">
                    <a16:creationId xmlns:a16="http://schemas.microsoft.com/office/drawing/2014/main" id="{3D392656-6E09-75AE-AC91-1E16223AA9D7}"/>
                  </a:ext>
                </a:extLst>
              </p:cNvPr>
              <p:cNvSpPr/>
              <p:nvPr/>
            </p:nvSpPr>
            <p:spPr>
              <a:xfrm rot="5400000">
                <a:off x="10386078" y="4135991"/>
                <a:ext cx="561864" cy="714579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716" name="Group 715">
                <a:extLst>
                  <a:ext uri="{FF2B5EF4-FFF2-40B4-BE49-F238E27FC236}">
                    <a16:creationId xmlns:a16="http://schemas.microsoft.com/office/drawing/2014/main" id="{4BB3904B-2037-6091-87D9-8D4E2A1F1573}"/>
                  </a:ext>
                </a:extLst>
              </p:cNvPr>
              <p:cNvGrpSpPr/>
              <p:nvPr/>
            </p:nvGrpSpPr>
            <p:grpSpPr>
              <a:xfrm rot="20357241">
                <a:off x="10503199" y="4236927"/>
                <a:ext cx="45719" cy="375264"/>
                <a:chOff x="6686062" y="3899868"/>
                <a:chExt cx="74130" cy="410527"/>
              </a:xfrm>
            </p:grpSpPr>
            <p:sp>
              <p:nvSpPr>
                <p:cNvPr id="844" name="Rounded Rectangle 843">
                  <a:extLst>
                    <a:ext uri="{FF2B5EF4-FFF2-40B4-BE49-F238E27FC236}">
                      <a16:creationId xmlns:a16="http://schemas.microsoft.com/office/drawing/2014/main" id="{C1C66258-4BEB-69FF-0329-B86D235516BA}"/>
                    </a:ext>
                  </a:extLst>
                </p:cNvPr>
                <p:cNvSpPr/>
                <p:nvPr/>
              </p:nvSpPr>
              <p:spPr>
                <a:xfrm>
                  <a:off x="6686063" y="3970295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5" name="Rounded Rectangle 844">
                  <a:extLst>
                    <a:ext uri="{FF2B5EF4-FFF2-40B4-BE49-F238E27FC236}">
                      <a16:creationId xmlns:a16="http://schemas.microsoft.com/office/drawing/2014/main" id="{10E416A1-A503-7BD7-3FCB-5F5663CA635C}"/>
                    </a:ext>
                  </a:extLst>
                </p:cNvPr>
                <p:cNvSpPr/>
                <p:nvPr/>
              </p:nvSpPr>
              <p:spPr>
                <a:xfrm>
                  <a:off x="6686738" y="4039854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6" name="Rounded Rectangle 845">
                  <a:extLst>
                    <a:ext uri="{FF2B5EF4-FFF2-40B4-BE49-F238E27FC236}">
                      <a16:creationId xmlns:a16="http://schemas.microsoft.com/office/drawing/2014/main" id="{30891DC4-AFB7-D2A2-B7DF-F3D023E6861A}"/>
                    </a:ext>
                  </a:extLst>
                </p:cNvPr>
                <p:cNvSpPr/>
                <p:nvPr/>
              </p:nvSpPr>
              <p:spPr>
                <a:xfrm>
                  <a:off x="6687528" y="4108138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7" name="Rounded Rectangle 846">
                  <a:extLst>
                    <a:ext uri="{FF2B5EF4-FFF2-40B4-BE49-F238E27FC236}">
                      <a16:creationId xmlns:a16="http://schemas.microsoft.com/office/drawing/2014/main" id="{745B4B56-2185-CB23-C033-DE8F809FBB73}"/>
                    </a:ext>
                  </a:extLst>
                </p:cNvPr>
                <p:cNvSpPr/>
                <p:nvPr/>
              </p:nvSpPr>
              <p:spPr>
                <a:xfrm>
                  <a:off x="6686062" y="4176422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8" name="Rounded Rectangle 847">
                  <a:extLst>
                    <a:ext uri="{FF2B5EF4-FFF2-40B4-BE49-F238E27FC236}">
                      <a16:creationId xmlns:a16="http://schemas.microsoft.com/office/drawing/2014/main" id="{103E195D-456F-47EE-711C-ED5CF5397A54}"/>
                    </a:ext>
                  </a:extLst>
                </p:cNvPr>
                <p:cNvSpPr/>
                <p:nvPr/>
              </p:nvSpPr>
              <p:spPr>
                <a:xfrm>
                  <a:off x="6686982" y="4242111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49" name="Straight Connector 848">
                  <a:extLst>
                    <a:ext uri="{FF2B5EF4-FFF2-40B4-BE49-F238E27FC236}">
                      <a16:creationId xmlns:a16="http://schemas.microsoft.com/office/drawing/2014/main" id="{79753998-C87B-30E1-3BE8-42BF7F167DBD}"/>
                    </a:ext>
                  </a:extLst>
                </p:cNvPr>
                <p:cNvCxnSpPr>
                  <a:cxnSpLocks/>
                  <a:stCxn id="844" idx="0"/>
                </p:cNvCxnSpPr>
                <p:nvPr/>
              </p:nvCxnSpPr>
              <p:spPr>
                <a:xfrm flipV="1">
                  <a:off x="6722395" y="3899868"/>
                  <a:ext cx="0" cy="70427"/>
                </a:xfrm>
                <a:prstGeom prst="line">
                  <a:avLst/>
                </a:prstGeom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17" name="Group 716">
                <a:extLst>
                  <a:ext uri="{FF2B5EF4-FFF2-40B4-BE49-F238E27FC236}">
                    <a16:creationId xmlns:a16="http://schemas.microsoft.com/office/drawing/2014/main" id="{1BE71DF5-E3B4-0B97-34E4-F627616EDD5D}"/>
                  </a:ext>
                </a:extLst>
              </p:cNvPr>
              <p:cNvGrpSpPr/>
              <p:nvPr/>
            </p:nvGrpSpPr>
            <p:grpSpPr>
              <a:xfrm rot="9928240" flipH="1" flipV="1">
                <a:off x="10452295" y="4362413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785" name="Group 784">
                  <a:extLst>
                    <a:ext uri="{FF2B5EF4-FFF2-40B4-BE49-F238E27FC236}">
                      <a16:creationId xmlns:a16="http://schemas.microsoft.com/office/drawing/2014/main" id="{50C4530C-BEF7-40BC-7145-80CAA951E9E8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820" name="Group 819">
                    <a:extLst>
                      <a:ext uri="{FF2B5EF4-FFF2-40B4-BE49-F238E27FC236}">
                        <a16:creationId xmlns:a16="http://schemas.microsoft.com/office/drawing/2014/main" id="{BD4FB1B3-9F0C-E9FB-9E89-5018705861A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34" name="Oval 833">
                      <a:extLst>
                        <a:ext uri="{FF2B5EF4-FFF2-40B4-BE49-F238E27FC236}">
                          <a16:creationId xmlns:a16="http://schemas.microsoft.com/office/drawing/2014/main" id="{8FE67B29-C698-537B-A1B8-BF6520AA193E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35" name="Group 834">
                      <a:extLst>
                        <a:ext uri="{FF2B5EF4-FFF2-40B4-BE49-F238E27FC236}">
                          <a16:creationId xmlns:a16="http://schemas.microsoft.com/office/drawing/2014/main" id="{498F74BF-DB42-01AA-105D-40E4316442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836" name="Oval 835">
                        <a:extLst>
                          <a:ext uri="{FF2B5EF4-FFF2-40B4-BE49-F238E27FC236}">
                            <a16:creationId xmlns:a16="http://schemas.microsoft.com/office/drawing/2014/main" id="{04C2F70A-233C-5199-ABF7-59FFC1CE5A2B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37" name="Oval 836">
                        <a:extLst>
                          <a:ext uri="{FF2B5EF4-FFF2-40B4-BE49-F238E27FC236}">
                            <a16:creationId xmlns:a16="http://schemas.microsoft.com/office/drawing/2014/main" id="{B8FB106D-8020-DB16-6D34-05510D8D9794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38" name="Oval 837">
                        <a:extLst>
                          <a:ext uri="{FF2B5EF4-FFF2-40B4-BE49-F238E27FC236}">
                            <a16:creationId xmlns:a16="http://schemas.microsoft.com/office/drawing/2014/main" id="{0495836F-19EC-9C4D-0D34-45D1784C30B4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39" name="Oval 838">
                        <a:extLst>
                          <a:ext uri="{FF2B5EF4-FFF2-40B4-BE49-F238E27FC236}">
                            <a16:creationId xmlns:a16="http://schemas.microsoft.com/office/drawing/2014/main" id="{5D910132-3E13-A108-F96F-FAB3091DEA9E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40" name="Arc 839">
                        <a:extLst>
                          <a:ext uri="{FF2B5EF4-FFF2-40B4-BE49-F238E27FC236}">
                            <a16:creationId xmlns:a16="http://schemas.microsoft.com/office/drawing/2014/main" id="{71799FBB-6CCA-1CDD-D85F-A4D4B497F9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41" name="Oval 840">
                        <a:extLst>
                          <a:ext uri="{FF2B5EF4-FFF2-40B4-BE49-F238E27FC236}">
                            <a16:creationId xmlns:a16="http://schemas.microsoft.com/office/drawing/2014/main" id="{57F10A28-3B13-37EE-47B6-B96C4A8FF8B3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42" name="Arc 841">
                        <a:extLst>
                          <a:ext uri="{FF2B5EF4-FFF2-40B4-BE49-F238E27FC236}">
                            <a16:creationId xmlns:a16="http://schemas.microsoft.com/office/drawing/2014/main" id="{8765010C-F4FD-DAE0-B6E7-D79D61D15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43" name="Arc 842">
                        <a:extLst>
                          <a:ext uri="{FF2B5EF4-FFF2-40B4-BE49-F238E27FC236}">
                            <a16:creationId xmlns:a16="http://schemas.microsoft.com/office/drawing/2014/main" id="{5FA536F9-08F1-B567-CF36-CC9EF779CB33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821" name="Group 820">
                    <a:extLst>
                      <a:ext uri="{FF2B5EF4-FFF2-40B4-BE49-F238E27FC236}">
                        <a16:creationId xmlns:a16="http://schemas.microsoft.com/office/drawing/2014/main" id="{C00C4E48-58F3-CA98-08EE-DED61DDB3438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24" name="Oval 823">
                      <a:extLst>
                        <a:ext uri="{FF2B5EF4-FFF2-40B4-BE49-F238E27FC236}">
                          <a16:creationId xmlns:a16="http://schemas.microsoft.com/office/drawing/2014/main" id="{FF868565-35B9-734D-9078-F91619E3268C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C26176C-64BC-A8D3-27C6-FB1E485CD9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826" name="Oval 825">
                        <a:extLst>
                          <a:ext uri="{FF2B5EF4-FFF2-40B4-BE49-F238E27FC236}">
                            <a16:creationId xmlns:a16="http://schemas.microsoft.com/office/drawing/2014/main" id="{D1BD3C8F-5DA7-2519-71A2-B6CA5E1BFFB4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27" name="Oval 826">
                        <a:extLst>
                          <a:ext uri="{FF2B5EF4-FFF2-40B4-BE49-F238E27FC236}">
                            <a16:creationId xmlns:a16="http://schemas.microsoft.com/office/drawing/2014/main" id="{FB2F8E7C-4EAF-FFCC-CD56-7E1880BE148E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28" name="Oval 827">
                        <a:extLst>
                          <a:ext uri="{FF2B5EF4-FFF2-40B4-BE49-F238E27FC236}">
                            <a16:creationId xmlns:a16="http://schemas.microsoft.com/office/drawing/2014/main" id="{4E9C5120-3FEC-BF62-F2BD-CB1B7C958BCB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29" name="Oval 828">
                        <a:extLst>
                          <a:ext uri="{FF2B5EF4-FFF2-40B4-BE49-F238E27FC236}">
                            <a16:creationId xmlns:a16="http://schemas.microsoft.com/office/drawing/2014/main" id="{2C675B66-93B0-DD36-2AFF-16875131C85D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30" name="Arc 829">
                        <a:extLst>
                          <a:ext uri="{FF2B5EF4-FFF2-40B4-BE49-F238E27FC236}">
                            <a16:creationId xmlns:a16="http://schemas.microsoft.com/office/drawing/2014/main" id="{EE4C17F9-19E9-CF6B-7657-34021F20DB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31" name="Oval 830">
                        <a:extLst>
                          <a:ext uri="{FF2B5EF4-FFF2-40B4-BE49-F238E27FC236}">
                            <a16:creationId xmlns:a16="http://schemas.microsoft.com/office/drawing/2014/main" id="{176CD0F7-CAD1-7E47-375D-D7333016B3E4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32" name="Arc 831">
                        <a:extLst>
                          <a:ext uri="{FF2B5EF4-FFF2-40B4-BE49-F238E27FC236}">
                            <a16:creationId xmlns:a16="http://schemas.microsoft.com/office/drawing/2014/main" id="{D823E953-6154-71EF-C1C5-7F7E6B0ABB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33" name="Arc 832">
                        <a:extLst>
                          <a:ext uri="{FF2B5EF4-FFF2-40B4-BE49-F238E27FC236}">
                            <a16:creationId xmlns:a16="http://schemas.microsoft.com/office/drawing/2014/main" id="{9FBD5ED0-4816-3367-A226-969C92C37B3B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822" name="Straight Connector 821">
                    <a:extLst>
                      <a:ext uri="{FF2B5EF4-FFF2-40B4-BE49-F238E27FC236}">
                        <a16:creationId xmlns:a16="http://schemas.microsoft.com/office/drawing/2014/main" id="{A602A16A-CBC0-2257-EBC0-BB5D4C591F96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3" name="Straight Connector 822">
                    <a:extLst>
                      <a:ext uri="{FF2B5EF4-FFF2-40B4-BE49-F238E27FC236}">
                        <a16:creationId xmlns:a16="http://schemas.microsoft.com/office/drawing/2014/main" id="{7E172999-BEB9-4EB0-77AD-48068BA04F80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86" name="Group 785">
                  <a:extLst>
                    <a:ext uri="{FF2B5EF4-FFF2-40B4-BE49-F238E27FC236}">
                      <a16:creationId xmlns:a16="http://schemas.microsoft.com/office/drawing/2014/main" id="{755E1414-1266-54E2-E7DB-C1E1E0947D45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796" name="Group 795">
                    <a:extLst>
                      <a:ext uri="{FF2B5EF4-FFF2-40B4-BE49-F238E27FC236}">
                        <a16:creationId xmlns:a16="http://schemas.microsoft.com/office/drawing/2014/main" id="{D2816A5D-9BF8-0926-BD16-452B589619F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10" name="Oval 809">
                      <a:extLst>
                        <a:ext uri="{FF2B5EF4-FFF2-40B4-BE49-F238E27FC236}">
                          <a16:creationId xmlns:a16="http://schemas.microsoft.com/office/drawing/2014/main" id="{F16B87F0-F0EA-D1BC-FD18-8BA8591D58A8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6C9A47AC-A342-C681-89CF-BDE3CB02C38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812" name="Oval 811">
                        <a:extLst>
                          <a:ext uri="{FF2B5EF4-FFF2-40B4-BE49-F238E27FC236}">
                            <a16:creationId xmlns:a16="http://schemas.microsoft.com/office/drawing/2014/main" id="{FAE95FD4-DEAF-0B28-B722-D01E1F7ED365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13" name="Oval 812">
                        <a:extLst>
                          <a:ext uri="{FF2B5EF4-FFF2-40B4-BE49-F238E27FC236}">
                            <a16:creationId xmlns:a16="http://schemas.microsoft.com/office/drawing/2014/main" id="{62366385-1D56-D86E-4A9D-E99DB65E4B27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14" name="Oval 813">
                        <a:extLst>
                          <a:ext uri="{FF2B5EF4-FFF2-40B4-BE49-F238E27FC236}">
                            <a16:creationId xmlns:a16="http://schemas.microsoft.com/office/drawing/2014/main" id="{8EFAC212-150F-F957-327D-FF37F8CCC6EE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15" name="Oval 814">
                        <a:extLst>
                          <a:ext uri="{FF2B5EF4-FFF2-40B4-BE49-F238E27FC236}">
                            <a16:creationId xmlns:a16="http://schemas.microsoft.com/office/drawing/2014/main" id="{48BCD5DB-65C0-3EC6-9B85-05C6B5F5167A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16" name="Arc 815">
                        <a:extLst>
                          <a:ext uri="{FF2B5EF4-FFF2-40B4-BE49-F238E27FC236}">
                            <a16:creationId xmlns:a16="http://schemas.microsoft.com/office/drawing/2014/main" id="{1CD82331-2982-44A5-90A3-E23ACFB42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17" name="Oval 816">
                        <a:extLst>
                          <a:ext uri="{FF2B5EF4-FFF2-40B4-BE49-F238E27FC236}">
                            <a16:creationId xmlns:a16="http://schemas.microsoft.com/office/drawing/2014/main" id="{85D892F9-676F-9E51-1F44-CAA4B96E23F3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18" name="Arc 817">
                        <a:extLst>
                          <a:ext uri="{FF2B5EF4-FFF2-40B4-BE49-F238E27FC236}">
                            <a16:creationId xmlns:a16="http://schemas.microsoft.com/office/drawing/2014/main" id="{C8F49DD8-7C31-931A-5AC3-7C63479F0A7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19" name="Arc 818">
                        <a:extLst>
                          <a:ext uri="{FF2B5EF4-FFF2-40B4-BE49-F238E27FC236}">
                            <a16:creationId xmlns:a16="http://schemas.microsoft.com/office/drawing/2014/main" id="{201878B9-F687-F6D0-FEA1-488638DF1216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797" name="Group 796">
                    <a:extLst>
                      <a:ext uri="{FF2B5EF4-FFF2-40B4-BE49-F238E27FC236}">
                        <a16:creationId xmlns:a16="http://schemas.microsoft.com/office/drawing/2014/main" id="{905D8C22-BDF8-7601-722C-9A80DC020041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00" name="Oval 799">
                      <a:extLst>
                        <a:ext uri="{FF2B5EF4-FFF2-40B4-BE49-F238E27FC236}">
                          <a16:creationId xmlns:a16="http://schemas.microsoft.com/office/drawing/2014/main" id="{50FCC5F1-C53E-9526-40DE-6A50A39F9AE6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01" name="Group 800">
                      <a:extLst>
                        <a:ext uri="{FF2B5EF4-FFF2-40B4-BE49-F238E27FC236}">
                          <a16:creationId xmlns:a16="http://schemas.microsoft.com/office/drawing/2014/main" id="{4798C31D-E4F9-C4EF-D31C-D21060D687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802" name="Oval 801">
                        <a:extLst>
                          <a:ext uri="{FF2B5EF4-FFF2-40B4-BE49-F238E27FC236}">
                            <a16:creationId xmlns:a16="http://schemas.microsoft.com/office/drawing/2014/main" id="{74C324D0-BF22-5529-3CF7-3A280928D590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03" name="Oval 802">
                        <a:extLst>
                          <a:ext uri="{FF2B5EF4-FFF2-40B4-BE49-F238E27FC236}">
                            <a16:creationId xmlns:a16="http://schemas.microsoft.com/office/drawing/2014/main" id="{5339C04D-CEA4-846A-EA1C-82C387616EB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04" name="Oval 803">
                        <a:extLst>
                          <a:ext uri="{FF2B5EF4-FFF2-40B4-BE49-F238E27FC236}">
                            <a16:creationId xmlns:a16="http://schemas.microsoft.com/office/drawing/2014/main" id="{DC670729-4AB3-BA0A-388F-78235163914A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05" name="Oval 804">
                        <a:extLst>
                          <a:ext uri="{FF2B5EF4-FFF2-40B4-BE49-F238E27FC236}">
                            <a16:creationId xmlns:a16="http://schemas.microsoft.com/office/drawing/2014/main" id="{06F8FED4-8DF9-D4DD-F398-D84D09E08B3F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06" name="Arc 805">
                        <a:extLst>
                          <a:ext uri="{FF2B5EF4-FFF2-40B4-BE49-F238E27FC236}">
                            <a16:creationId xmlns:a16="http://schemas.microsoft.com/office/drawing/2014/main" id="{39922651-29B1-9297-807B-EC1CE81A8F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07" name="Oval 806">
                        <a:extLst>
                          <a:ext uri="{FF2B5EF4-FFF2-40B4-BE49-F238E27FC236}">
                            <a16:creationId xmlns:a16="http://schemas.microsoft.com/office/drawing/2014/main" id="{B9506CEF-F040-589D-C5A7-AB6E6EC33938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08" name="Arc 807">
                        <a:extLst>
                          <a:ext uri="{FF2B5EF4-FFF2-40B4-BE49-F238E27FC236}">
                            <a16:creationId xmlns:a16="http://schemas.microsoft.com/office/drawing/2014/main" id="{91C06046-6BF0-F3B3-FF33-1813A68585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09" name="Arc 808">
                        <a:extLst>
                          <a:ext uri="{FF2B5EF4-FFF2-40B4-BE49-F238E27FC236}">
                            <a16:creationId xmlns:a16="http://schemas.microsoft.com/office/drawing/2014/main" id="{6F864171-8EBB-FE81-87E0-30535C5B63CA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798" name="Straight Connector 797">
                    <a:extLst>
                      <a:ext uri="{FF2B5EF4-FFF2-40B4-BE49-F238E27FC236}">
                        <a16:creationId xmlns:a16="http://schemas.microsoft.com/office/drawing/2014/main" id="{8EB5D18B-AB26-AF8B-4DF1-0CE661240580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9" name="Straight Connector 798">
                    <a:extLst>
                      <a:ext uri="{FF2B5EF4-FFF2-40B4-BE49-F238E27FC236}">
                        <a16:creationId xmlns:a16="http://schemas.microsoft.com/office/drawing/2014/main" id="{5580D36A-9B4A-8376-42DE-386B5F8F9B67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87" name="Group 786">
                  <a:extLst>
                    <a:ext uri="{FF2B5EF4-FFF2-40B4-BE49-F238E27FC236}">
                      <a16:creationId xmlns:a16="http://schemas.microsoft.com/office/drawing/2014/main" id="{EFD26974-FD54-1DFB-6186-0A1F6C0FC04C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788" name="Moon 787">
                    <a:extLst>
                      <a:ext uri="{FF2B5EF4-FFF2-40B4-BE49-F238E27FC236}">
                        <a16:creationId xmlns:a16="http://schemas.microsoft.com/office/drawing/2014/main" id="{35BCA4AA-FA22-9272-7E9A-ADE77CFC9499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9" name="Oval 788">
                    <a:extLst>
                      <a:ext uri="{FF2B5EF4-FFF2-40B4-BE49-F238E27FC236}">
                        <a16:creationId xmlns:a16="http://schemas.microsoft.com/office/drawing/2014/main" id="{8AABE9E5-4045-83B4-83D7-791F4F80FC96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0" name="Oval 789">
                    <a:extLst>
                      <a:ext uri="{FF2B5EF4-FFF2-40B4-BE49-F238E27FC236}">
                        <a16:creationId xmlns:a16="http://schemas.microsoft.com/office/drawing/2014/main" id="{2102906D-095A-053C-51DE-BDC90B57FA9B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1" name="Oval 790">
                    <a:extLst>
                      <a:ext uri="{FF2B5EF4-FFF2-40B4-BE49-F238E27FC236}">
                        <a16:creationId xmlns:a16="http://schemas.microsoft.com/office/drawing/2014/main" id="{47430A21-E4E2-39CB-8C6F-E1112B6062AE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2" name="Oval 791">
                    <a:extLst>
                      <a:ext uri="{FF2B5EF4-FFF2-40B4-BE49-F238E27FC236}">
                        <a16:creationId xmlns:a16="http://schemas.microsoft.com/office/drawing/2014/main" id="{80CA11AF-8AB2-63C6-D5C9-FAEB261D7106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3" name="Oval 792">
                    <a:extLst>
                      <a:ext uri="{FF2B5EF4-FFF2-40B4-BE49-F238E27FC236}">
                        <a16:creationId xmlns:a16="http://schemas.microsoft.com/office/drawing/2014/main" id="{811E5D69-EBC1-24D0-AAD3-B2DBDCAAD051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4" name="Oval 793">
                    <a:extLst>
                      <a:ext uri="{FF2B5EF4-FFF2-40B4-BE49-F238E27FC236}">
                        <a16:creationId xmlns:a16="http://schemas.microsoft.com/office/drawing/2014/main" id="{9A078AC6-D620-F606-F580-A27B46F167D8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5" name="Oval 794">
                    <a:extLst>
                      <a:ext uri="{FF2B5EF4-FFF2-40B4-BE49-F238E27FC236}">
                        <a16:creationId xmlns:a16="http://schemas.microsoft.com/office/drawing/2014/main" id="{B660EA9C-62ED-1C18-0346-E9D525F3C285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18" name="Group 717">
                <a:extLst>
                  <a:ext uri="{FF2B5EF4-FFF2-40B4-BE49-F238E27FC236}">
                    <a16:creationId xmlns:a16="http://schemas.microsoft.com/office/drawing/2014/main" id="{0F0E68EC-9AAB-DB8A-A564-048F9D3322A1}"/>
                  </a:ext>
                </a:extLst>
              </p:cNvPr>
              <p:cNvGrpSpPr/>
              <p:nvPr/>
            </p:nvGrpSpPr>
            <p:grpSpPr>
              <a:xfrm rot="9179632">
                <a:off x="10779424" y="4378246"/>
                <a:ext cx="45719" cy="375264"/>
                <a:chOff x="6686062" y="3899868"/>
                <a:chExt cx="74130" cy="410527"/>
              </a:xfrm>
            </p:grpSpPr>
            <p:sp>
              <p:nvSpPr>
                <p:cNvPr id="779" name="Rounded Rectangle 778">
                  <a:extLst>
                    <a:ext uri="{FF2B5EF4-FFF2-40B4-BE49-F238E27FC236}">
                      <a16:creationId xmlns:a16="http://schemas.microsoft.com/office/drawing/2014/main" id="{E7BD3A15-35E5-C1AA-4896-8FE609CB0833}"/>
                    </a:ext>
                  </a:extLst>
                </p:cNvPr>
                <p:cNvSpPr/>
                <p:nvPr/>
              </p:nvSpPr>
              <p:spPr>
                <a:xfrm>
                  <a:off x="6686063" y="3970295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0" name="Rounded Rectangle 779">
                  <a:extLst>
                    <a:ext uri="{FF2B5EF4-FFF2-40B4-BE49-F238E27FC236}">
                      <a16:creationId xmlns:a16="http://schemas.microsoft.com/office/drawing/2014/main" id="{D8EFB756-49A0-4CE2-A2EF-533D3BF408FE}"/>
                    </a:ext>
                  </a:extLst>
                </p:cNvPr>
                <p:cNvSpPr/>
                <p:nvPr/>
              </p:nvSpPr>
              <p:spPr>
                <a:xfrm>
                  <a:off x="6686738" y="4039854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1" name="Rounded Rectangle 780">
                  <a:extLst>
                    <a:ext uri="{FF2B5EF4-FFF2-40B4-BE49-F238E27FC236}">
                      <a16:creationId xmlns:a16="http://schemas.microsoft.com/office/drawing/2014/main" id="{AF50A084-4F3A-1E3A-8482-39D923B2C269}"/>
                    </a:ext>
                  </a:extLst>
                </p:cNvPr>
                <p:cNvSpPr/>
                <p:nvPr/>
              </p:nvSpPr>
              <p:spPr>
                <a:xfrm>
                  <a:off x="6687528" y="4108138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2" name="Rounded Rectangle 781">
                  <a:extLst>
                    <a:ext uri="{FF2B5EF4-FFF2-40B4-BE49-F238E27FC236}">
                      <a16:creationId xmlns:a16="http://schemas.microsoft.com/office/drawing/2014/main" id="{CB91B8E7-53A4-B651-4C01-C71FE1F670D1}"/>
                    </a:ext>
                  </a:extLst>
                </p:cNvPr>
                <p:cNvSpPr/>
                <p:nvPr/>
              </p:nvSpPr>
              <p:spPr>
                <a:xfrm>
                  <a:off x="6686062" y="4176422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3" name="Rounded Rectangle 782">
                  <a:extLst>
                    <a:ext uri="{FF2B5EF4-FFF2-40B4-BE49-F238E27FC236}">
                      <a16:creationId xmlns:a16="http://schemas.microsoft.com/office/drawing/2014/main" id="{8B1FBAB9-A087-8016-95FF-A928FF6A4684}"/>
                    </a:ext>
                  </a:extLst>
                </p:cNvPr>
                <p:cNvSpPr/>
                <p:nvPr/>
              </p:nvSpPr>
              <p:spPr>
                <a:xfrm>
                  <a:off x="6686982" y="4242111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84" name="Straight Connector 783">
                  <a:extLst>
                    <a:ext uri="{FF2B5EF4-FFF2-40B4-BE49-F238E27FC236}">
                      <a16:creationId xmlns:a16="http://schemas.microsoft.com/office/drawing/2014/main" id="{ACCB27DD-3CB1-DEF1-1FB8-F8A79513E55E}"/>
                    </a:ext>
                  </a:extLst>
                </p:cNvPr>
                <p:cNvCxnSpPr>
                  <a:cxnSpLocks/>
                  <a:stCxn id="779" idx="0"/>
                </p:cNvCxnSpPr>
                <p:nvPr/>
              </p:nvCxnSpPr>
              <p:spPr>
                <a:xfrm flipV="1">
                  <a:off x="6722395" y="3899868"/>
                  <a:ext cx="0" cy="70427"/>
                </a:xfrm>
                <a:prstGeom prst="line">
                  <a:avLst/>
                </a:prstGeom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19" name="Group 718">
                <a:extLst>
                  <a:ext uri="{FF2B5EF4-FFF2-40B4-BE49-F238E27FC236}">
                    <a16:creationId xmlns:a16="http://schemas.microsoft.com/office/drawing/2014/main" id="{A84E9A4C-F0C6-1FB7-CEB5-1F197D91E4BB}"/>
                  </a:ext>
                </a:extLst>
              </p:cNvPr>
              <p:cNvGrpSpPr/>
              <p:nvPr/>
            </p:nvGrpSpPr>
            <p:grpSpPr>
              <a:xfrm rot="9928240" flipH="1" flipV="1">
                <a:off x="10754194" y="4318884"/>
                <a:ext cx="144704" cy="348791"/>
                <a:chOff x="8901293" y="933753"/>
                <a:chExt cx="2135899" cy="5148330"/>
              </a:xfrm>
              <a:solidFill>
                <a:srgbClr val="0070C0"/>
              </a:solidFill>
            </p:grpSpPr>
            <p:grpSp>
              <p:nvGrpSpPr>
                <p:cNvPr id="720" name="Group 719">
                  <a:extLst>
                    <a:ext uri="{FF2B5EF4-FFF2-40B4-BE49-F238E27FC236}">
                      <a16:creationId xmlns:a16="http://schemas.microsoft.com/office/drawing/2014/main" id="{14A48704-33C8-B9F1-68E4-09E765191949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E957E335-F5CD-E30D-A213-8923322E299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769" name="Oval 768">
                      <a:extLst>
                        <a:ext uri="{FF2B5EF4-FFF2-40B4-BE49-F238E27FC236}">
                          <a16:creationId xmlns:a16="http://schemas.microsoft.com/office/drawing/2014/main" id="{0E833816-CAFE-A086-6F8E-FE61D716F114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770" name="Group 769">
                      <a:extLst>
                        <a:ext uri="{FF2B5EF4-FFF2-40B4-BE49-F238E27FC236}">
                          <a16:creationId xmlns:a16="http://schemas.microsoft.com/office/drawing/2014/main" id="{EE09B412-D146-4BD8-49B7-AA6CC23298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771" name="Oval 770">
                        <a:extLst>
                          <a:ext uri="{FF2B5EF4-FFF2-40B4-BE49-F238E27FC236}">
                            <a16:creationId xmlns:a16="http://schemas.microsoft.com/office/drawing/2014/main" id="{4975612C-0D8D-7FB1-178A-E5C50D035AC1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72" name="Oval 771">
                        <a:extLst>
                          <a:ext uri="{FF2B5EF4-FFF2-40B4-BE49-F238E27FC236}">
                            <a16:creationId xmlns:a16="http://schemas.microsoft.com/office/drawing/2014/main" id="{9E2AF837-ABA9-DE94-43F8-52171B303E40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73" name="Oval 772">
                        <a:extLst>
                          <a:ext uri="{FF2B5EF4-FFF2-40B4-BE49-F238E27FC236}">
                            <a16:creationId xmlns:a16="http://schemas.microsoft.com/office/drawing/2014/main" id="{49C72562-2AF8-0A19-7C02-9F6A4E632A7E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74" name="Oval 773">
                        <a:extLst>
                          <a:ext uri="{FF2B5EF4-FFF2-40B4-BE49-F238E27FC236}">
                            <a16:creationId xmlns:a16="http://schemas.microsoft.com/office/drawing/2014/main" id="{467A7AC3-AFDD-0BA1-5311-615F554EA9E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75" name="Arc 774">
                        <a:extLst>
                          <a:ext uri="{FF2B5EF4-FFF2-40B4-BE49-F238E27FC236}">
                            <a16:creationId xmlns:a16="http://schemas.microsoft.com/office/drawing/2014/main" id="{8491CA75-BD1C-6A5C-40BB-DD85B6B129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76" name="Oval 775">
                        <a:extLst>
                          <a:ext uri="{FF2B5EF4-FFF2-40B4-BE49-F238E27FC236}">
                            <a16:creationId xmlns:a16="http://schemas.microsoft.com/office/drawing/2014/main" id="{85B7E421-26CB-76BF-E6EE-FC9FA44999AF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77" name="Arc 776">
                        <a:extLst>
                          <a:ext uri="{FF2B5EF4-FFF2-40B4-BE49-F238E27FC236}">
                            <a16:creationId xmlns:a16="http://schemas.microsoft.com/office/drawing/2014/main" id="{A9276B74-5D81-5F6C-838E-BAE7233E2D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78" name="Arc 777">
                        <a:extLst>
                          <a:ext uri="{FF2B5EF4-FFF2-40B4-BE49-F238E27FC236}">
                            <a16:creationId xmlns:a16="http://schemas.microsoft.com/office/drawing/2014/main" id="{E6880393-6DD5-0829-B9FE-3AA4962C6B4E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756" name="Group 755">
                    <a:extLst>
                      <a:ext uri="{FF2B5EF4-FFF2-40B4-BE49-F238E27FC236}">
                        <a16:creationId xmlns:a16="http://schemas.microsoft.com/office/drawing/2014/main" id="{AE39DEC2-E515-7DA1-421F-9BDE9E738AA9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759" name="Oval 758">
                      <a:extLst>
                        <a:ext uri="{FF2B5EF4-FFF2-40B4-BE49-F238E27FC236}">
                          <a16:creationId xmlns:a16="http://schemas.microsoft.com/office/drawing/2014/main" id="{3CC01742-145C-534E-076E-27666A45F5D1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760" name="Group 759">
                      <a:extLst>
                        <a:ext uri="{FF2B5EF4-FFF2-40B4-BE49-F238E27FC236}">
                          <a16:creationId xmlns:a16="http://schemas.microsoft.com/office/drawing/2014/main" id="{180203DC-50DE-C9EE-7418-4248B99899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761" name="Oval 760">
                        <a:extLst>
                          <a:ext uri="{FF2B5EF4-FFF2-40B4-BE49-F238E27FC236}">
                            <a16:creationId xmlns:a16="http://schemas.microsoft.com/office/drawing/2014/main" id="{2ABC1D63-2F58-E66B-9ED6-AF51F4C8A79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62" name="Oval 761">
                        <a:extLst>
                          <a:ext uri="{FF2B5EF4-FFF2-40B4-BE49-F238E27FC236}">
                            <a16:creationId xmlns:a16="http://schemas.microsoft.com/office/drawing/2014/main" id="{6D0125CC-1669-D69C-B628-74E52B4929C3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63" name="Oval 762">
                        <a:extLst>
                          <a:ext uri="{FF2B5EF4-FFF2-40B4-BE49-F238E27FC236}">
                            <a16:creationId xmlns:a16="http://schemas.microsoft.com/office/drawing/2014/main" id="{2CF64CC0-D957-9510-CCB2-174A51AAF2F7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64" name="Oval 763">
                        <a:extLst>
                          <a:ext uri="{FF2B5EF4-FFF2-40B4-BE49-F238E27FC236}">
                            <a16:creationId xmlns:a16="http://schemas.microsoft.com/office/drawing/2014/main" id="{5E727B11-F75C-440A-110E-92C85BFEE229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65" name="Arc 764">
                        <a:extLst>
                          <a:ext uri="{FF2B5EF4-FFF2-40B4-BE49-F238E27FC236}">
                            <a16:creationId xmlns:a16="http://schemas.microsoft.com/office/drawing/2014/main" id="{F2C0DC83-5210-F3D5-A62B-16F5DC18D1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66" name="Oval 765">
                        <a:extLst>
                          <a:ext uri="{FF2B5EF4-FFF2-40B4-BE49-F238E27FC236}">
                            <a16:creationId xmlns:a16="http://schemas.microsoft.com/office/drawing/2014/main" id="{914DE019-A8F8-A643-4300-A04898A9997E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67" name="Arc 766">
                        <a:extLst>
                          <a:ext uri="{FF2B5EF4-FFF2-40B4-BE49-F238E27FC236}">
                            <a16:creationId xmlns:a16="http://schemas.microsoft.com/office/drawing/2014/main" id="{7AFC6B64-CF3A-F167-269B-82827279F2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68" name="Arc 767">
                        <a:extLst>
                          <a:ext uri="{FF2B5EF4-FFF2-40B4-BE49-F238E27FC236}">
                            <a16:creationId xmlns:a16="http://schemas.microsoft.com/office/drawing/2014/main" id="{51DAC6A4-E7B7-45D3-6948-21E2904D1DDD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757" name="Straight Connector 756">
                    <a:extLst>
                      <a:ext uri="{FF2B5EF4-FFF2-40B4-BE49-F238E27FC236}">
                        <a16:creationId xmlns:a16="http://schemas.microsoft.com/office/drawing/2014/main" id="{9F976AD7-99D6-D4B3-3691-518AD5519B1B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8" name="Straight Connector 757">
                    <a:extLst>
                      <a:ext uri="{FF2B5EF4-FFF2-40B4-BE49-F238E27FC236}">
                        <a16:creationId xmlns:a16="http://schemas.microsoft.com/office/drawing/2014/main" id="{FFB5B637-7435-736F-1598-A740D3F20F80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21" name="Group 720">
                  <a:extLst>
                    <a:ext uri="{FF2B5EF4-FFF2-40B4-BE49-F238E27FC236}">
                      <a16:creationId xmlns:a16="http://schemas.microsoft.com/office/drawing/2014/main" id="{0FF0F2A4-C6E4-32F4-244D-CB92DF6E4A76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731" name="Group 730">
                    <a:extLst>
                      <a:ext uri="{FF2B5EF4-FFF2-40B4-BE49-F238E27FC236}">
                        <a16:creationId xmlns:a16="http://schemas.microsoft.com/office/drawing/2014/main" id="{A9AF9C5A-E14E-4DD6-2290-E3FE00CDF63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745" name="Oval 744">
                      <a:extLst>
                        <a:ext uri="{FF2B5EF4-FFF2-40B4-BE49-F238E27FC236}">
                          <a16:creationId xmlns:a16="http://schemas.microsoft.com/office/drawing/2014/main" id="{A901881A-785B-6B6D-EE0E-3EA1710D63B1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746" name="Group 745">
                      <a:extLst>
                        <a:ext uri="{FF2B5EF4-FFF2-40B4-BE49-F238E27FC236}">
                          <a16:creationId xmlns:a16="http://schemas.microsoft.com/office/drawing/2014/main" id="{3CEE3AAC-F511-CD26-4D3E-B321F768F5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747" name="Oval 746">
                        <a:extLst>
                          <a:ext uri="{FF2B5EF4-FFF2-40B4-BE49-F238E27FC236}">
                            <a16:creationId xmlns:a16="http://schemas.microsoft.com/office/drawing/2014/main" id="{0021F0F4-421B-C68E-1535-D90C842E56A8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48" name="Oval 747">
                        <a:extLst>
                          <a:ext uri="{FF2B5EF4-FFF2-40B4-BE49-F238E27FC236}">
                            <a16:creationId xmlns:a16="http://schemas.microsoft.com/office/drawing/2014/main" id="{7EFA314A-C4CC-71DB-2DCC-FF6C6A72F35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49" name="Oval 748">
                        <a:extLst>
                          <a:ext uri="{FF2B5EF4-FFF2-40B4-BE49-F238E27FC236}">
                            <a16:creationId xmlns:a16="http://schemas.microsoft.com/office/drawing/2014/main" id="{AD32A8FC-D08A-3101-AAB0-7727FE657924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50" name="Oval 749">
                        <a:extLst>
                          <a:ext uri="{FF2B5EF4-FFF2-40B4-BE49-F238E27FC236}">
                            <a16:creationId xmlns:a16="http://schemas.microsoft.com/office/drawing/2014/main" id="{E39C713F-CDFA-E4D1-4F5C-9730A078A440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51" name="Arc 750">
                        <a:extLst>
                          <a:ext uri="{FF2B5EF4-FFF2-40B4-BE49-F238E27FC236}">
                            <a16:creationId xmlns:a16="http://schemas.microsoft.com/office/drawing/2014/main" id="{295DCB15-3460-170F-F909-D8100F71D3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52" name="Oval 751">
                        <a:extLst>
                          <a:ext uri="{FF2B5EF4-FFF2-40B4-BE49-F238E27FC236}">
                            <a16:creationId xmlns:a16="http://schemas.microsoft.com/office/drawing/2014/main" id="{48461A53-AB04-51BF-36E9-7661EEDA8932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53" name="Arc 752">
                        <a:extLst>
                          <a:ext uri="{FF2B5EF4-FFF2-40B4-BE49-F238E27FC236}">
                            <a16:creationId xmlns:a16="http://schemas.microsoft.com/office/drawing/2014/main" id="{D245111E-6E02-6B50-516D-D9EA6D44D6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54" name="Arc 753">
                        <a:extLst>
                          <a:ext uri="{FF2B5EF4-FFF2-40B4-BE49-F238E27FC236}">
                            <a16:creationId xmlns:a16="http://schemas.microsoft.com/office/drawing/2014/main" id="{61AF6D9A-3C76-CE4D-6F94-D7168518049A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732" name="Group 731">
                    <a:extLst>
                      <a:ext uri="{FF2B5EF4-FFF2-40B4-BE49-F238E27FC236}">
                        <a16:creationId xmlns:a16="http://schemas.microsoft.com/office/drawing/2014/main" id="{24272D27-8915-5BE0-6E27-D81FB45D7B27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735" name="Oval 734">
                      <a:extLst>
                        <a:ext uri="{FF2B5EF4-FFF2-40B4-BE49-F238E27FC236}">
                          <a16:creationId xmlns:a16="http://schemas.microsoft.com/office/drawing/2014/main" id="{BDBC3C9F-DCE7-59AC-8E77-0DCC5D114206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736" name="Group 735">
                      <a:extLst>
                        <a:ext uri="{FF2B5EF4-FFF2-40B4-BE49-F238E27FC236}">
                          <a16:creationId xmlns:a16="http://schemas.microsoft.com/office/drawing/2014/main" id="{EF649534-9DDF-050D-78B1-CB3952FC0E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737" name="Oval 736">
                        <a:extLst>
                          <a:ext uri="{FF2B5EF4-FFF2-40B4-BE49-F238E27FC236}">
                            <a16:creationId xmlns:a16="http://schemas.microsoft.com/office/drawing/2014/main" id="{1C36104E-DD77-E5AD-31D3-BA482C7D1560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38" name="Oval 737">
                        <a:extLst>
                          <a:ext uri="{FF2B5EF4-FFF2-40B4-BE49-F238E27FC236}">
                            <a16:creationId xmlns:a16="http://schemas.microsoft.com/office/drawing/2014/main" id="{4A7E2CFD-2B4C-E7A9-E728-98BF56B652EA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39" name="Oval 738">
                        <a:extLst>
                          <a:ext uri="{FF2B5EF4-FFF2-40B4-BE49-F238E27FC236}">
                            <a16:creationId xmlns:a16="http://schemas.microsoft.com/office/drawing/2014/main" id="{E638C535-0408-F82F-EDF0-0CF45685D119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40" name="Oval 739">
                        <a:extLst>
                          <a:ext uri="{FF2B5EF4-FFF2-40B4-BE49-F238E27FC236}">
                            <a16:creationId xmlns:a16="http://schemas.microsoft.com/office/drawing/2014/main" id="{0AD707D1-7255-4055-D022-B5D6DCADF9B2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41" name="Arc 740">
                        <a:extLst>
                          <a:ext uri="{FF2B5EF4-FFF2-40B4-BE49-F238E27FC236}">
                            <a16:creationId xmlns:a16="http://schemas.microsoft.com/office/drawing/2014/main" id="{264240BF-D197-D0CB-3BEF-A061C0697E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42" name="Oval 741">
                        <a:extLst>
                          <a:ext uri="{FF2B5EF4-FFF2-40B4-BE49-F238E27FC236}">
                            <a16:creationId xmlns:a16="http://schemas.microsoft.com/office/drawing/2014/main" id="{8E5282EB-D792-D2E8-F994-C04FDBA91613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43" name="Arc 742">
                        <a:extLst>
                          <a:ext uri="{FF2B5EF4-FFF2-40B4-BE49-F238E27FC236}">
                            <a16:creationId xmlns:a16="http://schemas.microsoft.com/office/drawing/2014/main" id="{BD6AEC84-A412-BA28-23DE-B28456C598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44" name="Arc 743">
                        <a:extLst>
                          <a:ext uri="{FF2B5EF4-FFF2-40B4-BE49-F238E27FC236}">
                            <a16:creationId xmlns:a16="http://schemas.microsoft.com/office/drawing/2014/main" id="{D8C5CB60-DA9C-2291-A861-01161F11C890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733" name="Straight Connector 732">
                    <a:extLst>
                      <a:ext uri="{FF2B5EF4-FFF2-40B4-BE49-F238E27FC236}">
                        <a16:creationId xmlns:a16="http://schemas.microsoft.com/office/drawing/2014/main" id="{66CC3956-B9AA-8B78-34A2-66966F327059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4" name="Straight Connector 733">
                    <a:extLst>
                      <a:ext uri="{FF2B5EF4-FFF2-40B4-BE49-F238E27FC236}">
                        <a16:creationId xmlns:a16="http://schemas.microsoft.com/office/drawing/2014/main" id="{6755886B-511F-8C3F-4399-25BED233B9E8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0D438D48-97B4-D6E7-6BF8-10C35E5E34E8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723" name="Moon 722">
                    <a:extLst>
                      <a:ext uri="{FF2B5EF4-FFF2-40B4-BE49-F238E27FC236}">
                        <a16:creationId xmlns:a16="http://schemas.microsoft.com/office/drawing/2014/main" id="{92307395-6A75-8930-40D4-E1B3511F4C4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4" name="Oval 723">
                    <a:extLst>
                      <a:ext uri="{FF2B5EF4-FFF2-40B4-BE49-F238E27FC236}">
                        <a16:creationId xmlns:a16="http://schemas.microsoft.com/office/drawing/2014/main" id="{131905A0-C168-3635-3627-F4153575A9AD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5" name="Oval 724">
                    <a:extLst>
                      <a:ext uri="{FF2B5EF4-FFF2-40B4-BE49-F238E27FC236}">
                        <a16:creationId xmlns:a16="http://schemas.microsoft.com/office/drawing/2014/main" id="{3F58263D-A075-9D07-140A-FDBF6DBF41E4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6" name="Oval 725">
                    <a:extLst>
                      <a:ext uri="{FF2B5EF4-FFF2-40B4-BE49-F238E27FC236}">
                        <a16:creationId xmlns:a16="http://schemas.microsoft.com/office/drawing/2014/main" id="{A4642696-EDF5-508B-036A-36C48FBC6D92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7" name="Oval 726">
                    <a:extLst>
                      <a:ext uri="{FF2B5EF4-FFF2-40B4-BE49-F238E27FC236}">
                        <a16:creationId xmlns:a16="http://schemas.microsoft.com/office/drawing/2014/main" id="{0819C42E-FC41-11A4-21A8-D3F193827DA9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8" name="Oval 727">
                    <a:extLst>
                      <a:ext uri="{FF2B5EF4-FFF2-40B4-BE49-F238E27FC236}">
                        <a16:creationId xmlns:a16="http://schemas.microsoft.com/office/drawing/2014/main" id="{938ED670-04A2-B2F1-CA0B-4C3BFA0DEB72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9" name="Oval 728">
                    <a:extLst>
                      <a:ext uri="{FF2B5EF4-FFF2-40B4-BE49-F238E27FC236}">
                        <a16:creationId xmlns:a16="http://schemas.microsoft.com/office/drawing/2014/main" id="{44335A87-80D3-EFBE-170A-0D208E130681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0" name="Oval 729">
                    <a:extLst>
                      <a:ext uri="{FF2B5EF4-FFF2-40B4-BE49-F238E27FC236}">
                        <a16:creationId xmlns:a16="http://schemas.microsoft.com/office/drawing/2014/main" id="{DD3C1E4E-871B-BC9A-5B5C-3FFA1C170C27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985" name="Group 984">
              <a:extLst>
                <a:ext uri="{FF2B5EF4-FFF2-40B4-BE49-F238E27FC236}">
                  <a16:creationId xmlns:a16="http://schemas.microsoft.com/office/drawing/2014/main" id="{12941944-DBBC-41CA-094C-9E45A036BB7C}"/>
                </a:ext>
              </a:extLst>
            </p:cNvPr>
            <p:cNvGrpSpPr/>
            <p:nvPr/>
          </p:nvGrpSpPr>
          <p:grpSpPr>
            <a:xfrm>
              <a:off x="7719111" y="2305108"/>
              <a:ext cx="714579" cy="561864"/>
              <a:chOff x="10462120" y="3202699"/>
              <a:chExt cx="714579" cy="561864"/>
            </a:xfrm>
          </p:grpSpPr>
          <p:sp>
            <p:nvSpPr>
              <p:cNvPr id="850" name="Oval 849">
                <a:extLst>
                  <a:ext uri="{FF2B5EF4-FFF2-40B4-BE49-F238E27FC236}">
                    <a16:creationId xmlns:a16="http://schemas.microsoft.com/office/drawing/2014/main" id="{A804155D-40F0-ECB1-7BED-21100A11BF98}"/>
                  </a:ext>
                </a:extLst>
              </p:cNvPr>
              <p:cNvSpPr/>
              <p:nvPr/>
            </p:nvSpPr>
            <p:spPr>
              <a:xfrm rot="5400000">
                <a:off x="10538478" y="3126341"/>
                <a:ext cx="561864" cy="714579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851" name="Group 850">
                <a:extLst>
                  <a:ext uri="{FF2B5EF4-FFF2-40B4-BE49-F238E27FC236}">
                    <a16:creationId xmlns:a16="http://schemas.microsoft.com/office/drawing/2014/main" id="{B3389DAC-9558-5228-4E7D-451D87E6A81A}"/>
                  </a:ext>
                </a:extLst>
              </p:cNvPr>
              <p:cNvGrpSpPr/>
              <p:nvPr/>
            </p:nvGrpSpPr>
            <p:grpSpPr>
              <a:xfrm rot="20357241">
                <a:off x="10655599" y="3227277"/>
                <a:ext cx="45719" cy="375264"/>
                <a:chOff x="6686062" y="3899868"/>
                <a:chExt cx="74130" cy="410527"/>
              </a:xfrm>
            </p:grpSpPr>
            <p:sp>
              <p:nvSpPr>
                <p:cNvPr id="852" name="Rounded Rectangle 851">
                  <a:extLst>
                    <a:ext uri="{FF2B5EF4-FFF2-40B4-BE49-F238E27FC236}">
                      <a16:creationId xmlns:a16="http://schemas.microsoft.com/office/drawing/2014/main" id="{E7018AE4-CE69-1F5F-3F08-95E823F73DAC}"/>
                    </a:ext>
                  </a:extLst>
                </p:cNvPr>
                <p:cNvSpPr/>
                <p:nvPr/>
              </p:nvSpPr>
              <p:spPr>
                <a:xfrm>
                  <a:off x="6686063" y="3970295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3" name="Rounded Rectangle 852">
                  <a:extLst>
                    <a:ext uri="{FF2B5EF4-FFF2-40B4-BE49-F238E27FC236}">
                      <a16:creationId xmlns:a16="http://schemas.microsoft.com/office/drawing/2014/main" id="{1A488D68-6F9A-5296-9A83-4E956BF8EA50}"/>
                    </a:ext>
                  </a:extLst>
                </p:cNvPr>
                <p:cNvSpPr/>
                <p:nvPr/>
              </p:nvSpPr>
              <p:spPr>
                <a:xfrm>
                  <a:off x="6686738" y="4039854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4" name="Rounded Rectangle 853">
                  <a:extLst>
                    <a:ext uri="{FF2B5EF4-FFF2-40B4-BE49-F238E27FC236}">
                      <a16:creationId xmlns:a16="http://schemas.microsoft.com/office/drawing/2014/main" id="{E7A8931B-07F2-8391-5C68-A754D1716395}"/>
                    </a:ext>
                  </a:extLst>
                </p:cNvPr>
                <p:cNvSpPr/>
                <p:nvPr/>
              </p:nvSpPr>
              <p:spPr>
                <a:xfrm>
                  <a:off x="6687528" y="4108138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5" name="Rounded Rectangle 854">
                  <a:extLst>
                    <a:ext uri="{FF2B5EF4-FFF2-40B4-BE49-F238E27FC236}">
                      <a16:creationId xmlns:a16="http://schemas.microsoft.com/office/drawing/2014/main" id="{64201E52-5288-02F3-5DEC-3F837E070449}"/>
                    </a:ext>
                  </a:extLst>
                </p:cNvPr>
                <p:cNvSpPr/>
                <p:nvPr/>
              </p:nvSpPr>
              <p:spPr>
                <a:xfrm>
                  <a:off x="6686062" y="4176422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6" name="Rounded Rectangle 855">
                  <a:extLst>
                    <a:ext uri="{FF2B5EF4-FFF2-40B4-BE49-F238E27FC236}">
                      <a16:creationId xmlns:a16="http://schemas.microsoft.com/office/drawing/2014/main" id="{40C57BC0-3325-99E1-5406-2B846BCBA95D}"/>
                    </a:ext>
                  </a:extLst>
                </p:cNvPr>
                <p:cNvSpPr/>
                <p:nvPr/>
              </p:nvSpPr>
              <p:spPr>
                <a:xfrm>
                  <a:off x="6686982" y="4242111"/>
                  <a:ext cx="72664" cy="68284"/>
                </a:xfrm>
                <a:prstGeom prst="roundRect">
                  <a:avLst/>
                </a:prstGeom>
                <a:solidFill>
                  <a:schemeClr val="accent2"/>
                </a:solidFill>
                <a:ln w="9525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57" name="Straight Connector 856">
                  <a:extLst>
                    <a:ext uri="{FF2B5EF4-FFF2-40B4-BE49-F238E27FC236}">
                      <a16:creationId xmlns:a16="http://schemas.microsoft.com/office/drawing/2014/main" id="{5BABF181-9251-3A81-716D-C4FE4A90E2A3}"/>
                    </a:ext>
                  </a:extLst>
                </p:cNvPr>
                <p:cNvCxnSpPr>
                  <a:cxnSpLocks/>
                  <a:stCxn id="852" idx="0"/>
                </p:cNvCxnSpPr>
                <p:nvPr/>
              </p:nvCxnSpPr>
              <p:spPr>
                <a:xfrm flipV="1">
                  <a:off x="6722395" y="3899868"/>
                  <a:ext cx="0" cy="70427"/>
                </a:xfrm>
                <a:prstGeom prst="line">
                  <a:avLst/>
                </a:prstGeom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58" name="Group 857">
                <a:extLst>
                  <a:ext uri="{FF2B5EF4-FFF2-40B4-BE49-F238E27FC236}">
                    <a16:creationId xmlns:a16="http://schemas.microsoft.com/office/drawing/2014/main" id="{C8EC82AF-D80F-9CF7-0F7B-159D441178DC}"/>
                  </a:ext>
                </a:extLst>
              </p:cNvPr>
              <p:cNvGrpSpPr/>
              <p:nvPr/>
            </p:nvGrpSpPr>
            <p:grpSpPr>
              <a:xfrm rot="9928240" flipH="1" flipV="1">
                <a:off x="10604695" y="3352763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859" name="Group 858">
                  <a:extLst>
                    <a:ext uri="{FF2B5EF4-FFF2-40B4-BE49-F238E27FC236}">
                      <a16:creationId xmlns:a16="http://schemas.microsoft.com/office/drawing/2014/main" id="{A15EF009-FD4F-9A5A-F2B5-308EA3165D39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894" name="Group 893">
                    <a:extLst>
                      <a:ext uri="{FF2B5EF4-FFF2-40B4-BE49-F238E27FC236}">
                        <a16:creationId xmlns:a16="http://schemas.microsoft.com/office/drawing/2014/main" id="{7C2A4AF9-DFC8-B149-85C0-2494C6C8460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908" name="Oval 907">
                      <a:extLst>
                        <a:ext uri="{FF2B5EF4-FFF2-40B4-BE49-F238E27FC236}">
                          <a16:creationId xmlns:a16="http://schemas.microsoft.com/office/drawing/2014/main" id="{F67C92F5-E088-6E9E-E675-E60FB4B11E70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909" name="Group 908">
                      <a:extLst>
                        <a:ext uri="{FF2B5EF4-FFF2-40B4-BE49-F238E27FC236}">
                          <a16:creationId xmlns:a16="http://schemas.microsoft.com/office/drawing/2014/main" id="{A7FD678E-9634-39D8-1DC3-3C00550A09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910" name="Oval 909">
                        <a:extLst>
                          <a:ext uri="{FF2B5EF4-FFF2-40B4-BE49-F238E27FC236}">
                            <a16:creationId xmlns:a16="http://schemas.microsoft.com/office/drawing/2014/main" id="{A9E297FC-0D92-A5FF-D588-B5A9E503FC48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11" name="Oval 910">
                        <a:extLst>
                          <a:ext uri="{FF2B5EF4-FFF2-40B4-BE49-F238E27FC236}">
                            <a16:creationId xmlns:a16="http://schemas.microsoft.com/office/drawing/2014/main" id="{239025F0-1BAF-3B57-FBF3-50460ED90050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12" name="Oval 911">
                        <a:extLst>
                          <a:ext uri="{FF2B5EF4-FFF2-40B4-BE49-F238E27FC236}">
                            <a16:creationId xmlns:a16="http://schemas.microsoft.com/office/drawing/2014/main" id="{5EAB7A29-F68F-45E9-D892-43E343E2228F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13" name="Oval 912">
                        <a:extLst>
                          <a:ext uri="{FF2B5EF4-FFF2-40B4-BE49-F238E27FC236}">
                            <a16:creationId xmlns:a16="http://schemas.microsoft.com/office/drawing/2014/main" id="{CEBE5F16-C1AB-2F26-2077-E2E11247A284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14" name="Arc 913">
                        <a:extLst>
                          <a:ext uri="{FF2B5EF4-FFF2-40B4-BE49-F238E27FC236}">
                            <a16:creationId xmlns:a16="http://schemas.microsoft.com/office/drawing/2014/main" id="{120499CB-758F-2B9C-E0C1-49CF93068D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915" name="Oval 914">
                        <a:extLst>
                          <a:ext uri="{FF2B5EF4-FFF2-40B4-BE49-F238E27FC236}">
                            <a16:creationId xmlns:a16="http://schemas.microsoft.com/office/drawing/2014/main" id="{0AB470E0-3AEA-A703-98EA-9BCC035DDC30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16" name="Arc 915">
                        <a:extLst>
                          <a:ext uri="{FF2B5EF4-FFF2-40B4-BE49-F238E27FC236}">
                            <a16:creationId xmlns:a16="http://schemas.microsoft.com/office/drawing/2014/main" id="{E373EF30-6370-AC3F-EECF-04C8B4225C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917" name="Arc 916">
                        <a:extLst>
                          <a:ext uri="{FF2B5EF4-FFF2-40B4-BE49-F238E27FC236}">
                            <a16:creationId xmlns:a16="http://schemas.microsoft.com/office/drawing/2014/main" id="{0D8E18A2-F5AF-26C6-E3C1-56DD1E3D8CA3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895" name="Group 894">
                    <a:extLst>
                      <a:ext uri="{FF2B5EF4-FFF2-40B4-BE49-F238E27FC236}">
                        <a16:creationId xmlns:a16="http://schemas.microsoft.com/office/drawing/2014/main" id="{279AC996-2F6E-F597-8916-FCCF5D12FDBC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98" name="Oval 897">
                      <a:extLst>
                        <a:ext uri="{FF2B5EF4-FFF2-40B4-BE49-F238E27FC236}">
                          <a16:creationId xmlns:a16="http://schemas.microsoft.com/office/drawing/2014/main" id="{6334EB7D-623F-FDD6-1E3A-D45C115932BE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99" name="Group 898">
                      <a:extLst>
                        <a:ext uri="{FF2B5EF4-FFF2-40B4-BE49-F238E27FC236}">
                          <a16:creationId xmlns:a16="http://schemas.microsoft.com/office/drawing/2014/main" id="{11703AA5-2D18-DB11-167F-E386939534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900" name="Oval 899">
                        <a:extLst>
                          <a:ext uri="{FF2B5EF4-FFF2-40B4-BE49-F238E27FC236}">
                            <a16:creationId xmlns:a16="http://schemas.microsoft.com/office/drawing/2014/main" id="{E72E15D1-D887-C1A5-6B9C-B42CF978F142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01" name="Oval 900">
                        <a:extLst>
                          <a:ext uri="{FF2B5EF4-FFF2-40B4-BE49-F238E27FC236}">
                            <a16:creationId xmlns:a16="http://schemas.microsoft.com/office/drawing/2014/main" id="{B39BD2F9-4647-B847-3AE0-F2C7566506B3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02" name="Oval 901">
                        <a:extLst>
                          <a:ext uri="{FF2B5EF4-FFF2-40B4-BE49-F238E27FC236}">
                            <a16:creationId xmlns:a16="http://schemas.microsoft.com/office/drawing/2014/main" id="{93CDDA4A-AF3C-BE95-45E2-8D71BE7F4B27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03" name="Oval 902">
                        <a:extLst>
                          <a:ext uri="{FF2B5EF4-FFF2-40B4-BE49-F238E27FC236}">
                            <a16:creationId xmlns:a16="http://schemas.microsoft.com/office/drawing/2014/main" id="{05520EA0-1404-13A5-610E-E0B527ABE3C7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04" name="Arc 903">
                        <a:extLst>
                          <a:ext uri="{FF2B5EF4-FFF2-40B4-BE49-F238E27FC236}">
                            <a16:creationId xmlns:a16="http://schemas.microsoft.com/office/drawing/2014/main" id="{9E3C2AEE-A876-D4DA-364D-23212EF45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905" name="Oval 904">
                        <a:extLst>
                          <a:ext uri="{FF2B5EF4-FFF2-40B4-BE49-F238E27FC236}">
                            <a16:creationId xmlns:a16="http://schemas.microsoft.com/office/drawing/2014/main" id="{7D30B801-C600-99A5-BFC9-427C009E1710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06" name="Arc 905">
                        <a:extLst>
                          <a:ext uri="{FF2B5EF4-FFF2-40B4-BE49-F238E27FC236}">
                            <a16:creationId xmlns:a16="http://schemas.microsoft.com/office/drawing/2014/main" id="{55541C9B-A291-C59D-DFB1-77F66543DD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907" name="Arc 906">
                        <a:extLst>
                          <a:ext uri="{FF2B5EF4-FFF2-40B4-BE49-F238E27FC236}">
                            <a16:creationId xmlns:a16="http://schemas.microsoft.com/office/drawing/2014/main" id="{E106741C-3BCF-D47F-D0C1-B59752014B4E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896" name="Straight Connector 895">
                    <a:extLst>
                      <a:ext uri="{FF2B5EF4-FFF2-40B4-BE49-F238E27FC236}">
                        <a16:creationId xmlns:a16="http://schemas.microsoft.com/office/drawing/2014/main" id="{6E20719E-E987-CC9C-6550-0735FC854F58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7" name="Straight Connector 896">
                    <a:extLst>
                      <a:ext uri="{FF2B5EF4-FFF2-40B4-BE49-F238E27FC236}">
                        <a16:creationId xmlns:a16="http://schemas.microsoft.com/office/drawing/2014/main" id="{D0F1E1D8-CAF4-A928-F5FF-198AA137D306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0" name="Group 859">
                  <a:extLst>
                    <a:ext uri="{FF2B5EF4-FFF2-40B4-BE49-F238E27FC236}">
                      <a16:creationId xmlns:a16="http://schemas.microsoft.com/office/drawing/2014/main" id="{26A519BE-F8B5-6060-FE72-DC91AA4D70CC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870" name="Group 869">
                    <a:extLst>
                      <a:ext uri="{FF2B5EF4-FFF2-40B4-BE49-F238E27FC236}">
                        <a16:creationId xmlns:a16="http://schemas.microsoft.com/office/drawing/2014/main" id="{DE5DE950-6B3F-9ECE-83FF-1BA28FA60AF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84" name="Oval 883">
                      <a:extLst>
                        <a:ext uri="{FF2B5EF4-FFF2-40B4-BE49-F238E27FC236}">
                          <a16:creationId xmlns:a16="http://schemas.microsoft.com/office/drawing/2014/main" id="{2597D4BE-6714-F01A-F087-8D13DEDD9D9B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85" name="Group 884">
                      <a:extLst>
                        <a:ext uri="{FF2B5EF4-FFF2-40B4-BE49-F238E27FC236}">
                          <a16:creationId xmlns:a16="http://schemas.microsoft.com/office/drawing/2014/main" id="{A3F6F41C-F553-F687-85FD-37B14857A5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886" name="Oval 885">
                        <a:extLst>
                          <a:ext uri="{FF2B5EF4-FFF2-40B4-BE49-F238E27FC236}">
                            <a16:creationId xmlns:a16="http://schemas.microsoft.com/office/drawing/2014/main" id="{FAFC06CB-4C2C-A5CA-14AE-3FFE97C1D7B5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87" name="Oval 886">
                        <a:extLst>
                          <a:ext uri="{FF2B5EF4-FFF2-40B4-BE49-F238E27FC236}">
                            <a16:creationId xmlns:a16="http://schemas.microsoft.com/office/drawing/2014/main" id="{735221B9-E2AE-2065-BAE8-87D93F6CB6E8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88" name="Oval 887">
                        <a:extLst>
                          <a:ext uri="{FF2B5EF4-FFF2-40B4-BE49-F238E27FC236}">
                            <a16:creationId xmlns:a16="http://schemas.microsoft.com/office/drawing/2014/main" id="{20AF77D5-629D-9693-AA27-859108A79240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89" name="Oval 888">
                        <a:extLst>
                          <a:ext uri="{FF2B5EF4-FFF2-40B4-BE49-F238E27FC236}">
                            <a16:creationId xmlns:a16="http://schemas.microsoft.com/office/drawing/2014/main" id="{B9AEF091-6CA0-8A5A-7651-25E8F166234B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90" name="Arc 889">
                        <a:extLst>
                          <a:ext uri="{FF2B5EF4-FFF2-40B4-BE49-F238E27FC236}">
                            <a16:creationId xmlns:a16="http://schemas.microsoft.com/office/drawing/2014/main" id="{0826F362-D4A4-E8D6-3A74-EB8D3F3AD7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91" name="Oval 890">
                        <a:extLst>
                          <a:ext uri="{FF2B5EF4-FFF2-40B4-BE49-F238E27FC236}">
                            <a16:creationId xmlns:a16="http://schemas.microsoft.com/office/drawing/2014/main" id="{FEF5F156-A8F4-C21A-D812-1D9C5F4ED07B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92" name="Arc 891">
                        <a:extLst>
                          <a:ext uri="{FF2B5EF4-FFF2-40B4-BE49-F238E27FC236}">
                            <a16:creationId xmlns:a16="http://schemas.microsoft.com/office/drawing/2014/main" id="{8D0969AB-EC07-04FB-FFD2-A6DF1D9066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93" name="Arc 892">
                        <a:extLst>
                          <a:ext uri="{FF2B5EF4-FFF2-40B4-BE49-F238E27FC236}">
                            <a16:creationId xmlns:a16="http://schemas.microsoft.com/office/drawing/2014/main" id="{9B0C8E7A-1233-0058-DD3D-A16B05DC8695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871" name="Group 870">
                    <a:extLst>
                      <a:ext uri="{FF2B5EF4-FFF2-40B4-BE49-F238E27FC236}">
                        <a16:creationId xmlns:a16="http://schemas.microsoft.com/office/drawing/2014/main" id="{E0C7E542-8E28-ACAE-D1EE-590AFF320EA3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74" name="Oval 873">
                      <a:extLst>
                        <a:ext uri="{FF2B5EF4-FFF2-40B4-BE49-F238E27FC236}">
                          <a16:creationId xmlns:a16="http://schemas.microsoft.com/office/drawing/2014/main" id="{61488899-28CC-2981-D935-16BA043BAE8F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AF358EA2-6344-52F1-2A81-C200600B1AE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876" name="Oval 875">
                        <a:extLst>
                          <a:ext uri="{FF2B5EF4-FFF2-40B4-BE49-F238E27FC236}">
                            <a16:creationId xmlns:a16="http://schemas.microsoft.com/office/drawing/2014/main" id="{785B4DE7-2F50-AA7A-04E6-1967AA1EDE0C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77" name="Oval 876">
                        <a:extLst>
                          <a:ext uri="{FF2B5EF4-FFF2-40B4-BE49-F238E27FC236}">
                            <a16:creationId xmlns:a16="http://schemas.microsoft.com/office/drawing/2014/main" id="{1ADF2163-FE1C-CC8D-9C6D-C2274A98B24E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78" name="Oval 877">
                        <a:extLst>
                          <a:ext uri="{FF2B5EF4-FFF2-40B4-BE49-F238E27FC236}">
                            <a16:creationId xmlns:a16="http://schemas.microsoft.com/office/drawing/2014/main" id="{9934BBE5-A784-0611-5147-AD15DE5E255F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79" name="Oval 878">
                        <a:extLst>
                          <a:ext uri="{FF2B5EF4-FFF2-40B4-BE49-F238E27FC236}">
                            <a16:creationId xmlns:a16="http://schemas.microsoft.com/office/drawing/2014/main" id="{2754A1A4-55CD-8274-9779-BE8390BEA395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80" name="Arc 879">
                        <a:extLst>
                          <a:ext uri="{FF2B5EF4-FFF2-40B4-BE49-F238E27FC236}">
                            <a16:creationId xmlns:a16="http://schemas.microsoft.com/office/drawing/2014/main" id="{FB56248A-DDE2-0D61-9840-38E0E0B15C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1" name="Oval 880">
                        <a:extLst>
                          <a:ext uri="{FF2B5EF4-FFF2-40B4-BE49-F238E27FC236}">
                            <a16:creationId xmlns:a16="http://schemas.microsoft.com/office/drawing/2014/main" id="{8D936522-4EF0-D541-8E08-C01FE4E8F3A5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82" name="Arc 881">
                        <a:extLst>
                          <a:ext uri="{FF2B5EF4-FFF2-40B4-BE49-F238E27FC236}">
                            <a16:creationId xmlns:a16="http://schemas.microsoft.com/office/drawing/2014/main" id="{BE3FB051-7FF1-F12D-0A50-741195CFEE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3" name="Arc 882">
                        <a:extLst>
                          <a:ext uri="{FF2B5EF4-FFF2-40B4-BE49-F238E27FC236}">
                            <a16:creationId xmlns:a16="http://schemas.microsoft.com/office/drawing/2014/main" id="{04D49909-954D-4DD1-6908-E205C3AF0789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872" name="Straight Connector 871">
                    <a:extLst>
                      <a:ext uri="{FF2B5EF4-FFF2-40B4-BE49-F238E27FC236}">
                        <a16:creationId xmlns:a16="http://schemas.microsoft.com/office/drawing/2014/main" id="{4355AEE6-0CC9-D298-70D0-88C48615673F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73" name="Straight Connector 872">
                    <a:extLst>
                      <a:ext uri="{FF2B5EF4-FFF2-40B4-BE49-F238E27FC236}">
                        <a16:creationId xmlns:a16="http://schemas.microsoft.com/office/drawing/2014/main" id="{7DC9C7A6-A949-EDCC-3384-54D348C0E45A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1" name="Group 860">
                  <a:extLst>
                    <a:ext uri="{FF2B5EF4-FFF2-40B4-BE49-F238E27FC236}">
                      <a16:creationId xmlns:a16="http://schemas.microsoft.com/office/drawing/2014/main" id="{C3606817-86DE-1D82-1831-74EC1BB3BC45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862" name="Moon 861">
                    <a:extLst>
                      <a:ext uri="{FF2B5EF4-FFF2-40B4-BE49-F238E27FC236}">
                        <a16:creationId xmlns:a16="http://schemas.microsoft.com/office/drawing/2014/main" id="{7E3C35C3-215F-E194-4C50-A11EF1C0BC2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3" name="Oval 862">
                    <a:extLst>
                      <a:ext uri="{FF2B5EF4-FFF2-40B4-BE49-F238E27FC236}">
                        <a16:creationId xmlns:a16="http://schemas.microsoft.com/office/drawing/2014/main" id="{F49E466A-7EEA-5B37-95ED-3CB5A0D38B5B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4" name="Oval 863">
                    <a:extLst>
                      <a:ext uri="{FF2B5EF4-FFF2-40B4-BE49-F238E27FC236}">
                        <a16:creationId xmlns:a16="http://schemas.microsoft.com/office/drawing/2014/main" id="{76C4CA28-A719-8FD3-6BCD-88620F8443C9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5" name="Oval 864">
                    <a:extLst>
                      <a:ext uri="{FF2B5EF4-FFF2-40B4-BE49-F238E27FC236}">
                        <a16:creationId xmlns:a16="http://schemas.microsoft.com/office/drawing/2014/main" id="{D940B710-2E15-EFA4-74E8-665E327D3E5B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6" name="Oval 865">
                    <a:extLst>
                      <a:ext uri="{FF2B5EF4-FFF2-40B4-BE49-F238E27FC236}">
                        <a16:creationId xmlns:a16="http://schemas.microsoft.com/office/drawing/2014/main" id="{66E45174-107B-48B0-E0DE-0B4A46D91864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7" name="Oval 866">
                    <a:extLst>
                      <a:ext uri="{FF2B5EF4-FFF2-40B4-BE49-F238E27FC236}">
                        <a16:creationId xmlns:a16="http://schemas.microsoft.com/office/drawing/2014/main" id="{E0C27BA8-322B-A1EE-48AD-7E9153651F34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8" name="Oval 867">
                    <a:extLst>
                      <a:ext uri="{FF2B5EF4-FFF2-40B4-BE49-F238E27FC236}">
                        <a16:creationId xmlns:a16="http://schemas.microsoft.com/office/drawing/2014/main" id="{050BE13F-EA1E-854D-C9C6-1177C50D4301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9" name="Oval 868">
                    <a:extLst>
                      <a:ext uri="{FF2B5EF4-FFF2-40B4-BE49-F238E27FC236}">
                        <a16:creationId xmlns:a16="http://schemas.microsoft.com/office/drawing/2014/main" id="{A6E7C9C3-F844-CDEF-DDD0-10436B811D27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990" name="Group 989">
              <a:extLst>
                <a:ext uri="{FF2B5EF4-FFF2-40B4-BE49-F238E27FC236}">
                  <a16:creationId xmlns:a16="http://schemas.microsoft.com/office/drawing/2014/main" id="{48CEB8CC-A2CD-EDF7-0694-6C3DDF876F31}"/>
                </a:ext>
              </a:extLst>
            </p:cNvPr>
            <p:cNvGrpSpPr/>
            <p:nvPr/>
          </p:nvGrpSpPr>
          <p:grpSpPr>
            <a:xfrm rot="5400000" flipH="1" flipV="1">
              <a:off x="7112076" y="3702619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058" name="Group 1057">
                <a:extLst>
                  <a:ext uri="{FF2B5EF4-FFF2-40B4-BE49-F238E27FC236}">
                    <a16:creationId xmlns:a16="http://schemas.microsoft.com/office/drawing/2014/main" id="{BC2209FC-0D69-C250-B675-9836F1FFF32B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093" name="Group 1092">
                  <a:extLst>
                    <a:ext uri="{FF2B5EF4-FFF2-40B4-BE49-F238E27FC236}">
                      <a16:creationId xmlns:a16="http://schemas.microsoft.com/office/drawing/2014/main" id="{D2BFADC0-85C3-2CB5-63B5-37B25B69D706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07" name="Oval 1106">
                    <a:extLst>
                      <a:ext uri="{FF2B5EF4-FFF2-40B4-BE49-F238E27FC236}">
                        <a16:creationId xmlns:a16="http://schemas.microsoft.com/office/drawing/2014/main" id="{B79D3C42-D27E-D12F-B7D6-18594D9F6D43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08" name="Group 1107">
                    <a:extLst>
                      <a:ext uri="{FF2B5EF4-FFF2-40B4-BE49-F238E27FC236}">
                        <a16:creationId xmlns:a16="http://schemas.microsoft.com/office/drawing/2014/main" id="{95F92821-00CD-6C59-5595-8FAF7E9BA5B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09" name="Oval 1108">
                      <a:extLst>
                        <a:ext uri="{FF2B5EF4-FFF2-40B4-BE49-F238E27FC236}">
                          <a16:creationId xmlns:a16="http://schemas.microsoft.com/office/drawing/2014/main" id="{297495F0-C33C-2FEE-3CA8-B53A3F27089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0" name="Oval 1109">
                      <a:extLst>
                        <a:ext uri="{FF2B5EF4-FFF2-40B4-BE49-F238E27FC236}">
                          <a16:creationId xmlns:a16="http://schemas.microsoft.com/office/drawing/2014/main" id="{3BC0AE07-4A8E-344F-5861-56168F28036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1" name="Oval 1110">
                      <a:extLst>
                        <a:ext uri="{FF2B5EF4-FFF2-40B4-BE49-F238E27FC236}">
                          <a16:creationId xmlns:a16="http://schemas.microsoft.com/office/drawing/2014/main" id="{B695D53A-473C-C8EC-D6AB-DEBF33C18E1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2" name="Oval 1111">
                      <a:extLst>
                        <a:ext uri="{FF2B5EF4-FFF2-40B4-BE49-F238E27FC236}">
                          <a16:creationId xmlns:a16="http://schemas.microsoft.com/office/drawing/2014/main" id="{67854993-C603-9623-09D0-D8502E57733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3" name="Arc 1112">
                      <a:extLst>
                        <a:ext uri="{FF2B5EF4-FFF2-40B4-BE49-F238E27FC236}">
                          <a16:creationId xmlns:a16="http://schemas.microsoft.com/office/drawing/2014/main" id="{041987B7-75C4-6AF7-DE80-10192D807F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14" name="Oval 1113">
                      <a:extLst>
                        <a:ext uri="{FF2B5EF4-FFF2-40B4-BE49-F238E27FC236}">
                          <a16:creationId xmlns:a16="http://schemas.microsoft.com/office/drawing/2014/main" id="{17F1B7CE-09F9-C484-BEB8-F0C2E2DBC0A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5" name="Arc 1114">
                      <a:extLst>
                        <a:ext uri="{FF2B5EF4-FFF2-40B4-BE49-F238E27FC236}">
                          <a16:creationId xmlns:a16="http://schemas.microsoft.com/office/drawing/2014/main" id="{408F2323-FC4A-7DF3-F789-1D1B0E2CA8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16" name="Arc 1115">
                      <a:extLst>
                        <a:ext uri="{FF2B5EF4-FFF2-40B4-BE49-F238E27FC236}">
                          <a16:creationId xmlns:a16="http://schemas.microsoft.com/office/drawing/2014/main" id="{1958F08C-8C1E-EC4E-A759-E82D505A752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094" name="Group 1093">
                  <a:extLst>
                    <a:ext uri="{FF2B5EF4-FFF2-40B4-BE49-F238E27FC236}">
                      <a16:creationId xmlns:a16="http://schemas.microsoft.com/office/drawing/2014/main" id="{56D01B70-6D7D-D3FA-500C-88D738115A28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97" name="Oval 1096">
                    <a:extLst>
                      <a:ext uri="{FF2B5EF4-FFF2-40B4-BE49-F238E27FC236}">
                        <a16:creationId xmlns:a16="http://schemas.microsoft.com/office/drawing/2014/main" id="{ED23D4C4-4445-7277-BF10-2FFCE34FB2D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98" name="Group 1097">
                    <a:extLst>
                      <a:ext uri="{FF2B5EF4-FFF2-40B4-BE49-F238E27FC236}">
                        <a16:creationId xmlns:a16="http://schemas.microsoft.com/office/drawing/2014/main" id="{110061D8-5CD6-C517-9C64-B12517E89E8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99" name="Oval 1098">
                      <a:extLst>
                        <a:ext uri="{FF2B5EF4-FFF2-40B4-BE49-F238E27FC236}">
                          <a16:creationId xmlns:a16="http://schemas.microsoft.com/office/drawing/2014/main" id="{D23CD0AD-6A03-AC70-858F-500B3DC2B5C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0" name="Oval 1099">
                      <a:extLst>
                        <a:ext uri="{FF2B5EF4-FFF2-40B4-BE49-F238E27FC236}">
                          <a16:creationId xmlns:a16="http://schemas.microsoft.com/office/drawing/2014/main" id="{50A62345-A524-215C-0C6B-A9B3C4F8DA1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1" name="Oval 1100">
                      <a:extLst>
                        <a:ext uri="{FF2B5EF4-FFF2-40B4-BE49-F238E27FC236}">
                          <a16:creationId xmlns:a16="http://schemas.microsoft.com/office/drawing/2014/main" id="{431896C9-9516-6F80-649C-74CCF58D2F1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2" name="Oval 1101">
                      <a:extLst>
                        <a:ext uri="{FF2B5EF4-FFF2-40B4-BE49-F238E27FC236}">
                          <a16:creationId xmlns:a16="http://schemas.microsoft.com/office/drawing/2014/main" id="{0C1521C2-FB6D-1DE9-F369-29BB5AF34B2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3" name="Arc 1102">
                      <a:extLst>
                        <a:ext uri="{FF2B5EF4-FFF2-40B4-BE49-F238E27FC236}">
                          <a16:creationId xmlns:a16="http://schemas.microsoft.com/office/drawing/2014/main" id="{5D1111A8-2505-3B38-ACA6-1F67DF09C8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04" name="Oval 1103">
                      <a:extLst>
                        <a:ext uri="{FF2B5EF4-FFF2-40B4-BE49-F238E27FC236}">
                          <a16:creationId xmlns:a16="http://schemas.microsoft.com/office/drawing/2014/main" id="{DFEDCF8D-2B96-13AC-1DEF-5BAABAA2B8B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5" name="Arc 1104">
                      <a:extLst>
                        <a:ext uri="{FF2B5EF4-FFF2-40B4-BE49-F238E27FC236}">
                          <a16:creationId xmlns:a16="http://schemas.microsoft.com/office/drawing/2014/main" id="{92D28B03-8229-4AE8-AF8D-D32851A042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06" name="Arc 1105">
                      <a:extLst>
                        <a:ext uri="{FF2B5EF4-FFF2-40B4-BE49-F238E27FC236}">
                          <a16:creationId xmlns:a16="http://schemas.microsoft.com/office/drawing/2014/main" id="{96E1D51C-8E6E-0680-B90B-038CD2748F5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095" name="Straight Connector 1094">
                  <a:extLst>
                    <a:ext uri="{FF2B5EF4-FFF2-40B4-BE49-F238E27FC236}">
                      <a16:creationId xmlns:a16="http://schemas.microsoft.com/office/drawing/2014/main" id="{2FE11A88-5C8E-5F8D-68C9-12E26B2EB3C1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6" name="Straight Connector 1095">
                  <a:extLst>
                    <a:ext uri="{FF2B5EF4-FFF2-40B4-BE49-F238E27FC236}">
                      <a16:creationId xmlns:a16="http://schemas.microsoft.com/office/drawing/2014/main" id="{65E7C015-1366-DF37-B3BC-3AD3766FB33B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9C02614F-B625-9D85-74C1-E09580045071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069" name="Group 1068">
                  <a:extLst>
                    <a:ext uri="{FF2B5EF4-FFF2-40B4-BE49-F238E27FC236}">
                      <a16:creationId xmlns:a16="http://schemas.microsoft.com/office/drawing/2014/main" id="{3ED9914D-9DAE-ADE5-999A-5638B3DC4FC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83" name="Oval 1082">
                    <a:extLst>
                      <a:ext uri="{FF2B5EF4-FFF2-40B4-BE49-F238E27FC236}">
                        <a16:creationId xmlns:a16="http://schemas.microsoft.com/office/drawing/2014/main" id="{41D425E4-3C81-4F06-854B-90E9D000F07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84" name="Group 1083">
                    <a:extLst>
                      <a:ext uri="{FF2B5EF4-FFF2-40B4-BE49-F238E27FC236}">
                        <a16:creationId xmlns:a16="http://schemas.microsoft.com/office/drawing/2014/main" id="{4D2B5B30-B207-72B0-3E50-D0CC7DE4EE9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85" name="Oval 1084">
                      <a:extLst>
                        <a:ext uri="{FF2B5EF4-FFF2-40B4-BE49-F238E27FC236}">
                          <a16:creationId xmlns:a16="http://schemas.microsoft.com/office/drawing/2014/main" id="{2090E470-D596-08C4-6CE9-2A8AEE993245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86" name="Oval 1085">
                      <a:extLst>
                        <a:ext uri="{FF2B5EF4-FFF2-40B4-BE49-F238E27FC236}">
                          <a16:creationId xmlns:a16="http://schemas.microsoft.com/office/drawing/2014/main" id="{3500A8A3-B006-5020-4E67-AF42A84370FF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87" name="Oval 1086">
                      <a:extLst>
                        <a:ext uri="{FF2B5EF4-FFF2-40B4-BE49-F238E27FC236}">
                          <a16:creationId xmlns:a16="http://schemas.microsoft.com/office/drawing/2014/main" id="{09B41E5D-B0F7-C8B6-7EFB-2D00F1485A3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88" name="Oval 1087">
                      <a:extLst>
                        <a:ext uri="{FF2B5EF4-FFF2-40B4-BE49-F238E27FC236}">
                          <a16:creationId xmlns:a16="http://schemas.microsoft.com/office/drawing/2014/main" id="{070F22D0-C896-89F1-707F-655D16E975A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89" name="Arc 1088">
                      <a:extLst>
                        <a:ext uri="{FF2B5EF4-FFF2-40B4-BE49-F238E27FC236}">
                          <a16:creationId xmlns:a16="http://schemas.microsoft.com/office/drawing/2014/main" id="{5FB68C09-D6CF-8225-1FA6-699B3EDFD1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90" name="Oval 1089">
                      <a:extLst>
                        <a:ext uri="{FF2B5EF4-FFF2-40B4-BE49-F238E27FC236}">
                          <a16:creationId xmlns:a16="http://schemas.microsoft.com/office/drawing/2014/main" id="{5D4C1D26-9A6A-3485-047C-53E74021B4B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91" name="Arc 1090">
                      <a:extLst>
                        <a:ext uri="{FF2B5EF4-FFF2-40B4-BE49-F238E27FC236}">
                          <a16:creationId xmlns:a16="http://schemas.microsoft.com/office/drawing/2014/main" id="{42419D35-68B1-102C-B7E8-7F7862E82A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92" name="Arc 1091">
                      <a:extLst>
                        <a:ext uri="{FF2B5EF4-FFF2-40B4-BE49-F238E27FC236}">
                          <a16:creationId xmlns:a16="http://schemas.microsoft.com/office/drawing/2014/main" id="{58657B42-56A7-12AC-2417-7EFDD9AD241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070" name="Group 1069">
                  <a:extLst>
                    <a:ext uri="{FF2B5EF4-FFF2-40B4-BE49-F238E27FC236}">
                      <a16:creationId xmlns:a16="http://schemas.microsoft.com/office/drawing/2014/main" id="{4DCFF161-E837-7917-0039-4BF4C0DE3837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73" name="Oval 1072">
                    <a:extLst>
                      <a:ext uri="{FF2B5EF4-FFF2-40B4-BE49-F238E27FC236}">
                        <a16:creationId xmlns:a16="http://schemas.microsoft.com/office/drawing/2014/main" id="{01143272-EA05-1643-DED5-663C089FB3E3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74" name="Group 1073">
                    <a:extLst>
                      <a:ext uri="{FF2B5EF4-FFF2-40B4-BE49-F238E27FC236}">
                        <a16:creationId xmlns:a16="http://schemas.microsoft.com/office/drawing/2014/main" id="{7B192469-59C6-1BC5-BA32-D00896A60D4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75" name="Oval 1074">
                      <a:extLst>
                        <a:ext uri="{FF2B5EF4-FFF2-40B4-BE49-F238E27FC236}">
                          <a16:creationId xmlns:a16="http://schemas.microsoft.com/office/drawing/2014/main" id="{8F01268D-8950-074F-2BEF-477325F51AE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76" name="Oval 1075">
                      <a:extLst>
                        <a:ext uri="{FF2B5EF4-FFF2-40B4-BE49-F238E27FC236}">
                          <a16:creationId xmlns:a16="http://schemas.microsoft.com/office/drawing/2014/main" id="{04C27CE8-C9A9-0D70-5BCB-893B87791E5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77" name="Oval 1076">
                      <a:extLst>
                        <a:ext uri="{FF2B5EF4-FFF2-40B4-BE49-F238E27FC236}">
                          <a16:creationId xmlns:a16="http://schemas.microsoft.com/office/drawing/2014/main" id="{1C9B10A0-2648-187F-973F-B79C5DC2DE3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78" name="Oval 1077">
                      <a:extLst>
                        <a:ext uri="{FF2B5EF4-FFF2-40B4-BE49-F238E27FC236}">
                          <a16:creationId xmlns:a16="http://schemas.microsoft.com/office/drawing/2014/main" id="{2545D1CD-C5AD-AA53-AC61-CDFF284E814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79" name="Arc 1078">
                      <a:extLst>
                        <a:ext uri="{FF2B5EF4-FFF2-40B4-BE49-F238E27FC236}">
                          <a16:creationId xmlns:a16="http://schemas.microsoft.com/office/drawing/2014/main" id="{A902CEE9-2EB4-DACE-3422-B474430AAC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80" name="Oval 1079">
                      <a:extLst>
                        <a:ext uri="{FF2B5EF4-FFF2-40B4-BE49-F238E27FC236}">
                          <a16:creationId xmlns:a16="http://schemas.microsoft.com/office/drawing/2014/main" id="{0CEDAC6A-6F0C-A6B1-C90C-0001106DEFB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81" name="Arc 1080">
                      <a:extLst>
                        <a:ext uri="{FF2B5EF4-FFF2-40B4-BE49-F238E27FC236}">
                          <a16:creationId xmlns:a16="http://schemas.microsoft.com/office/drawing/2014/main" id="{A2F1CFA7-84AB-FA80-6E66-87DF7BAEF4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82" name="Arc 1081">
                      <a:extLst>
                        <a:ext uri="{FF2B5EF4-FFF2-40B4-BE49-F238E27FC236}">
                          <a16:creationId xmlns:a16="http://schemas.microsoft.com/office/drawing/2014/main" id="{345E21BD-5C07-A8E2-98B9-493E431E108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071" name="Straight Connector 1070">
                  <a:extLst>
                    <a:ext uri="{FF2B5EF4-FFF2-40B4-BE49-F238E27FC236}">
                      <a16:creationId xmlns:a16="http://schemas.microsoft.com/office/drawing/2014/main" id="{8FF24B0E-6144-6137-81EA-BF099CC17F49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2" name="Straight Connector 1071">
                  <a:extLst>
                    <a:ext uri="{FF2B5EF4-FFF2-40B4-BE49-F238E27FC236}">
                      <a16:creationId xmlns:a16="http://schemas.microsoft.com/office/drawing/2014/main" id="{FD0D504C-BC1C-E1E7-3AC0-B6FC8540ACA2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7C9B346B-52E7-E097-1316-4E5899531798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061" name="Moon 1060">
                  <a:extLst>
                    <a:ext uri="{FF2B5EF4-FFF2-40B4-BE49-F238E27FC236}">
                      <a16:creationId xmlns:a16="http://schemas.microsoft.com/office/drawing/2014/main" id="{53CC00A4-F2A5-2D88-6873-7596F7E5FB9B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2" name="Oval 1061">
                  <a:extLst>
                    <a:ext uri="{FF2B5EF4-FFF2-40B4-BE49-F238E27FC236}">
                      <a16:creationId xmlns:a16="http://schemas.microsoft.com/office/drawing/2014/main" id="{5E2104E2-4AD8-0BD4-0B0A-65595B6C9EDF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3" name="Oval 1062">
                  <a:extLst>
                    <a:ext uri="{FF2B5EF4-FFF2-40B4-BE49-F238E27FC236}">
                      <a16:creationId xmlns:a16="http://schemas.microsoft.com/office/drawing/2014/main" id="{7D7251D8-9CA6-0D92-90A9-AFBDAA391580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4" name="Oval 1063">
                  <a:extLst>
                    <a:ext uri="{FF2B5EF4-FFF2-40B4-BE49-F238E27FC236}">
                      <a16:creationId xmlns:a16="http://schemas.microsoft.com/office/drawing/2014/main" id="{583222F5-BBA5-A8C8-33DB-0A6D44A3399B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5" name="Oval 1064">
                  <a:extLst>
                    <a:ext uri="{FF2B5EF4-FFF2-40B4-BE49-F238E27FC236}">
                      <a16:creationId xmlns:a16="http://schemas.microsoft.com/office/drawing/2014/main" id="{0EFEBEFF-9212-0FF7-D874-0F7F12C51D9D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6" name="Oval 1065">
                  <a:extLst>
                    <a:ext uri="{FF2B5EF4-FFF2-40B4-BE49-F238E27FC236}">
                      <a16:creationId xmlns:a16="http://schemas.microsoft.com/office/drawing/2014/main" id="{38BE3B31-CBAB-26E7-FC69-11A0556E46AD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7" name="Oval 1066">
                  <a:extLst>
                    <a:ext uri="{FF2B5EF4-FFF2-40B4-BE49-F238E27FC236}">
                      <a16:creationId xmlns:a16="http://schemas.microsoft.com/office/drawing/2014/main" id="{804C144F-223D-13DF-5D11-240EF722A1CC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8" name="Oval 1067">
                  <a:extLst>
                    <a:ext uri="{FF2B5EF4-FFF2-40B4-BE49-F238E27FC236}">
                      <a16:creationId xmlns:a16="http://schemas.microsoft.com/office/drawing/2014/main" id="{E5BDBF8C-4B8D-3B37-5C96-E2208CB178C6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92" name="Group 991">
              <a:extLst>
                <a:ext uri="{FF2B5EF4-FFF2-40B4-BE49-F238E27FC236}">
                  <a16:creationId xmlns:a16="http://schemas.microsoft.com/office/drawing/2014/main" id="{A639523B-9F06-296D-79BD-0311CA60151B}"/>
                </a:ext>
              </a:extLst>
            </p:cNvPr>
            <p:cNvGrpSpPr/>
            <p:nvPr/>
          </p:nvGrpSpPr>
          <p:grpSpPr>
            <a:xfrm rot="5400000" flipH="1" flipV="1">
              <a:off x="7068648" y="3062843"/>
              <a:ext cx="144704" cy="348791"/>
              <a:chOff x="8901293" y="933753"/>
              <a:chExt cx="2135899" cy="5148330"/>
            </a:xfrm>
            <a:solidFill>
              <a:srgbClr val="0070C0"/>
            </a:solidFill>
          </p:grpSpPr>
          <p:grpSp>
            <p:nvGrpSpPr>
              <p:cNvPr id="993" name="Group 992">
                <a:extLst>
                  <a:ext uri="{FF2B5EF4-FFF2-40B4-BE49-F238E27FC236}">
                    <a16:creationId xmlns:a16="http://schemas.microsoft.com/office/drawing/2014/main" id="{3B1AD6D3-632D-E66E-D522-1045590E2EAD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028" name="Group 1027">
                  <a:extLst>
                    <a:ext uri="{FF2B5EF4-FFF2-40B4-BE49-F238E27FC236}">
                      <a16:creationId xmlns:a16="http://schemas.microsoft.com/office/drawing/2014/main" id="{2C5E4806-F203-498D-2386-407EB2AF0810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42" name="Oval 1041">
                    <a:extLst>
                      <a:ext uri="{FF2B5EF4-FFF2-40B4-BE49-F238E27FC236}">
                        <a16:creationId xmlns:a16="http://schemas.microsoft.com/office/drawing/2014/main" id="{92A6D0E7-7AF9-3828-3B64-8D98361E9C8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43" name="Group 1042">
                    <a:extLst>
                      <a:ext uri="{FF2B5EF4-FFF2-40B4-BE49-F238E27FC236}">
                        <a16:creationId xmlns:a16="http://schemas.microsoft.com/office/drawing/2014/main" id="{9D73C88B-00F0-C25E-515E-B9BCC854D98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44" name="Oval 1043">
                      <a:extLst>
                        <a:ext uri="{FF2B5EF4-FFF2-40B4-BE49-F238E27FC236}">
                          <a16:creationId xmlns:a16="http://schemas.microsoft.com/office/drawing/2014/main" id="{63AD1A35-8175-0A3C-3AC6-08F015AF281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45" name="Oval 1044">
                      <a:extLst>
                        <a:ext uri="{FF2B5EF4-FFF2-40B4-BE49-F238E27FC236}">
                          <a16:creationId xmlns:a16="http://schemas.microsoft.com/office/drawing/2014/main" id="{62DB92EF-3C3E-4E03-3456-6A18EA6F1CBF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46" name="Oval 1045">
                      <a:extLst>
                        <a:ext uri="{FF2B5EF4-FFF2-40B4-BE49-F238E27FC236}">
                          <a16:creationId xmlns:a16="http://schemas.microsoft.com/office/drawing/2014/main" id="{612658D7-E365-A516-EB96-ABE84A16C4B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47" name="Oval 1046">
                      <a:extLst>
                        <a:ext uri="{FF2B5EF4-FFF2-40B4-BE49-F238E27FC236}">
                          <a16:creationId xmlns:a16="http://schemas.microsoft.com/office/drawing/2014/main" id="{BF35A60E-E771-645B-E9CC-838B986ED75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48" name="Arc 1047">
                      <a:extLst>
                        <a:ext uri="{FF2B5EF4-FFF2-40B4-BE49-F238E27FC236}">
                          <a16:creationId xmlns:a16="http://schemas.microsoft.com/office/drawing/2014/main" id="{DDF9F357-895D-8D5E-71A3-9A7536187E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49" name="Oval 1048">
                      <a:extLst>
                        <a:ext uri="{FF2B5EF4-FFF2-40B4-BE49-F238E27FC236}">
                          <a16:creationId xmlns:a16="http://schemas.microsoft.com/office/drawing/2014/main" id="{F08EE908-D50B-48FE-20FB-F1F745BE182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50" name="Arc 1049">
                      <a:extLst>
                        <a:ext uri="{FF2B5EF4-FFF2-40B4-BE49-F238E27FC236}">
                          <a16:creationId xmlns:a16="http://schemas.microsoft.com/office/drawing/2014/main" id="{B3784A36-7BA7-5EA1-5517-DFCE69E788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51" name="Arc 1050">
                      <a:extLst>
                        <a:ext uri="{FF2B5EF4-FFF2-40B4-BE49-F238E27FC236}">
                          <a16:creationId xmlns:a16="http://schemas.microsoft.com/office/drawing/2014/main" id="{CDA0B608-F4CD-F364-986E-24181DD128EE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029" name="Group 1028">
                  <a:extLst>
                    <a:ext uri="{FF2B5EF4-FFF2-40B4-BE49-F238E27FC236}">
                      <a16:creationId xmlns:a16="http://schemas.microsoft.com/office/drawing/2014/main" id="{EB00CDE0-E88C-20B4-DEE2-20CB0E2381E9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32" name="Oval 1031">
                    <a:extLst>
                      <a:ext uri="{FF2B5EF4-FFF2-40B4-BE49-F238E27FC236}">
                        <a16:creationId xmlns:a16="http://schemas.microsoft.com/office/drawing/2014/main" id="{1D636822-CAAE-4C9F-C144-D61D3FC33FA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33" name="Group 1032">
                    <a:extLst>
                      <a:ext uri="{FF2B5EF4-FFF2-40B4-BE49-F238E27FC236}">
                        <a16:creationId xmlns:a16="http://schemas.microsoft.com/office/drawing/2014/main" id="{6B8F540B-BCBF-6F85-4EED-A95930F74F7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34" name="Oval 1033">
                      <a:extLst>
                        <a:ext uri="{FF2B5EF4-FFF2-40B4-BE49-F238E27FC236}">
                          <a16:creationId xmlns:a16="http://schemas.microsoft.com/office/drawing/2014/main" id="{A673D2FA-2754-61E3-6C9E-06377663A8C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35" name="Oval 1034">
                      <a:extLst>
                        <a:ext uri="{FF2B5EF4-FFF2-40B4-BE49-F238E27FC236}">
                          <a16:creationId xmlns:a16="http://schemas.microsoft.com/office/drawing/2014/main" id="{23697773-6D2C-F6E4-1578-71EC65C7F55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36" name="Oval 1035">
                      <a:extLst>
                        <a:ext uri="{FF2B5EF4-FFF2-40B4-BE49-F238E27FC236}">
                          <a16:creationId xmlns:a16="http://schemas.microsoft.com/office/drawing/2014/main" id="{9F5F9BD9-B805-ACC8-AF63-29612325FBFC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37" name="Oval 1036">
                      <a:extLst>
                        <a:ext uri="{FF2B5EF4-FFF2-40B4-BE49-F238E27FC236}">
                          <a16:creationId xmlns:a16="http://schemas.microsoft.com/office/drawing/2014/main" id="{B9670530-FB76-7212-07F4-6066AA864804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38" name="Arc 1037">
                      <a:extLst>
                        <a:ext uri="{FF2B5EF4-FFF2-40B4-BE49-F238E27FC236}">
                          <a16:creationId xmlns:a16="http://schemas.microsoft.com/office/drawing/2014/main" id="{D5DBE071-076B-8914-2A91-687F87576D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39" name="Oval 1038">
                      <a:extLst>
                        <a:ext uri="{FF2B5EF4-FFF2-40B4-BE49-F238E27FC236}">
                          <a16:creationId xmlns:a16="http://schemas.microsoft.com/office/drawing/2014/main" id="{9F0CF662-9DB9-DF00-1364-D655287E76F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40" name="Arc 1039">
                      <a:extLst>
                        <a:ext uri="{FF2B5EF4-FFF2-40B4-BE49-F238E27FC236}">
                          <a16:creationId xmlns:a16="http://schemas.microsoft.com/office/drawing/2014/main" id="{4B0D0808-73E0-BD85-FC4D-AE5D6F637D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41" name="Arc 1040">
                      <a:extLst>
                        <a:ext uri="{FF2B5EF4-FFF2-40B4-BE49-F238E27FC236}">
                          <a16:creationId xmlns:a16="http://schemas.microsoft.com/office/drawing/2014/main" id="{5A374ADF-6C6F-5705-474E-0963122611A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030" name="Straight Connector 1029">
                  <a:extLst>
                    <a:ext uri="{FF2B5EF4-FFF2-40B4-BE49-F238E27FC236}">
                      <a16:creationId xmlns:a16="http://schemas.microsoft.com/office/drawing/2014/main" id="{DBFD489B-35E4-E978-6CAC-554D5D0E72D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1" name="Straight Connector 1030">
                  <a:extLst>
                    <a:ext uri="{FF2B5EF4-FFF2-40B4-BE49-F238E27FC236}">
                      <a16:creationId xmlns:a16="http://schemas.microsoft.com/office/drawing/2014/main" id="{CACDE308-A712-D4B3-3F2C-88BF0D02C270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4" name="Group 993">
                <a:extLst>
                  <a:ext uri="{FF2B5EF4-FFF2-40B4-BE49-F238E27FC236}">
                    <a16:creationId xmlns:a16="http://schemas.microsoft.com/office/drawing/2014/main" id="{BB0FF37A-4831-284B-D78C-25F993A69023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004" name="Group 1003">
                  <a:extLst>
                    <a:ext uri="{FF2B5EF4-FFF2-40B4-BE49-F238E27FC236}">
                      <a16:creationId xmlns:a16="http://schemas.microsoft.com/office/drawing/2014/main" id="{805542B0-84FA-4339-51F0-097559FEB69C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18" name="Oval 1017">
                    <a:extLst>
                      <a:ext uri="{FF2B5EF4-FFF2-40B4-BE49-F238E27FC236}">
                        <a16:creationId xmlns:a16="http://schemas.microsoft.com/office/drawing/2014/main" id="{DDD87855-C7B7-EC73-D316-6B7B020A90D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19" name="Group 1018">
                    <a:extLst>
                      <a:ext uri="{FF2B5EF4-FFF2-40B4-BE49-F238E27FC236}">
                        <a16:creationId xmlns:a16="http://schemas.microsoft.com/office/drawing/2014/main" id="{3D4AD0E7-D48C-1CEA-1FF2-1A5C5230714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20" name="Oval 1019">
                      <a:extLst>
                        <a:ext uri="{FF2B5EF4-FFF2-40B4-BE49-F238E27FC236}">
                          <a16:creationId xmlns:a16="http://schemas.microsoft.com/office/drawing/2014/main" id="{A2F9A523-C9A9-D578-4190-F98F1367D25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21" name="Oval 1020">
                      <a:extLst>
                        <a:ext uri="{FF2B5EF4-FFF2-40B4-BE49-F238E27FC236}">
                          <a16:creationId xmlns:a16="http://schemas.microsoft.com/office/drawing/2014/main" id="{BB5D99F3-157E-718E-72FB-6579EE11A88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22" name="Oval 1021">
                      <a:extLst>
                        <a:ext uri="{FF2B5EF4-FFF2-40B4-BE49-F238E27FC236}">
                          <a16:creationId xmlns:a16="http://schemas.microsoft.com/office/drawing/2014/main" id="{1BE8C4DB-97CD-1A08-672F-6943846CA54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23" name="Oval 1022">
                      <a:extLst>
                        <a:ext uri="{FF2B5EF4-FFF2-40B4-BE49-F238E27FC236}">
                          <a16:creationId xmlns:a16="http://schemas.microsoft.com/office/drawing/2014/main" id="{3A2C8C95-2AD9-D426-026D-95130F5ED46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24" name="Arc 1023">
                      <a:extLst>
                        <a:ext uri="{FF2B5EF4-FFF2-40B4-BE49-F238E27FC236}">
                          <a16:creationId xmlns:a16="http://schemas.microsoft.com/office/drawing/2014/main" id="{FB5D0643-2D1B-4C81-2913-A2F469A6D6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25" name="Oval 1024">
                      <a:extLst>
                        <a:ext uri="{FF2B5EF4-FFF2-40B4-BE49-F238E27FC236}">
                          <a16:creationId xmlns:a16="http://schemas.microsoft.com/office/drawing/2014/main" id="{DC5F138D-01F1-9251-F935-C5A8E9399DF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26" name="Arc 1025">
                      <a:extLst>
                        <a:ext uri="{FF2B5EF4-FFF2-40B4-BE49-F238E27FC236}">
                          <a16:creationId xmlns:a16="http://schemas.microsoft.com/office/drawing/2014/main" id="{6920EBA5-E99B-3026-EC4A-8C5E4AB457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27" name="Arc 1026">
                      <a:extLst>
                        <a:ext uri="{FF2B5EF4-FFF2-40B4-BE49-F238E27FC236}">
                          <a16:creationId xmlns:a16="http://schemas.microsoft.com/office/drawing/2014/main" id="{2655A5EB-237A-C77E-AD5A-00809B08367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005" name="Group 1004">
                  <a:extLst>
                    <a:ext uri="{FF2B5EF4-FFF2-40B4-BE49-F238E27FC236}">
                      <a16:creationId xmlns:a16="http://schemas.microsoft.com/office/drawing/2014/main" id="{346F2B3F-ED82-1A61-7057-9D96664A2B42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08" name="Oval 1007">
                    <a:extLst>
                      <a:ext uri="{FF2B5EF4-FFF2-40B4-BE49-F238E27FC236}">
                        <a16:creationId xmlns:a16="http://schemas.microsoft.com/office/drawing/2014/main" id="{0AAB2C01-358F-6889-5D9A-BD89285FADF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09" name="Group 1008">
                    <a:extLst>
                      <a:ext uri="{FF2B5EF4-FFF2-40B4-BE49-F238E27FC236}">
                        <a16:creationId xmlns:a16="http://schemas.microsoft.com/office/drawing/2014/main" id="{6E90A355-45B1-4D9B-2021-425A95AEF4B8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10" name="Oval 1009">
                      <a:extLst>
                        <a:ext uri="{FF2B5EF4-FFF2-40B4-BE49-F238E27FC236}">
                          <a16:creationId xmlns:a16="http://schemas.microsoft.com/office/drawing/2014/main" id="{4E03F166-C084-4D8D-9A3F-A888F5F13F7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11" name="Oval 1010">
                      <a:extLst>
                        <a:ext uri="{FF2B5EF4-FFF2-40B4-BE49-F238E27FC236}">
                          <a16:creationId xmlns:a16="http://schemas.microsoft.com/office/drawing/2014/main" id="{04609823-701C-C004-3896-E3240EA745AF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12" name="Oval 1011">
                      <a:extLst>
                        <a:ext uri="{FF2B5EF4-FFF2-40B4-BE49-F238E27FC236}">
                          <a16:creationId xmlns:a16="http://schemas.microsoft.com/office/drawing/2014/main" id="{96F0C95C-B6BF-FF09-F515-B9B5F33335A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13" name="Oval 1012">
                      <a:extLst>
                        <a:ext uri="{FF2B5EF4-FFF2-40B4-BE49-F238E27FC236}">
                          <a16:creationId xmlns:a16="http://schemas.microsoft.com/office/drawing/2014/main" id="{5FA3BB37-0B44-ABFD-A7B9-3197637951D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14" name="Arc 1013">
                      <a:extLst>
                        <a:ext uri="{FF2B5EF4-FFF2-40B4-BE49-F238E27FC236}">
                          <a16:creationId xmlns:a16="http://schemas.microsoft.com/office/drawing/2014/main" id="{D89370C7-00F6-907D-0C07-942167C19E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15" name="Oval 1014">
                      <a:extLst>
                        <a:ext uri="{FF2B5EF4-FFF2-40B4-BE49-F238E27FC236}">
                          <a16:creationId xmlns:a16="http://schemas.microsoft.com/office/drawing/2014/main" id="{1C69F132-08AD-115F-5C8B-DA99EE58155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16" name="Arc 1015">
                      <a:extLst>
                        <a:ext uri="{FF2B5EF4-FFF2-40B4-BE49-F238E27FC236}">
                          <a16:creationId xmlns:a16="http://schemas.microsoft.com/office/drawing/2014/main" id="{C8469113-B2A7-E59B-CCFA-6A25AFDC74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17" name="Arc 1016">
                      <a:extLst>
                        <a:ext uri="{FF2B5EF4-FFF2-40B4-BE49-F238E27FC236}">
                          <a16:creationId xmlns:a16="http://schemas.microsoft.com/office/drawing/2014/main" id="{87608919-5CAF-F825-4132-5AFE24A18A7E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006" name="Straight Connector 1005">
                  <a:extLst>
                    <a:ext uri="{FF2B5EF4-FFF2-40B4-BE49-F238E27FC236}">
                      <a16:creationId xmlns:a16="http://schemas.microsoft.com/office/drawing/2014/main" id="{FF51A9C5-E216-3DEE-08C4-957B6ACB6917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7" name="Straight Connector 1006">
                  <a:extLst>
                    <a:ext uri="{FF2B5EF4-FFF2-40B4-BE49-F238E27FC236}">
                      <a16:creationId xmlns:a16="http://schemas.microsoft.com/office/drawing/2014/main" id="{0D26D98C-5119-8E27-AC32-62596B0A237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5" name="Group 994">
                <a:extLst>
                  <a:ext uri="{FF2B5EF4-FFF2-40B4-BE49-F238E27FC236}">
                    <a16:creationId xmlns:a16="http://schemas.microsoft.com/office/drawing/2014/main" id="{209C8CAF-4CC8-010D-D757-5DD4F093B14F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996" name="Moon 995">
                  <a:extLst>
                    <a:ext uri="{FF2B5EF4-FFF2-40B4-BE49-F238E27FC236}">
                      <a16:creationId xmlns:a16="http://schemas.microsoft.com/office/drawing/2014/main" id="{38C5E213-A1F2-F7DE-A749-0E76FA480FF5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7" name="Oval 996">
                  <a:extLst>
                    <a:ext uri="{FF2B5EF4-FFF2-40B4-BE49-F238E27FC236}">
                      <a16:creationId xmlns:a16="http://schemas.microsoft.com/office/drawing/2014/main" id="{F260E5C1-17BE-499E-5531-E44A57BD3091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8" name="Oval 997">
                  <a:extLst>
                    <a:ext uri="{FF2B5EF4-FFF2-40B4-BE49-F238E27FC236}">
                      <a16:creationId xmlns:a16="http://schemas.microsoft.com/office/drawing/2014/main" id="{9FDC1ABE-201F-06F9-8208-46AC46C1B246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9" name="Oval 998">
                  <a:extLst>
                    <a:ext uri="{FF2B5EF4-FFF2-40B4-BE49-F238E27FC236}">
                      <a16:creationId xmlns:a16="http://schemas.microsoft.com/office/drawing/2014/main" id="{04DF256C-1F19-8F8B-1F18-B094CCA4AD58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0" name="Oval 999">
                  <a:extLst>
                    <a:ext uri="{FF2B5EF4-FFF2-40B4-BE49-F238E27FC236}">
                      <a16:creationId xmlns:a16="http://schemas.microsoft.com/office/drawing/2014/main" id="{B763153F-650B-8318-97E5-3AC9F165B3E0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1" name="Oval 1000">
                  <a:extLst>
                    <a:ext uri="{FF2B5EF4-FFF2-40B4-BE49-F238E27FC236}">
                      <a16:creationId xmlns:a16="http://schemas.microsoft.com/office/drawing/2014/main" id="{C412472C-B4FF-F3B6-AD68-EA331EBF35A6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2" name="Oval 1001">
                  <a:extLst>
                    <a:ext uri="{FF2B5EF4-FFF2-40B4-BE49-F238E27FC236}">
                      <a16:creationId xmlns:a16="http://schemas.microsoft.com/office/drawing/2014/main" id="{BE4F5996-AF39-11F1-BC0C-B8075368C041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3" name="Oval 1002">
                  <a:extLst>
                    <a:ext uri="{FF2B5EF4-FFF2-40B4-BE49-F238E27FC236}">
                      <a16:creationId xmlns:a16="http://schemas.microsoft.com/office/drawing/2014/main" id="{2859E511-D5C8-0491-8D48-FC068B813BC9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23" name="Group 1122">
              <a:extLst>
                <a:ext uri="{FF2B5EF4-FFF2-40B4-BE49-F238E27FC236}">
                  <a16:creationId xmlns:a16="http://schemas.microsoft.com/office/drawing/2014/main" id="{986CEEBF-89FD-F727-8912-2E56F355AF28}"/>
                </a:ext>
              </a:extLst>
            </p:cNvPr>
            <p:cNvGrpSpPr/>
            <p:nvPr/>
          </p:nvGrpSpPr>
          <p:grpSpPr>
            <a:xfrm rot="5400000" flipH="1" flipV="1">
              <a:off x="7043535" y="2341964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124" name="Group 1123">
                <a:extLst>
                  <a:ext uri="{FF2B5EF4-FFF2-40B4-BE49-F238E27FC236}">
                    <a16:creationId xmlns:a16="http://schemas.microsoft.com/office/drawing/2014/main" id="{B3C6A704-4ED3-5A6A-F89E-B92BB1DED339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159" name="Group 1158">
                  <a:extLst>
                    <a:ext uri="{FF2B5EF4-FFF2-40B4-BE49-F238E27FC236}">
                      <a16:creationId xmlns:a16="http://schemas.microsoft.com/office/drawing/2014/main" id="{2082E959-CE17-5545-9265-147BAF54B45B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73" name="Oval 1172">
                    <a:extLst>
                      <a:ext uri="{FF2B5EF4-FFF2-40B4-BE49-F238E27FC236}">
                        <a16:creationId xmlns:a16="http://schemas.microsoft.com/office/drawing/2014/main" id="{8AF52E1E-B2D9-0A1F-B425-2CEA149A899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74" name="Group 1173">
                    <a:extLst>
                      <a:ext uri="{FF2B5EF4-FFF2-40B4-BE49-F238E27FC236}">
                        <a16:creationId xmlns:a16="http://schemas.microsoft.com/office/drawing/2014/main" id="{2F88A080-4312-FBD4-D088-470D7FC5A9D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75" name="Oval 1174">
                      <a:extLst>
                        <a:ext uri="{FF2B5EF4-FFF2-40B4-BE49-F238E27FC236}">
                          <a16:creationId xmlns:a16="http://schemas.microsoft.com/office/drawing/2014/main" id="{656E069B-EA34-EEEE-EF45-9A0C75688E95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6" name="Oval 1175">
                      <a:extLst>
                        <a:ext uri="{FF2B5EF4-FFF2-40B4-BE49-F238E27FC236}">
                          <a16:creationId xmlns:a16="http://schemas.microsoft.com/office/drawing/2014/main" id="{ED046F58-9E2C-A0A7-007A-20EA91E65478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7" name="Oval 1176">
                      <a:extLst>
                        <a:ext uri="{FF2B5EF4-FFF2-40B4-BE49-F238E27FC236}">
                          <a16:creationId xmlns:a16="http://schemas.microsoft.com/office/drawing/2014/main" id="{461ED55C-DDCF-2DE5-CBDF-377BDF9EF44C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8" name="Oval 1177">
                      <a:extLst>
                        <a:ext uri="{FF2B5EF4-FFF2-40B4-BE49-F238E27FC236}">
                          <a16:creationId xmlns:a16="http://schemas.microsoft.com/office/drawing/2014/main" id="{DF389F8B-01A1-7A86-49A3-3CF57E3275DA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9" name="Arc 1178">
                      <a:extLst>
                        <a:ext uri="{FF2B5EF4-FFF2-40B4-BE49-F238E27FC236}">
                          <a16:creationId xmlns:a16="http://schemas.microsoft.com/office/drawing/2014/main" id="{2AA1A7F8-8F23-DB4B-69AE-A1732DBEDD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80" name="Oval 1179">
                      <a:extLst>
                        <a:ext uri="{FF2B5EF4-FFF2-40B4-BE49-F238E27FC236}">
                          <a16:creationId xmlns:a16="http://schemas.microsoft.com/office/drawing/2014/main" id="{84E0717B-C3EF-A2C0-A2E6-954967393DE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81" name="Arc 1180">
                      <a:extLst>
                        <a:ext uri="{FF2B5EF4-FFF2-40B4-BE49-F238E27FC236}">
                          <a16:creationId xmlns:a16="http://schemas.microsoft.com/office/drawing/2014/main" id="{9AE86A96-5AEB-BA98-7148-1D879DE25D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82" name="Arc 1181">
                      <a:extLst>
                        <a:ext uri="{FF2B5EF4-FFF2-40B4-BE49-F238E27FC236}">
                          <a16:creationId xmlns:a16="http://schemas.microsoft.com/office/drawing/2014/main" id="{DDB6630D-CFF2-A2C1-8B2B-A005C98D88E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160" name="Group 1159">
                  <a:extLst>
                    <a:ext uri="{FF2B5EF4-FFF2-40B4-BE49-F238E27FC236}">
                      <a16:creationId xmlns:a16="http://schemas.microsoft.com/office/drawing/2014/main" id="{B365E793-2DE1-8310-BD5D-62BCE7BB6C29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63" name="Oval 1162">
                    <a:extLst>
                      <a:ext uri="{FF2B5EF4-FFF2-40B4-BE49-F238E27FC236}">
                        <a16:creationId xmlns:a16="http://schemas.microsoft.com/office/drawing/2014/main" id="{2DAAF451-46B6-0B2D-25BD-BEFFA326FA8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64" name="Group 1163">
                    <a:extLst>
                      <a:ext uri="{FF2B5EF4-FFF2-40B4-BE49-F238E27FC236}">
                        <a16:creationId xmlns:a16="http://schemas.microsoft.com/office/drawing/2014/main" id="{1E3FBC4A-BDD1-5D98-F3F9-79E3AB93FE50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65" name="Oval 1164">
                      <a:extLst>
                        <a:ext uri="{FF2B5EF4-FFF2-40B4-BE49-F238E27FC236}">
                          <a16:creationId xmlns:a16="http://schemas.microsoft.com/office/drawing/2014/main" id="{F6440C16-F141-AF8B-EAD3-34DF79C3DFC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6" name="Oval 1165">
                      <a:extLst>
                        <a:ext uri="{FF2B5EF4-FFF2-40B4-BE49-F238E27FC236}">
                          <a16:creationId xmlns:a16="http://schemas.microsoft.com/office/drawing/2014/main" id="{2C5F9767-3754-9C2A-5C5F-484C32F8D4F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7" name="Oval 1166">
                      <a:extLst>
                        <a:ext uri="{FF2B5EF4-FFF2-40B4-BE49-F238E27FC236}">
                          <a16:creationId xmlns:a16="http://schemas.microsoft.com/office/drawing/2014/main" id="{66FE4822-4CC8-18F5-CC47-25F46E9E433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8" name="Oval 1167">
                      <a:extLst>
                        <a:ext uri="{FF2B5EF4-FFF2-40B4-BE49-F238E27FC236}">
                          <a16:creationId xmlns:a16="http://schemas.microsoft.com/office/drawing/2014/main" id="{C1A6D221-7C0A-84BE-2F71-DAF7163F02DB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9" name="Arc 1168">
                      <a:extLst>
                        <a:ext uri="{FF2B5EF4-FFF2-40B4-BE49-F238E27FC236}">
                          <a16:creationId xmlns:a16="http://schemas.microsoft.com/office/drawing/2014/main" id="{920C8B4F-E5E6-095B-8E05-DBC605EB9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0" name="Oval 1169">
                      <a:extLst>
                        <a:ext uri="{FF2B5EF4-FFF2-40B4-BE49-F238E27FC236}">
                          <a16:creationId xmlns:a16="http://schemas.microsoft.com/office/drawing/2014/main" id="{79BA76BB-32D8-F02C-301F-E27EA0D86C5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1" name="Arc 1170">
                      <a:extLst>
                        <a:ext uri="{FF2B5EF4-FFF2-40B4-BE49-F238E27FC236}">
                          <a16:creationId xmlns:a16="http://schemas.microsoft.com/office/drawing/2014/main" id="{97501A95-0057-536B-8843-70B427E05F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2" name="Arc 1171">
                      <a:extLst>
                        <a:ext uri="{FF2B5EF4-FFF2-40B4-BE49-F238E27FC236}">
                          <a16:creationId xmlns:a16="http://schemas.microsoft.com/office/drawing/2014/main" id="{A8594463-302B-CB60-3BC9-D2D46FE2C53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161" name="Straight Connector 1160">
                  <a:extLst>
                    <a:ext uri="{FF2B5EF4-FFF2-40B4-BE49-F238E27FC236}">
                      <a16:creationId xmlns:a16="http://schemas.microsoft.com/office/drawing/2014/main" id="{E927337D-FBBB-7E4D-DCCF-273EA62BC8C6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2" name="Straight Connector 1161">
                  <a:extLst>
                    <a:ext uri="{FF2B5EF4-FFF2-40B4-BE49-F238E27FC236}">
                      <a16:creationId xmlns:a16="http://schemas.microsoft.com/office/drawing/2014/main" id="{822A17F4-7370-E5C6-3BFD-F318655262FA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5" name="Group 1124">
                <a:extLst>
                  <a:ext uri="{FF2B5EF4-FFF2-40B4-BE49-F238E27FC236}">
                    <a16:creationId xmlns:a16="http://schemas.microsoft.com/office/drawing/2014/main" id="{D1559232-1132-513C-B737-8C5D3A783E71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135" name="Group 1134">
                  <a:extLst>
                    <a:ext uri="{FF2B5EF4-FFF2-40B4-BE49-F238E27FC236}">
                      <a16:creationId xmlns:a16="http://schemas.microsoft.com/office/drawing/2014/main" id="{F851D5C9-9103-9EEC-EC48-90C9D3FB656E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49" name="Oval 1148">
                    <a:extLst>
                      <a:ext uri="{FF2B5EF4-FFF2-40B4-BE49-F238E27FC236}">
                        <a16:creationId xmlns:a16="http://schemas.microsoft.com/office/drawing/2014/main" id="{618EBF59-4577-5701-4FFA-4678D24A2A8A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50" name="Group 1149">
                    <a:extLst>
                      <a:ext uri="{FF2B5EF4-FFF2-40B4-BE49-F238E27FC236}">
                        <a16:creationId xmlns:a16="http://schemas.microsoft.com/office/drawing/2014/main" id="{58FB6136-DFE5-A96E-022E-D8A40CE8DD5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51" name="Oval 1150">
                      <a:extLst>
                        <a:ext uri="{FF2B5EF4-FFF2-40B4-BE49-F238E27FC236}">
                          <a16:creationId xmlns:a16="http://schemas.microsoft.com/office/drawing/2014/main" id="{48CEBD64-1B9C-1B74-6320-CCF774B5DE3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52" name="Oval 1151">
                      <a:extLst>
                        <a:ext uri="{FF2B5EF4-FFF2-40B4-BE49-F238E27FC236}">
                          <a16:creationId xmlns:a16="http://schemas.microsoft.com/office/drawing/2014/main" id="{1C248E60-39E1-8098-7572-C76D9B803C3F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53" name="Oval 1152">
                      <a:extLst>
                        <a:ext uri="{FF2B5EF4-FFF2-40B4-BE49-F238E27FC236}">
                          <a16:creationId xmlns:a16="http://schemas.microsoft.com/office/drawing/2014/main" id="{9A2001B0-8A16-5B0F-00DA-9762B318C709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54" name="Oval 1153">
                      <a:extLst>
                        <a:ext uri="{FF2B5EF4-FFF2-40B4-BE49-F238E27FC236}">
                          <a16:creationId xmlns:a16="http://schemas.microsoft.com/office/drawing/2014/main" id="{E3B066A2-9894-38D2-B03B-6996D3651A2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55" name="Arc 1154">
                      <a:extLst>
                        <a:ext uri="{FF2B5EF4-FFF2-40B4-BE49-F238E27FC236}">
                          <a16:creationId xmlns:a16="http://schemas.microsoft.com/office/drawing/2014/main" id="{78AE996F-9286-C948-FAD6-76757F7E53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56" name="Oval 1155">
                      <a:extLst>
                        <a:ext uri="{FF2B5EF4-FFF2-40B4-BE49-F238E27FC236}">
                          <a16:creationId xmlns:a16="http://schemas.microsoft.com/office/drawing/2014/main" id="{89D6CC2D-2057-721E-14A2-02F14307870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57" name="Arc 1156">
                      <a:extLst>
                        <a:ext uri="{FF2B5EF4-FFF2-40B4-BE49-F238E27FC236}">
                          <a16:creationId xmlns:a16="http://schemas.microsoft.com/office/drawing/2014/main" id="{44A411AC-B4CE-E213-726E-167DF73913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58" name="Arc 1157">
                      <a:extLst>
                        <a:ext uri="{FF2B5EF4-FFF2-40B4-BE49-F238E27FC236}">
                          <a16:creationId xmlns:a16="http://schemas.microsoft.com/office/drawing/2014/main" id="{72860675-BF1B-E452-1749-9ED34D67FD48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136" name="Group 1135">
                  <a:extLst>
                    <a:ext uri="{FF2B5EF4-FFF2-40B4-BE49-F238E27FC236}">
                      <a16:creationId xmlns:a16="http://schemas.microsoft.com/office/drawing/2014/main" id="{AE175C66-B1E5-C218-F39B-C0B10FB8FAFC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39" name="Oval 1138">
                    <a:extLst>
                      <a:ext uri="{FF2B5EF4-FFF2-40B4-BE49-F238E27FC236}">
                        <a16:creationId xmlns:a16="http://schemas.microsoft.com/office/drawing/2014/main" id="{E4F2A586-09BE-17E5-2423-9D75FD6111EA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40" name="Group 1139">
                    <a:extLst>
                      <a:ext uri="{FF2B5EF4-FFF2-40B4-BE49-F238E27FC236}">
                        <a16:creationId xmlns:a16="http://schemas.microsoft.com/office/drawing/2014/main" id="{B6DCBBCE-1FA9-3D88-3FCC-968589BADF2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41" name="Oval 1140">
                      <a:extLst>
                        <a:ext uri="{FF2B5EF4-FFF2-40B4-BE49-F238E27FC236}">
                          <a16:creationId xmlns:a16="http://schemas.microsoft.com/office/drawing/2014/main" id="{0302A38C-4F3C-7F8C-4F75-3E28A668B1FA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42" name="Oval 1141">
                      <a:extLst>
                        <a:ext uri="{FF2B5EF4-FFF2-40B4-BE49-F238E27FC236}">
                          <a16:creationId xmlns:a16="http://schemas.microsoft.com/office/drawing/2014/main" id="{1B771A24-F64B-DB50-5BDC-65ADA6D5B77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43" name="Oval 1142">
                      <a:extLst>
                        <a:ext uri="{FF2B5EF4-FFF2-40B4-BE49-F238E27FC236}">
                          <a16:creationId xmlns:a16="http://schemas.microsoft.com/office/drawing/2014/main" id="{00A601E7-EE6B-E57F-FFEF-70D79A3DBA4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44" name="Oval 1143">
                      <a:extLst>
                        <a:ext uri="{FF2B5EF4-FFF2-40B4-BE49-F238E27FC236}">
                          <a16:creationId xmlns:a16="http://schemas.microsoft.com/office/drawing/2014/main" id="{24DB324F-C2D2-279C-6BE4-0A0383C97103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45" name="Arc 1144">
                      <a:extLst>
                        <a:ext uri="{FF2B5EF4-FFF2-40B4-BE49-F238E27FC236}">
                          <a16:creationId xmlns:a16="http://schemas.microsoft.com/office/drawing/2014/main" id="{528C40A5-07B8-89F2-C596-66870C2C70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46" name="Oval 1145">
                      <a:extLst>
                        <a:ext uri="{FF2B5EF4-FFF2-40B4-BE49-F238E27FC236}">
                          <a16:creationId xmlns:a16="http://schemas.microsoft.com/office/drawing/2014/main" id="{ECF573A6-37AF-B5C9-7C3B-10E180CB27D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47" name="Arc 1146">
                      <a:extLst>
                        <a:ext uri="{FF2B5EF4-FFF2-40B4-BE49-F238E27FC236}">
                          <a16:creationId xmlns:a16="http://schemas.microsoft.com/office/drawing/2014/main" id="{9EB31B25-E579-008B-20D3-A04D4EEF66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48" name="Arc 1147">
                      <a:extLst>
                        <a:ext uri="{FF2B5EF4-FFF2-40B4-BE49-F238E27FC236}">
                          <a16:creationId xmlns:a16="http://schemas.microsoft.com/office/drawing/2014/main" id="{4FB1F094-87FB-95CD-FD5D-EAC71A5A9FA6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137" name="Straight Connector 1136">
                  <a:extLst>
                    <a:ext uri="{FF2B5EF4-FFF2-40B4-BE49-F238E27FC236}">
                      <a16:creationId xmlns:a16="http://schemas.microsoft.com/office/drawing/2014/main" id="{68B98E6C-FB8B-87CB-2129-F53DE1844931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07CECC54-CE3A-CE66-AB96-D3A184015592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6" name="Group 1125">
                <a:extLst>
                  <a:ext uri="{FF2B5EF4-FFF2-40B4-BE49-F238E27FC236}">
                    <a16:creationId xmlns:a16="http://schemas.microsoft.com/office/drawing/2014/main" id="{73E0691A-5535-741E-52E2-FEB957EE25AE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127" name="Moon 1126">
                  <a:extLst>
                    <a:ext uri="{FF2B5EF4-FFF2-40B4-BE49-F238E27FC236}">
                      <a16:creationId xmlns:a16="http://schemas.microsoft.com/office/drawing/2014/main" id="{08DB15AF-1FEA-76FC-9529-3D9C36458473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8" name="Oval 1127">
                  <a:extLst>
                    <a:ext uri="{FF2B5EF4-FFF2-40B4-BE49-F238E27FC236}">
                      <a16:creationId xmlns:a16="http://schemas.microsoft.com/office/drawing/2014/main" id="{7E0F77CB-CD66-E771-E372-70CDD7D66239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9" name="Oval 1128">
                  <a:extLst>
                    <a:ext uri="{FF2B5EF4-FFF2-40B4-BE49-F238E27FC236}">
                      <a16:creationId xmlns:a16="http://schemas.microsoft.com/office/drawing/2014/main" id="{F9BBF855-8BAD-00DA-628E-D948132E6B86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0" name="Oval 1129">
                  <a:extLst>
                    <a:ext uri="{FF2B5EF4-FFF2-40B4-BE49-F238E27FC236}">
                      <a16:creationId xmlns:a16="http://schemas.microsoft.com/office/drawing/2014/main" id="{F89BF50E-24D8-26DA-2A62-E5916A08A326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1" name="Oval 1130">
                  <a:extLst>
                    <a:ext uri="{FF2B5EF4-FFF2-40B4-BE49-F238E27FC236}">
                      <a16:creationId xmlns:a16="http://schemas.microsoft.com/office/drawing/2014/main" id="{07EE7E03-5B45-ED17-0D08-C76DF992F8BB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2" name="Oval 1131">
                  <a:extLst>
                    <a:ext uri="{FF2B5EF4-FFF2-40B4-BE49-F238E27FC236}">
                      <a16:creationId xmlns:a16="http://schemas.microsoft.com/office/drawing/2014/main" id="{C76245C1-E541-8F59-C6B1-1DC7492E5C48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3" name="Oval 1132">
                  <a:extLst>
                    <a:ext uri="{FF2B5EF4-FFF2-40B4-BE49-F238E27FC236}">
                      <a16:creationId xmlns:a16="http://schemas.microsoft.com/office/drawing/2014/main" id="{3D0F9E18-8A79-8D69-071D-CB9DD7669638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4" name="Oval 1133">
                  <a:extLst>
                    <a:ext uri="{FF2B5EF4-FFF2-40B4-BE49-F238E27FC236}">
                      <a16:creationId xmlns:a16="http://schemas.microsoft.com/office/drawing/2014/main" id="{923983BB-AED9-D788-1B88-D496B6DFB5A2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83" name="Group 1182">
              <a:extLst>
                <a:ext uri="{FF2B5EF4-FFF2-40B4-BE49-F238E27FC236}">
                  <a16:creationId xmlns:a16="http://schemas.microsoft.com/office/drawing/2014/main" id="{D64E55AB-AC87-44B3-46F9-73444BE261AA}"/>
                </a:ext>
              </a:extLst>
            </p:cNvPr>
            <p:cNvGrpSpPr/>
            <p:nvPr/>
          </p:nvGrpSpPr>
          <p:grpSpPr>
            <a:xfrm rot="5400000" flipH="1" flipV="1">
              <a:off x="7085891" y="4509277"/>
              <a:ext cx="144704" cy="348791"/>
              <a:chOff x="8901293" y="933753"/>
              <a:chExt cx="2135899" cy="5148330"/>
            </a:xfrm>
            <a:solidFill>
              <a:srgbClr val="00B100"/>
            </a:solidFill>
          </p:grpSpPr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68ED45DF-F66D-1D7E-3886-EA659FF3C524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219" name="Group 1218">
                  <a:extLst>
                    <a:ext uri="{FF2B5EF4-FFF2-40B4-BE49-F238E27FC236}">
                      <a16:creationId xmlns:a16="http://schemas.microsoft.com/office/drawing/2014/main" id="{EBD20BC8-940A-B898-A5B0-6C3A64FFDC05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33" name="Oval 1232">
                    <a:extLst>
                      <a:ext uri="{FF2B5EF4-FFF2-40B4-BE49-F238E27FC236}">
                        <a16:creationId xmlns:a16="http://schemas.microsoft.com/office/drawing/2014/main" id="{B861B064-FEDB-AC19-4565-B61AF931A6B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34" name="Group 1233">
                    <a:extLst>
                      <a:ext uri="{FF2B5EF4-FFF2-40B4-BE49-F238E27FC236}">
                        <a16:creationId xmlns:a16="http://schemas.microsoft.com/office/drawing/2014/main" id="{A24C4FCE-E49A-9AE4-03CA-B15352A2527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35" name="Oval 1234">
                      <a:extLst>
                        <a:ext uri="{FF2B5EF4-FFF2-40B4-BE49-F238E27FC236}">
                          <a16:creationId xmlns:a16="http://schemas.microsoft.com/office/drawing/2014/main" id="{8F36372A-ABEC-BA4A-64D5-D7BEB4229755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6" name="Oval 1235">
                      <a:extLst>
                        <a:ext uri="{FF2B5EF4-FFF2-40B4-BE49-F238E27FC236}">
                          <a16:creationId xmlns:a16="http://schemas.microsoft.com/office/drawing/2014/main" id="{93C49AA2-9FF4-6BE2-4E42-59E82CC9E5D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7" name="Oval 1236">
                      <a:extLst>
                        <a:ext uri="{FF2B5EF4-FFF2-40B4-BE49-F238E27FC236}">
                          <a16:creationId xmlns:a16="http://schemas.microsoft.com/office/drawing/2014/main" id="{2577A4B1-EA1D-DBA2-016B-CD7DC84B914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8" name="Oval 1237">
                      <a:extLst>
                        <a:ext uri="{FF2B5EF4-FFF2-40B4-BE49-F238E27FC236}">
                          <a16:creationId xmlns:a16="http://schemas.microsoft.com/office/drawing/2014/main" id="{627EB193-D96F-C78F-DB9C-66D93C1E1938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9" name="Arc 1238">
                      <a:extLst>
                        <a:ext uri="{FF2B5EF4-FFF2-40B4-BE49-F238E27FC236}">
                          <a16:creationId xmlns:a16="http://schemas.microsoft.com/office/drawing/2014/main" id="{FD08C454-DEDF-D95A-4FCD-C6BFDEABB2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40" name="Oval 1239">
                      <a:extLst>
                        <a:ext uri="{FF2B5EF4-FFF2-40B4-BE49-F238E27FC236}">
                          <a16:creationId xmlns:a16="http://schemas.microsoft.com/office/drawing/2014/main" id="{B08DF701-7831-E989-0C5B-BB9B3146A4C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41" name="Arc 1240">
                      <a:extLst>
                        <a:ext uri="{FF2B5EF4-FFF2-40B4-BE49-F238E27FC236}">
                          <a16:creationId xmlns:a16="http://schemas.microsoft.com/office/drawing/2014/main" id="{8B64BDBE-5E80-B9DC-6E60-5A9272AB86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42" name="Arc 1241">
                      <a:extLst>
                        <a:ext uri="{FF2B5EF4-FFF2-40B4-BE49-F238E27FC236}">
                          <a16:creationId xmlns:a16="http://schemas.microsoft.com/office/drawing/2014/main" id="{AC237494-D787-6B9B-956A-4015FA14675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220" name="Group 1219">
                  <a:extLst>
                    <a:ext uri="{FF2B5EF4-FFF2-40B4-BE49-F238E27FC236}">
                      <a16:creationId xmlns:a16="http://schemas.microsoft.com/office/drawing/2014/main" id="{51956CA7-3789-2666-816F-944EBB544EB4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23" name="Oval 1222">
                    <a:extLst>
                      <a:ext uri="{FF2B5EF4-FFF2-40B4-BE49-F238E27FC236}">
                        <a16:creationId xmlns:a16="http://schemas.microsoft.com/office/drawing/2014/main" id="{9646239B-74D0-C689-FA0C-11C164C6ABD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24" name="Group 1223">
                    <a:extLst>
                      <a:ext uri="{FF2B5EF4-FFF2-40B4-BE49-F238E27FC236}">
                        <a16:creationId xmlns:a16="http://schemas.microsoft.com/office/drawing/2014/main" id="{05E56248-A250-CAD5-08E5-20FAAB71782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25" name="Oval 1224">
                      <a:extLst>
                        <a:ext uri="{FF2B5EF4-FFF2-40B4-BE49-F238E27FC236}">
                          <a16:creationId xmlns:a16="http://schemas.microsoft.com/office/drawing/2014/main" id="{B63D0D57-BA28-BC4B-6B28-D7C1D1CCAC56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26" name="Oval 1225">
                      <a:extLst>
                        <a:ext uri="{FF2B5EF4-FFF2-40B4-BE49-F238E27FC236}">
                          <a16:creationId xmlns:a16="http://schemas.microsoft.com/office/drawing/2014/main" id="{20F1A74B-0035-1AF2-BD35-F2C01F22CF3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27" name="Oval 1226">
                      <a:extLst>
                        <a:ext uri="{FF2B5EF4-FFF2-40B4-BE49-F238E27FC236}">
                          <a16:creationId xmlns:a16="http://schemas.microsoft.com/office/drawing/2014/main" id="{C16CC02B-0671-C2C2-49E4-7462F18F0AF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28" name="Oval 1227">
                      <a:extLst>
                        <a:ext uri="{FF2B5EF4-FFF2-40B4-BE49-F238E27FC236}">
                          <a16:creationId xmlns:a16="http://schemas.microsoft.com/office/drawing/2014/main" id="{D391A37A-C099-A30B-44E3-7DCF4F7B13D3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29" name="Arc 1228">
                      <a:extLst>
                        <a:ext uri="{FF2B5EF4-FFF2-40B4-BE49-F238E27FC236}">
                          <a16:creationId xmlns:a16="http://schemas.microsoft.com/office/drawing/2014/main" id="{8CD973AA-994C-C6C2-D194-385F3BA61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30" name="Oval 1229">
                      <a:extLst>
                        <a:ext uri="{FF2B5EF4-FFF2-40B4-BE49-F238E27FC236}">
                          <a16:creationId xmlns:a16="http://schemas.microsoft.com/office/drawing/2014/main" id="{9986E8D7-FF2B-D193-0767-AE4715D4DFF1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1" name="Arc 1230">
                      <a:extLst>
                        <a:ext uri="{FF2B5EF4-FFF2-40B4-BE49-F238E27FC236}">
                          <a16:creationId xmlns:a16="http://schemas.microsoft.com/office/drawing/2014/main" id="{F094772E-ECDD-91AD-E589-9F21DB07DA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32" name="Arc 1231">
                      <a:extLst>
                        <a:ext uri="{FF2B5EF4-FFF2-40B4-BE49-F238E27FC236}">
                          <a16:creationId xmlns:a16="http://schemas.microsoft.com/office/drawing/2014/main" id="{F1D2DD96-AB72-61EE-7EDE-ABA8EDF184A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221" name="Straight Connector 1220">
                  <a:extLst>
                    <a:ext uri="{FF2B5EF4-FFF2-40B4-BE49-F238E27FC236}">
                      <a16:creationId xmlns:a16="http://schemas.microsoft.com/office/drawing/2014/main" id="{B63A87B0-C54D-1D0E-BE0F-F72EBEBE0A3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2" name="Straight Connector 1221">
                  <a:extLst>
                    <a:ext uri="{FF2B5EF4-FFF2-40B4-BE49-F238E27FC236}">
                      <a16:creationId xmlns:a16="http://schemas.microsoft.com/office/drawing/2014/main" id="{5804A6AA-1014-CFE1-6846-7090E45735F0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3952148F-098C-10FA-A584-1E6886A9099C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195" name="Group 1194">
                  <a:extLst>
                    <a:ext uri="{FF2B5EF4-FFF2-40B4-BE49-F238E27FC236}">
                      <a16:creationId xmlns:a16="http://schemas.microsoft.com/office/drawing/2014/main" id="{4E866420-480A-D846-9292-D63148A419BA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09" name="Oval 1208">
                    <a:extLst>
                      <a:ext uri="{FF2B5EF4-FFF2-40B4-BE49-F238E27FC236}">
                        <a16:creationId xmlns:a16="http://schemas.microsoft.com/office/drawing/2014/main" id="{2E9DE461-583F-9A86-F95A-BF7775894E37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10" name="Group 1209">
                    <a:extLst>
                      <a:ext uri="{FF2B5EF4-FFF2-40B4-BE49-F238E27FC236}">
                        <a16:creationId xmlns:a16="http://schemas.microsoft.com/office/drawing/2014/main" id="{66A7C943-DA33-33EA-F591-4413725C44C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11" name="Oval 1210">
                      <a:extLst>
                        <a:ext uri="{FF2B5EF4-FFF2-40B4-BE49-F238E27FC236}">
                          <a16:creationId xmlns:a16="http://schemas.microsoft.com/office/drawing/2014/main" id="{D8F8828C-7023-F548-DA81-2917534812DA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12" name="Oval 1211">
                      <a:extLst>
                        <a:ext uri="{FF2B5EF4-FFF2-40B4-BE49-F238E27FC236}">
                          <a16:creationId xmlns:a16="http://schemas.microsoft.com/office/drawing/2014/main" id="{C2061C6E-E1F5-5FF3-7ABD-660C27DADC0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13" name="Oval 1212">
                      <a:extLst>
                        <a:ext uri="{FF2B5EF4-FFF2-40B4-BE49-F238E27FC236}">
                          <a16:creationId xmlns:a16="http://schemas.microsoft.com/office/drawing/2014/main" id="{1525FF6B-EB0F-B02E-5254-DA1A91D4922E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14" name="Oval 1213">
                      <a:extLst>
                        <a:ext uri="{FF2B5EF4-FFF2-40B4-BE49-F238E27FC236}">
                          <a16:creationId xmlns:a16="http://schemas.microsoft.com/office/drawing/2014/main" id="{1AFEEDD9-0BB0-0566-A786-ACD1F795E2B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15" name="Arc 1214">
                      <a:extLst>
                        <a:ext uri="{FF2B5EF4-FFF2-40B4-BE49-F238E27FC236}">
                          <a16:creationId xmlns:a16="http://schemas.microsoft.com/office/drawing/2014/main" id="{D0DA3B99-7583-5105-E2D1-A9156B3298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16" name="Oval 1215">
                      <a:extLst>
                        <a:ext uri="{FF2B5EF4-FFF2-40B4-BE49-F238E27FC236}">
                          <a16:creationId xmlns:a16="http://schemas.microsoft.com/office/drawing/2014/main" id="{1F7821A7-0729-18E5-FBCE-9159F75EDF6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17" name="Arc 1216">
                      <a:extLst>
                        <a:ext uri="{FF2B5EF4-FFF2-40B4-BE49-F238E27FC236}">
                          <a16:creationId xmlns:a16="http://schemas.microsoft.com/office/drawing/2014/main" id="{70B6A2AE-A8D1-F734-8A24-91548F39EB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18" name="Arc 1217">
                      <a:extLst>
                        <a:ext uri="{FF2B5EF4-FFF2-40B4-BE49-F238E27FC236}">
                          <a16:creationId xmlns:a16="http://schemas.microsoft.com/office/drawing/2014/main" id="{B5EB661B-F997-0895-C95B-8A48C79ED38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196" name="Group 1195">
                  <a:extLst>
                    <a:ext uri="{FF2B5EF4-FFF2-40B4-BE49-F238E27FC236}">
                      <a16:creationId xmlns:a16="http://schemas.microsoft.com/office/drawing/2014/main" id="{6724F6CA-8583-ADE0-B407-DB9C13243B4E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99" name="Oval 1198">
                    <a:extLst>
                      <a:ext uri="{FF2B5EF4-FFF2-40B4-BE49-F238E27FC236}">
                        <a16:creationId xmlns:a16="http://schemas.microsoft.com/office/drawing/2014/main" id="{9D780E9B-9560-E706-8EBB-FBF5EF612AD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00" name="Group 1199">
                    <a:extLst>
                      <a:ext uri="{FF2B5EF4-FFF2-40B4-BE49-F238E27FC236}">
                        <a16:creationId xmlns:a16="http://schemas.microsoft.com/office/drawing/2014/main" id="{070CB068-864A-F0B1-EA17-15976E373A9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01" name="Oval 1200">
                      <a:extLst>
                        <a:ext uri="{FF2B5EF4-FFF2-40B4-BE49-F238E27FC236}">
                          <a16:creationId xmlns:a16="http://schemas.microsoft.com/office/drawing/2014/main" id="{89136560-D2BA-D29E-C38A-CCA4408E7FFE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02" name="Oval 1201">
                      <a:extLst>
                        <a:ext uri="{FF2B5EF4-FFF2-40B4-BE49-F238E27FC236}">
                          <a16:creationId xmlns:a16="http://schemas.microsoft.com/office/drawing/2014/main" id="{43B24235-8EAF-2E6A-402D-987FB49EABC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03" name="Oval 1202">
                      <a:extLst>
                        <a:ext uri="{FF2B5EF4-FFF2-40B4-BE49-F238E27FC236}">
                          <a16:creationId xmlns:a16="http://schemas.microsoft.com/office/drawing/2014/main" id="{EB4E4991-7130-D8F7-F827-0675266456CC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04" name="Oval 1203">
                      <a:extLst>
                        <a:ext uri="{FF2B5EF4-FFF2-40B4-BE49-F238E27FC236}">
                          <a16:creationId xmlns:a16="http://schemas.microsoft.com/office/drawing/2014/main" id="{5C7F5C52-0C3C-6EEA-0C14-89813012863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05" name="Arc 1204">
                      <a:extLst>
                        <a:ext uri="{FF2B5EF4-FFF2-40B4-BE49-F238E27FC236}">
                          <a16:creationId xmlns:a16="http://schemas.microsoft.com/office/drawing/2014/main" id="{E8C65249-3130-DB82-D3AE-D112ECD2220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06" name="Oval 1205">
                      <a:extLst>
                        <a:ext uri="{FF2B5EF4-FFF2-40B4-BE49-F238E27FC236}">
                          <a16:creationId xmlns:a16="http://schemas.microsoft.com/office/drawing/2014/main" id="{9EDCAA24-7B9E-B60E-FE63-94ADDBA5748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07" name="Arc 1206">
                      <a:extLst>
                        <a:ext uri="{FF2B5EF4-FFF2-40B4-BE49-F238E27FC236}">
                          <a16:creationId xmlns:a16="http://schemas.microsoft.com/office/drawing/2014/main" id="{B1B4D8F9-D4E3-7EE5-D609-666D94FA99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08" name="Arc 1207">
                      <a:extLst>
                        <a:ext uri="{FF2B5EF4-FFF2-40B4-BE49-F238E27FC236}">
                          <a16:creationId xmlns:a16="http://schemas.microsoft.com/office/drawing/2014/main" id="{40A70A56-2232-B598-04D8-FD349EA50740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197" name="Straight Connector 1196">
                  <a:extLst>
                    <a:ext uri="{FF2B5EF4-FFF2-40B4-BE49-F238E27FC236}">
                      <a16:creationId xmlns:a16="http://schemas.microsoft.com/office/drawing/2014/main" id="{BDD17B64-33F3-77E5-6F80-9F5BA0AFBA9B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8" name="Straight Connector 1197">
                  <a:extLst>
                    <a:ext uri="{FF2B5EF4-FFF2-40B4-BE49-F238E27FC236}">
                      <a16:creationId xmlns:a16="http://schemas.microsoft.com/office/drawing/2014/main" id="{86005570-8DDB-4091-4498-7984B2B87888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86" name="Group 1185">
                <a:extLst>
                  <a:ext uri="{FF2B5EF4-FFF2-40B4-BE49-F238E27FC236}">
                    <a16:creationId xmlns:a16="http://schemas.microsoft.com/office/drawing/2014/main" id="{F59BF470-F3A6-4CCB-D8B4-231DD198B59F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187" name="Moon 1186">
                  <a:extLst>
                    <a:ext uri="{FF2B5EF4-FFF2-40B4-BE49-F238E27FC236}">
                      <a16:creationId xmlns:a16="http://schemas.microsoft.com/office/drawing/2014/main" id="{E38069B4-3365-7AA1-1008-26724605256E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Oval 1187">
                  <a:extLst>
                    <a:ext uri="{FF2B5EF4-FFF2-40B4-BE49-F238E27FC236}">
                      <a16:creationId xmlns:a16="http://schemas.microsoft.com/office/drawing/2014/main" id="{3C0DF9BE-C730-A6B8-4D19-0FF5333173E9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Oval 1188">
                  <a:extLst>
                    <a:ext uri="{FF2B5EF4-FFF2-40B4-BE49-F238E27FC236}">
                      <a16:creationId xmlns:a16="http://schemas.microsoft.com/office/drawing/2014/main" id="{B469F638-6BB8-F6A5-8FB9-88485E73141E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Oval 1189">
                  <a:extLst>
                    <a:ext uri="{FF2B5EF4-FFF2-40B4-BE49-F238E27FC236}">
                      <a16:creationId xmlns:a16="http://schemas.microsoft.com/office/drawing/2014/main" id="{58D5A1FD-D04C-67B2-8342-8DA17BC58DA7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Oval 1190">
                  <a:extLst>
                    <a:ext uri="{FF2B5EF4-FFF2-40B4-BE49-F238E27FC236}">
                      <a16:creationId xmlns:a16="http://schemas.microsoft.com/office/drawing/2014/main" id="{F9CECD86-548C-E621-18F6-40ED38E90CB4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Oval 1191">
                  <a:extLst>
                    <a:ext uri="{FF2B5EF4-FFF2-40B4-BE49-F238E27FC236}">
                      <a16:creationId xmlns:a16="http://schemas.microsoft.com/office/drawing/2014/main" id="{5FD35D32-8DEF-F5A2-DE36-418CC350085F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Oval 1192">
                  <a:extLst>
                    <a:ext uri="{FF2B5EF4-FFF2-40B4-BE49-F238E27FC236}">
                      <a16:creationId xmlns:a16="http://schemas.microsoft.com/office/drawing/2014/main" id="{CDFE5F27-E1E1-A1B5-D94B-14D3D1DFFE5C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4" name="Oval 1193">
                  <a:extLst>
                    <a:ext uri="{FF2B5EF4-FFF2-40B4-BE49-F238E27FC236}">
                      <a16:creationId xmlns:a16="http://schemas.microsoft.com/office/drawing/2014/main" id="{ECA3D41E-137B-632B-3460-E97505AD9078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243" name="Group 1242">
              <a:extLst>
                <a:ext uri="{FF2B5EF4-FFF2-40B4-BE49-F238E27FC236}">
                  <a16:creationId xmlns:a16="http://schemas.microsoft.com/office/drawing/2014/main" id="{022842C9-43B6-EFDD-4495-14ABF619BC48}"/>
                </a:ext>
              </a:extLst>
            </p:cNvPr>
            <p:cNvGrpSpPr/>
            <p:nvPr/>
          </p:nvGrpSpPr>
          <p:grpSpPr>
            <a:xfrm rot="5400000" flipH="1" flipV="1">
              <a:off x="5946320" y="2798543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244" name="Group 1243">
                <a:extLst>
                  <a:ext uri="{FF2B5EF4-FFF2-40B4-BE49-F238E27FC236}">
                    <a16:creationId xmlns:a16="http://schemas.microsoft.com/office/drawing/2014/main" id="{9DE12CD1-A7B0-ECC6-883E-7E5BCCE255DD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279" name="Group 1278">
                  <a:extLst>
                    <a:ext uri="{FF2B5EF4-FFF2-40B4-BE49-F238E27FC236}">
                      <a16:creationId xmlns:a16="http://schemas.microsoft.com/office/drawing/2014/main" id="{93404EDB-55AE-2CFC-051B-6DC9DEB48593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93" name="Oval 1292">
                    <a:extLst>
                      <a:ext uri="{FF2B5EF4-FFF2-40B4-BE49-F238E27FC236}">
                        <a16:creationId xmlns:a16="http://schemas.microsoft.com/office/drawing/2014/main" id="{144488A0-3F86-6208-6D32-4CD5E409F53A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94" name="Group 1293">
                    <a:extLst>
                      <a:ext uri="{FF2B5EF4-FFF2-40B4-BE49-F238E27FC236}">
                        <a16:creationId xmlns:a16="http://schemas.microsoft.com/office/drawing/2014/main" id="{B731EBB5-F03C-753A-BF26-AC598C80709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95" name="Oval 1294">
                      <a:extLst>
                        <a:ext uri="{FF2B5EF4-FFF2-40B4-BE49-F238E27FC236}">
                          <a16:creationId xmlns:a16="http://schemas.microsoft.com/office/drawing/2014/main" id="{A6FB89B4-B3CF-569E-94F5-A0C69BADC7A8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6" name="Oval 1295">
                      <a:extLst>
                        <a:ext uri="{FF2B5EF4-FFF2-40B4-BE49-F238E27FC236}">
                          <a16:creationId xmlns:a16="http://schemas.microsoft.com/office/drawing/2014/main" id="{7C59D994-2EC0-3AC5-3118-3CE74E81C54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7" name="Oval 1296">
                      <a:extLst>
                        <a:ext uri="{FF2B5EF4-FFF2-40B4-BE49-F238E27FC236}">
                          <a16:creationId xmlns:a16="http://schemas.microsoft.com/office/drawing/2014/main" id="{E438051B-C3FC-D778-D332-8EC5109C597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8" name="Oval 1297">
                      <a:extLst>
                        <a:ext uri="{FF2B5EF4-FFF2-40B4-BE49-F238E27FC236}">
                          <a16:creationId xmlns:a16="http://schemas.microsoft.com/office/drawing/2014/main" id="{70B75FBD-06DA-DB74-5E7C-34CA6F440A0A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9" name="Arc 1298">
                      <a:extLst>
                        <a:ext uri="{FF2B5EF4-FFF2-40B4-BE49-F238E27FC236}">
                          <a16:creationId xmlns:a16="http://schemas.microsoft.com/office/drawing/2014/main" id="{154958FE-9512-43AB-EB33-8323FA0447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00" name="Oval 1299">
                      <a:extLst>
                        <a:ext uri="{FF2B5EF4-FFF2-40B4-BE49-F238E27FC236}">
                          <a16:creationId xmlns:a16="http://schemas.microsoft.com/office/drawing/2014/main" id="{BB8F516D-BEBF-78AB-8F47-3F7672D678D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01" name="Arc 1300">
                      <a:extLst>
                        <a:ext uri="{FF2B5EF4-FFF2-40B4-BE49-F238E27FC236}">
                          <a16:creationId xmlns:a16="http://schemas.microsoft.com/office/drawing/2014/main" id="{E1E718B7-72CD-F541-1ECC-63A0480647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02" name="Arc 1301">
                      <a:extLst>
                        <a:ext uri="{FF2B5EF4-FFF2-40B4-BE49-F238E27FC236}">
                          <a16:creationId xmlns:a16="http://schemas.microsoft.com/office/drawing/2014/main" id="{934E7189-8C3C-8090-0736-6A626051B2C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280" name="Group 1279">
                  <a:extLst>
                    <a:ext uri="{FF2B5EF4-FFF2-40B4-BE49-F238E27FC236}">
                      <a16:creationId xmlns:a16="http://schemas.microsoft.com/office/drawing/2014/main" id="{75EA52A0-F391-732E-F55B-964479EC7981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83" name="Oval 1282">
                    <a:extLst>
                      <a:ext uri="{FF2B5EF4-FFF2-40B4-BE49-F238E27FC236}">
                        <a16:creationId xmlns:a16="http://schemas.microsoft.com/office/drawing/2014/main" id="{3AED8EBF-5A93-940A-321D-62CCB171DC8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84" name="Group 1283">
                    <a:extLst>
                      <a:ext uri="{FF2B5EF4-FFF2-40B4-BE49-F238E27FC236}">
                        <a16:creationId xmlns:a16="http://schemas.microsoft.com/office/drawing/2014/main" id="{45403A9B-AE36-2F67-71A2-25D65E2FB32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85" name="Oval 1284">
                      <a:extLst>
                        <a:ext uri="{FF2B5EF4-FFF2-40B4-BE49-F238E27FC236}">
                          <a16:creationId xmlns:a16="http://schemas.microsoft.com/office/drawing/2014/main" id="{6231C480-51B0-CA00-DBB6-76AF129AA8E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86" name="Oval 1285">
                      <a:extLst>
                        <a:ext uri="{FF2B5EF4-FFF2-40B4-BE49-F238E27FC236}">
                          <a16:creationId xmlns:a16="http://schemas.microsoft.com/office/drawing/2014/main" id="{D40D4BC9-F292-23F1-973C-17F5E28F168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87" name="Oval 1286">
                      <a:extLst>
                        <a:ext uri="{FF2B5EF4-FFF2-40B4-BE49-F238E27FC236}">
                          <a16:creationId xmlns:a16="http://schemas.microsoft.com/office/drawing/2014/main" id="{2B6E0D4D-86B6-648C-0C5D-67C578AE6D0C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88" name="Oval 1287">
                      <a:extLst>
                        <a:ext uri="{FF2B5EF4-FFF2-40B4-BE49-F238E27FC236}">
                          <a16:creationId xmlns:a16="http://schemas.microsoft.com/office/drawing/2014/main" id="{9E655DA1-1E17-73A6-A19B-F643B86AC034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89" name="Arc 1288">
                      <a:extLst>
                        <a:ext uri="{FF2B5EF4-FFF2-40B4-BE49-F238E27FC236}">
                          <a16:creationId xmlns:a16="http://schemas.microsoft.com/office/drawing/2014/main" id="{190D2256-6ADE-A740-F73C-3672AD077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90" name="Oval 1289">
                      <a:extLst>
                        <a:ext uri="{FF2B5EF4-FFF2-40B4-BE49-F238E27FC236}">
                          <a16:creationId xmlns:a16="http://schemas.microsoft.com/office/drawing/2014/main" id="{4BC4E2EE-710F-B3BA-7621-50B68ED0F45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1" name="Arc 1290">
                      <a:extLst>
                        <a:ext uri="{FF2B5EF4-FFF2-40B4-BE49-F238E27FC236}">
                          <a16:creationId xmlns:a16="http://schemas.microsoft.com/office/drawing/2014/main" id="{AEB508D2-E183-E992-16F1-5FBBB04FFD0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92" name="Arc 1291">
                      <a:extLst>
                        <a:ext uri="{FF2B5EF4-FFF2-40B4-BE49-F238E27FC236}">
                          <a16:creationId xmlns:a16="http://schemas.microsoft.com/office/drawing/2014/main" id="{22A3AEF8-C8DF-BF44-CC6D-E2F10D4C778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281" name="Straight Connector 1280">
                  <a:extLst>
                    <a:ext uri="{FF2B5EF4-FFF2-40B4-BE49-F238E27FC236}">
                      <a16:creationId xmlns:a16="http://schemas.microsoft.com/office/drawing/2014/main" id="{C218A61A-640D-A767-639A-29247ED7AE5B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2" name="Straight Connector 1281">
                  <a:extLst>
                    <a:ext uri="{FF2B5EF4-FFF2-40B4-BE49-F238E27FC236}">
                      <a16:creationId xmlns:a16="http://schemas.microsoft.com/office/drawing/2014/main" id="{227D07B2-8C35-B346-0AD4-C17E2CD9017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45" name="Group 1244">
                <a:extLst>
                  <a:ext uri="{FF2B5EF4-FFF2-40B4-BE49-F238E27FC236}">
                    <a16:creationId xmlns:a16="http://schemas.microsoft.com/office/drawing/2014/main" id="{E2B7C514-1956-852C-5FBB-05020DEECA46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255" name="Group 1254">
                  <a:extLst>
                    <a:ext uri="{FF2B5EF4-FFF2-40B4-BE49-F238E27FC236}">
                      <a16:creationId xmlns:a16="http://schemas.microsoft.com/office/drawing/2014/main" id="{81E8E49B-7B0F-1466-B3F9-B772EDF1FF78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69" name="Oval 1268">
                    <a:extLst>
                      <a:ext uri="{FF2B5EF4-FFF2-40B4-BE49-F238E27FC236}">
                        <a16:creationId xmlns:a16="http://schemas.microsoft.com/office/drawing/2014/main" id="{DE262F83-903B-6893-2267-DE3B6CB9CD4A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70" name="Group 1269">
                    <a:extLst>
                      <a:ext uri="{FF2B5EF4-FFF2-40B4-BE49-F238E27FC236}">
                        <a16:creationId xmlns:a16="http://schemas.microsoft.com/office/drawing/2014/main" id="{B75B22AE-605F-CB20-7FDE-43EFE88A246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71" name="Oval 1270">
                      <a:extLst>
                        <a:ext uri="{FF2B5EF4-FFF2-40B4-BE49-F238E27FC236}">
                          <a16:creationId xmlns:a16="http://schemas.microsoft.com/office/drawing/2014/main" id="{4B33672A-30B6-3617-31D3-F49499C498B6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72" name="Oval 1271">
                      <a:extLst>
                        <a:ext uri="{FF2B5EF4-FFF2-40B4-BE49-F238E27FC236}">
                          <a16:creationId xmlns:a16="http://schemas.microsoft.com/office/drawing/2014/main" id="{6543A163-4074-6831-B835-A31D507D2C5A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73" name="Oval 1272">
                      <a:extLst>
                        <a:ext uri="{FF2B5EF4-FFF2-40B4-BE49-F238E27FC236}">
                          <a16:creationId xmlns:a16="http://schemas.microsoft.com/office/drawing/2014/main" id="{D1D16950-5D23-FCB4-9544-4479E9D7377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74" name="Oval 1273">
                      <a:extLst>
                        <a:ext uri="{FF2B5EF4-FFF2-40B4-BE49-F238E27FC236}">
                          <a16:creationId xmlns:a16="http://schemas.microsoft.com/office/drawing/2014/main" id="{D777C031-747B-0FB6-D077-3EC74F2DB10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75" name="Arc 1274">
                      <a:extLst>
                        <a:ext uri="{FF2B5EF4-FFF2-40B4-BE49-F238E27FC236}">
                          <a16:creationId xmlns:a16="http://schemas.microsoft.com/office/drawing/2014/main" id="{0270C7F9-30A5-6CF3-477E-536CF017D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76" name="Oval 1275">
                      <a:extLst>
                        <a:ext uri="{FF2B5EF4-FFF2-40B4-BE49-F238E27FC236}">
                          <a16:creationId xmlns:a16="http://schemas.microsoft.com/office/drawing/2014/main" id="{A024B30C-4AA5-344B-2219-099365872F9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77" name="Arc 1276">
                      <a:extLst>
                        <a:ext uri="{FF2B5EF4-FFF2-40B4-BE49-F238E27FC236}">
                          <a16:creationId xmlns:a16="http://schemas.microsoft.com/office/drawing/2014/main" id="{0E12CCF7-260B-E03F-0234-0B08A568FF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78" name="Arc 1277">
                      <a:extLst>
                        <a:ext uri="{FF2B5EF4-FFF2-40B4-BE49-F238E27FC236}">
                          <a16:creationId xmlns:a16="http://schemas.microsoft.com/office/drawing/2014/main" id="{F6D8C6F0-84C6-F554-0B60-3E0AF5EAB81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256" name="Group 1255">
                  <a:extLst>
                    <a:ext uri="{FF2B5EF4-FFF2-40B4-BE49-F238E27FC236}">
                      <a16:creationId xmlns:a16="http://schemas.microsoft.com/office/drawing/2014/main" id="{9B004FB1-7DB0-685C-7367-140A67EE3FDD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59" name="Oval 1258">
                    <a:extLst>
                      <a:ext uri="{FF2B5EF4-FFF2-40B4-BE49-F238E27FC236}">
                        <a16:creationId xmlns:a16="http://schemas.microsoft.com/office/drawing/2014/main" id="{CAC8866F-CC0F-500E-7261-6F04D6CB13ED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60" name="Group 1259">
                    <a:extLst>
                      <a:ext uri="{FF2B5EF4-FFF2-40B4-BE49-F238E27FC236}">
                        <a16:creationId xmlns:a16="http://schemas.microsoft.com/office/drawing/2014/main" id="{5963FFE6-7930-3407-7FB7-ECBFB0DF7D7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61" name="Oval 1260">
                      <a:extLst>
                        <a:ext uri="{FF2B5EF4-FFF2-40B4-BE49-F238E27FC236}">
                          <a16:creationId xmlns:a16="http://schemas.microsoft.com/office/drawing/2014/main" id="{4482E127-4AE8-9BC5-0FE1-A1A273868E35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2" name="Oval 1261">
                      <a:extLst>
                        <a:ext uri="{FF2B5EF4-FFF2-40B4-BE49-F238E27FC236}">
                          <a16:creationId xmlns:a16="http://schemas.microsoft.com/office/drawing/2014/main" id="{6F7D815E-82CD-A5FD-B417-D809CFDC4293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3" name="Oval 1262">
                      <a:extLst>
                        <a:ext uri="{FF2B5EF4-FFF2-40B4-BE49-F238E27FC236}">
                          <a16:creationId xmlns:a16="http://schemas.microsoft.com/office/drawing/2014/main" id="{C25B75AD-CE06-01CF-3CE2-7A273E8FAE3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4" name="Oval 1263">
                      <a:extLst>
                        <a:ext uri="{FF2B5EF4-FFF2-40B4-BE49-F238E27FC236}">
                          <a16:creationId xmlns:a16="http://schemas.microsoft.com/office/drawing/2014/main" id="{2AD8C975-2697-1882-AC74-9A966BA1052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5" name="Arc 1264">
                      <a:extLst>
                        <a:ext uri="{FF2B5EF4-FFF2-40B4-BE49-F238E27FC236}">
                          <a16:creationId xmlns:a16="http://schemas.microsoft.com/office/drawing/2014/main" id="{BCCCBBC1-67A8-1ABE-5F49-A21C71FF1A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66" name="Oval 1265">
                      <a:extLst>
                        <a:ext uri="{FF2B5EF4-FFF2-40B4-BE49-F238E27FC236}">
                          <a16:creationId xmlns:a16="http://schemas.microsoft.com/office/drawing/2014/main" id="{CFF8D68E-CB13-F88D-C4C4-2449F4C7B4DE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7" name="Arc 1266">
                      <a:extLst>
                        <a:ext uri="{FF2B5EF4-FFF2-40B4-BE49-F238E27FC236}">
                          <a16:creationId xmlns:a16="http://schemas.microsoft.com/office/drawing/2014/main" id="{9448139B-B2DA-B46B-3018-A976EEBED4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68" name="Arc 1267">
                      <a:extLst>
                        <a:ext uri="{FF2B5EF4-FFF2-40B4-BE49-F238E27FC236}">
                          <a16:creationId xmlns:a16="http://schemas.microsoft.com/office/drawing/2014/main" id="{796825E1-99F6-8851-8130-8D0C928A72D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257" name="Straight Connector 1256">
                  <a:extLst>
                    <a:ext uri="{FF2B5EF4-FFF2-40B4-BE49-F238E27FC236}">
                      <a16:creationId xmlns:a16="http://schemas.microsoft.com/office/drawing/2014/main" id="{267035D3-1A5C-BB1A-373D-D9E80680C34B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8" name="Straight Connector 1257">
                  <a:extLst>
                    <a:ext uri="{FF2B5EF4-FFF2-40B4-BE49-F238E27FC236}">
                      <a16:creationId xmlns:a16="http://schemas.microsoft.com/office/drawing/2014/main" id="{654FFB74-F2CB-A8A5-C97F-4295D080DD8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46" name="Group 1245">
                <a:extLst>
                  <a:ext uri="{FF2B5EF4-FFF2-40B4-BE49-F238E27FC236}">
                    <a16:creationId xmlns:a16="http://schemas.microsoft.com/office/drawing/2014/main" id="{2E5CB127-62B1-1671-773E-52088CAF3162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247" name="Moon 1246">
                  <a:extLst>
                    <a:ext uri="{FF2B5EF4-FFF2-40B4-BE49-F238E27FC236}">
                      <a16:creationId xmlns:a16="http://schemas.microsoft.com/office/drawing/2014/main" id="{83C8DEC4-D00D-7249-1310-E30004ACD519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8" name="Oval 1247">
                  <a:extLst>
                    <a:ext uri="{FF2B5EF4-FFF2-40B4-BE49-F238E27FC236}">
                      <a16:creationId xmlns:a16="http://schemas.microsoft.com/office/drawing/2014/main" id="{46987BFA-AD9A-3125-C3A4-40494465274E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9" name="Oval 1248">
                  <a:extLst>
                    <a:ext uri="{FF2B5EF4-FFF2-40B4-BE49-F238E27FC236}">
                      <a16:creationId xmlns:a16="http://schemas.microsoft.com/office/drawing/2014/main" id="{4DA313DE-BCC0-A683-8200-69C326AAFCCE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0" name="Oval 1249">
                  <a:extLst>
                    <a:ext uri="{FF2B5EF4-FFF2-40B4-BE49-F238E27FC236}">
                      <a16:creationId xmlns:a16="http://schemas.microsoft.com/office/drawing/2014/main" id="{C58B8287-ADF2-AB94-F831-8E8232F45C24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1" name="Oval 1250">
                  <a:extLst>
                    <a:ext uri="{FF2B5EF4-FFF2-40B4-BE49-F238E27FC236}">
                      <a16:creationId xmlns:a16="http://schemas.microsoft.com/office/drawing/2014/main" id="{558780CD-E643-BDCC-8668-552E755C297F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2" name="Oval 1251">
                  <a:extLst>
                    <a:ext uri="{FF2B5EF4-FFF2-40B4-BE49-F238E27FC236}">
                      <a16:creationId xmlns:a16="http://schemas.microsoft.com/office/drawing/2014/main" id="{09349DE0-4C90-5F74-742F-D6FCC48767A3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3" name="Oval 1252">
                  <a:extLst>
                    <a:ext uri="{FF2B5EF4-FFF2-40B4-BE49-F238E27FC236}">
                      <a16:creationId xmlns:a16="http://schemas.microsoft.com/office/drawing/2014/main" id="{BD175835-7780-713B-706F-6A6130984B42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4" name="Oval 1253">
                  <a:extLst>
                    <a:ext uri="{FF2B5EF4-FFF2-40B4-BE49-F238E27FC236}">
                      <a16:creationId xmlns:a16="http://schemas.microsoft.com/office/drawing/2014/main" id="{8A7C111C-9EC3-E641-DAE5-71A8D452E23A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03" name="Group 1302">
              <a:extLst>
                <a:ext uri="{FF2B5EF4-FFF2-40B4-BE49-F238E27FC236}">
                  <a16:creationId xmlns:a16="http://schemas.microsoft.com/office/drawing/2014/main" id="{76EC87F4-A295-C852-25E5-39E2A6622249}"/>
                </a:ext>
              </a:extLst>
            </p:cNvPr>
            <p:cNvGrpSpPr/>
            <p:nvPr/>
          </p:nvGrpSpPr>
          <p:grpSpPr>
            <a:xfrm rot="7464527" flipH="1" flipV="1">
              <a:off x="6328999" y="2976492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304" name="Group 1303">
                <a:extLst>
                  <a:ext uri="{FF2B5EF4-FFF2-40B4-BE49-F238E27FC236}">
                    <a16:creationId xmlns:a16="http://schemas.microsoft.com/office/drawing/2014/main" id="{99D99BD9-F093-E38C-7F83-C5670851C749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339" name="Group 1338">
                  <a:extLst>
                    <a:ext uri="{FF2B5EF4-FFF2-40B4-BE49-F238E27FC236}">
                      <a16:creationId xmlns:a16="http://schemas.microsoft.com/office/drawing/2014/main" id="{7EB3276C-C69A-61EE-CD43-0B11273FE4C2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53" name="Oval 1352">
                    <a:extLst>
                      <a:ext uri="{FF2B5EF4-FFF2-40B4-BE49-F238E27FC236}">
                        <a16:creationId xmlns:a16="http://schemas.microsoft.com/office/drawing/2014/main" id="{49CD9BE9-41A7-6395-0765-448B75C1E86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54" name="Group 1353">
                    <a:extLst>
                      <a:ext uri="{FF2B5EF4-FFF2-40B4-BE49-F238E27FC236}">
                        <a16:creationId xmlns:a16="http://schemas.microsoft.com/office/drawing/2014/main" id="{61501CCB-68A6-267D-4BDB-52F75953817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55" name="Oval 1354">
                      <a:extLst>
                        <a:ext uri="{FF2B5EF4-FFF2-40B4-BE49-F238E27FC236}">
                          <a16:creationId xmlns:a16="http://schemas.microsoft.com/office/drawing/2014/main" id="{93BB506C-5CD0-07CA-1F8B-AD4A1560D88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56" name="Oval 1355">
                      <a:extLst>
                        <a:ext uri="{FF2B5EF4-FFF2-40B4-BE49-F238E27FC236}">
                          <a16:creationId xmlns:a16="http://schemas.microsoft.com/office/drawing/2014/main" id="{70B5D190-9C96-67E8-4D79-624AE650F74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57" name="Oval 1356">
                      <a:extLst>
                        <a:ext uri="{FF2B5EF4-FFF2-40B4-BE49-F238E27FC236}">
                          <a16:creationId xmlns:a16="http://schemas.microsoft.com/office/drawing/2014/main" id="{A08478DD-4C94-D65A-CAEF-2B3F68B9B18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58" name="Oval 1357">
                      <a:extLst>
                        <a:ext uri="{FF2B5EF4-FFF2-40B4-BE49-F238E27FC236}">
                          <a16:creationId xmlns:a16="http://schemas.microsoft.com/office/drawing/2014/main" id="{1528627F-91D6-60CD-8A37-C4E5D78B17E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59" name="Arc 1358">
                      <a:extLst>
                        <a:ext uri="{FF2B5EF4-FFF2-40B4-BE49-F238E27FC236}">
                          <a16:creationId xmlns:a16="http://schemas.microsoft.com/office/drawing/2014/main" id="{508F99A8-941B-B531-8325-DB58BB0F2C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60" name="Oval 1359">
                      <a:extLst>
                        <a:ext uri="{FF2B5EF4-FFF2-40B4-BE49-F238E27FC236}">
                          <a16:creationId xmlns:a16="http://schemas.microsoft.com/office/drawing/2014/main" id="{0560634B-09C1-EC50-5E5B-85D100FC7CAC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61" name="Arc 1360">
                      <a:extLst>
                        <a:ext uri="{FF2B5EF4-FFF2-40B4-BE49-F238E27FC236}">
                          <a16:creationId xmlns:a16="http://schemas.microsoft.com/office/drawing/2014/main" id="{B9836BD4-6898-1168-0D0E-42C9FD2BBE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62" name="Arc 1361">
                      <a:extLst>
                        <a:ext uri="{FF2B5EF4-FFF2-40B4-BE49-F238E27FC236}">
                          <a16:creationId xmlns:a16="http://schemas.microsoft.com/office/drawing/2014/main" id="{921CC310-D187-1542-353E-785F9A2B883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340" name="Group 1339">
                  <a:extLst>
                    <a:ext uri="{FF2B5EF4-FFF2-40B4-BE49-F238E27FC236}">
                      <a16:creationId xmlns:a16="http://schemas.microsoft.com/office/drawing/2014/main" id="{DB392A0E-085C-488F-B89A-EF87F2C381AE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43" name="Oval 1342">
                    <a:extLst>
                      <a:ext uri="{FF2B5EF4-FFF2-40B4-BE49-F238E27FC236}">
                        <a16:creationId xmlns:a16="http://schemas.microsoft.com/office/drawing/2014/main" id="{E391609B-A354-E175-C1F9-92ADEF139EA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44" name="Group 1343">
                    <a:extLst>
                      <a:ext uri="{FF2B5EF4-FFF2-40B4-BE49-F238E27FC236}">
                        <a16:creationId xmlns:a16="http://schemas.microsoft.com/office/drawing/2014/main" id="{DC070713-7C10-290C-7DAD-8F6DDA16DD2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45" name="Oval 1344">
                      <a:extLst>
                        <a:ext uri="{FF2B5EF4-FFF2-40B4-BE49-F238E27FC236}">
                          <a16:creationId xmlns:a16="http://schemas.microsoft.com/office/drawing/2014/main" id="{BC2DED77-550E-9F45-1A98-035EEB30563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46" name="Oval 1345">
                      <a:extLst>
                        <a:ext uri="{FF2B5EF4-FFF2-40B4-BE49-F238E27FC236}">
                          <a16:creationId xmlns:a16="http://schemas.microsoft.com/office/drawing/2014/main" id="{4E858A7A-BDA9-2021-67CB-0FA38821E5D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47" name="Oval 1346">
                      <a:extLst>
                        <a:ext uri="{FF2B5EF4-FFF2-40B4-BE49-F238E27FC236}">
                          <a16:creationId xmlns:a16="http://schemas.microsoft.com/office/drawing/2014/main" id="{E3C3EFCD-D15B-E87F-BC3B-4682B57E047C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48" name="Oval 1347">
                      <a:extLst>
                        <a:ext uri="{FF2B5EF4-FFF2-40B4-BE49-F238E27FC236}">
                          <a16:creationId xmlns:a16="http://schemas.microsoft.com/office/drawing/2014/main" id="{4A76416E-ECDA-240C-9FEA-ED7CC29253E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49" name="Arc 1348">
                      <a:extLst>
                        <a:ext uri="{FF2B5EF4-FFF2-40B4-BE49-F238E27FC236}">
                          <a16:creationId xmlns:a16="http://schemas.microsoft.com/office/drawing/2014/main" id="{95DC1AB5-DB26-43DF-EA28-D906A97EFD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50" name="Oval 1349">
                      <a:extLst>
                        <a:ext uri="{FF2B5EF4-FFF2-40B4-BE49-F238E27FC236}">
                          <a16:creationId xmlns:a16="http://schemas.microsoft.com/office/drawing/2014/main" id="{E61321E3-53E6-8333-7DEE-ECB9E165B21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51" name="Arc 1350">
                      <a:extLst>
                        <a:ext uri="{FF2B5EF4-FFF2-40B4-BE49-F238E27FC236}">
                          <a16:creationId xmlns:a16="http://schemas.microsoft.com/office/drawing/2014/main" id="{5486BF8A-5E18-9F62-0133-E85AC840A7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52" name="Arc 1351">
                      <a:extLst>
                        <a:ext uri="{FF2B5EF4-FFF2-40B4-BE49-F238E27FC236}">
                          <a16:creationId xmlns:a16="http://schemas.microsoft.com/office/drawing/2014/main" id="{9B4C4003-9EAF-F6AB-F283-60030982FC5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341" name="Straight Connector 1340">
                  <a:extLst>
                    <a:ext uri="{FF2B5EF4-FFF2-40B4-BE49-F238E27FC236}">
                      <a16:creationId xmlns:a16="http://schemas.microsoft.com/office/drawing/2014/main" id="{812BD43C-5C9D-00B6-3DE9-2BD677D25B2C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2" name="Straight Connector 1341">
                  <a:extLst>
                    <a:ext uri="{FF2B5EF4-FFF2-40B4-BE49-F238E27FC236}">
                      <a16:creationId xmlns:a16="http://schemas.microsoft.com/office/drawing/2014/main" id="{C8D5EAD1-D5E2-7661-2B2B-DB7F0627EF8E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5" name="Group 1304">
                <a:extLst>
                  <a:ext uri="{FF2B5EF4-FFF2-40B4-BE49-F238E27FC236}">
                    <a16:creationId xmlns:a16="http://schemas.microsoft.com/office/drawing/2014/main" id="{BC464EE2-2107-3A7E-CA71-3E73ED37E34A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315" name="Group 1314">
                  <a:extLst>
                    <a:ext uri="{FF2B5EF4-FFF2-40B4-BE49-F238E27FC236}">
                      <a16:creationId xmlns:a16="http://schemas.microsoft.com/office/drawing/2014/main" id="{D97CA099-6D4C-6D3E-B5C0-150380494AE5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29" name="Oval 1328">
                    <a:extLst>
                      <a:ext uri="{FF2B5EF4-FFF2-40B4-BE49-F238E27FC236}">
                        <a16:creationId xmlns:a16="http://schemas.microsoft.com/office/drawing/2014/main" id="{F2A218B4-EBA3-CD0E-F580-22AF701E851D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30" name="Group 1329">
                    <a:extLst>
                      <a:ext uri="{FF2B5EF4-FFF2-40B4-BE49-F238E27FC236}">
                        <a16:creationId xmlns:a16="http://schemas.microsoft.com/office/drawing/2014/main" id="{97EAA6A7-49F3-E4EE-906B-42007DDF293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31" name="Oval 1330">
                      <a:extLst>
                        <a:ext uri="{FF2B5EF4-FFF2-40B4-BE49-F238E27FC236}">
                          <a16:creationId xmlns:a16="http://schemas.microsoft.com/office/drawing/2014/main" id="{1FA0001D-3BA2-8CAE-F6FB-EBDCA6CABAF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2" name="Oval 1331">
                      <a:extLst>
                        <a:ext uri="{FF2B5EF4-FFF2-40B4-BE49-F238E27FC236}">
                          <a16:creationId xmlns:a16="http://schemas.microsoft.com/office/drawing/2014/main" id="{951153E8-DC68-390E-ABAB-32A173F3127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3" name="Oval 1332">
                      <a:extLst>
                        <a:ext uri="{FF2B5EF4-FFF2-40B4-BE49-F238E27FC236}">
                          <a16:creationId xmlns:a16="http://schemas.microsoft.com/office/drawing/2014/main" id="{A009321B-ADE2-BD3A-CCCD-3360A233EFD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4" name="Oval 1333">
                      <a:extLst>
                        <a:ext uri="{FF2B5EF4-FFF2-40B4-BE49-F238E27FC236}">
                          <a16:creationId xmlns:a16="http://schemas.microsoft.com/office/drawing/2014/main" id="{D5D37C7F-D5A9-5AFD-B6AD-0564672176F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5" name="Arc 1334">
                      <a:extLst>
                        <a:ext uri="{FF2B5EF4-FFF2-40B4-BE49-F238E27FC236}">
                          <a16:creationId xmlns:a16="http://schemas.microsoft.com/office/drawing/2014/main" id="{E73D922E-2C94-1262-B1AF-AC3B06DFC8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36" name="Oval 1335">
                      <a:extLst>
                        <a:ext uri="{FF2B5EF4-FFF2-40B4-BE49-F238E27FC236}">
                          <a16:creationId xmlns:a16="http://schemas.microsoft.com/office/drawing/2014/main" id="{F12EE41A-0EBD-9A88-E65D-DDB7D0A121F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7" name="Arc 1336">
                      <a:extLst>
                        <a:ext uri="{FF2B5EF4-FFF2-40B4-BE49-F238E27FC236}">
                          <a16:creationId xmlns:a16="http://schemas.microsoft.com/office/drawing/2014/main" id="{A5E7E3BB-4B1A-B464-BF20-99B1CBB3BD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38" name="Arc 1337">
                      <a:extLst>
                        <a:ext uri="{FF2B5EF4-FFF2-40B4-BE49-F238E27FC236}">
                          <a16:creationId xmlns:a16="http://schemas.microsoft.com/office/drawing/2014/main" id="{1A23635B-9346-3D2F-DE4B-E8A365CD473F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316" name="Group 1315">
                  <a:extLst>
                    <a:ext uri="{FF2B5EF4-FFF2-40B4-BE49-F238E27FC236}">
                      <a16:creationId xmlns:a16="http://schemas.microsoft.com/office/drawing/2014/main" id="{90CBD4C9-F42F-D798-A951-23669755E8FF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19" name="Oval 1318">
                    <a:extLst>
                      <a:ext uri="{FF2B5EF4-FFF2-40B4-BE49-F238E27FC236}">
                        <a16:creationId xmlns:a16="http://schemas.microsoft.com/office/drawing/2014/main" id="{EF4904DE-FF6A-242E-A716-01F43295AB3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20" name="Group 1319">
                    <a:extLst>
                      <a:ext uri="{FF2B5EF4-FFF2-40B4-BE49-F238E27FC236}">
                        <a16:creationId xmlns:a16="http://schemas.microsoft.com/office/drawing/2014/main" id="{0AC1CDC4-9E0A-DD93-3E41-98C5DAD4D77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21" name="Oval 1320">
                      <a:extLst>
                        <a:ext uri="{FF2B5EF4-FFF2-40B4-BE49-F238E27FC236}">
                          <a16:creationId xmlns:a16="http://schemas.microsoft.com/office/drawing/2014/main" id="{F975A2CC-04A0-1B40-1FAD-60B8D9490A94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2" name="Oval 1321">
                      <a:extLst>
                        <a:ext uri="{FF2B5EF4-FFF2-40B4-BE49-F238E27FC236}">
                          <a16:creationId xmlns:a16="http://schemas.microsoft.com/office/drawing/2014/main" id="{2A14C4BC-5341-9F38-5E72-6B4B9BAD182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3" name="Oval 1322">
                      <a:extLst>
                        <a:ext uri="{FF2B5EF4-FFF2-40B4-BE49-F238E27FC236}">
                          <a16:creationId xmlns:a16="http://schemas.microsoft.com/office/drawing/2014/main" id="{2DC41ADF-DD23-CEE8-8E7E-E1B5D0067250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4" name="Oval 1323">
                      <a:extLst>
                        <a:ext uri="{FF2B5EF4-FFF2-40B4-BE49-F238E27FC236}">
                          <a16:creationId xmlns:a16="http://schemas.microsoft.com/office/drawing/2014/main" id="{FE12813A-04AA-7908-F8EE-C27046914A2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5" name="Arc 1324">
                      <a:extLst>
                        <a:ext uri="{FF2B5EF4-FFF2-40B4-BE49-F238E27FC236}">
                          <a16:creationId xmlns:a16="http://schemas.microsoft.com/office/drawing/2014/main" id="{EED6C2E8-CF5F-D086-EE70-5C772F98D7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26" name="Oval 1325">
                      <a:extLst>
                        <a:ext uri="{FF2B5EF4-FFF2-40B4-BE49-F238E27FC236}">
                          <a16:creationId xmlns:a16="http://schemas.microsoft.com/office/drawing/2014/main" id="{EC500EC1-70B8-2CAB-100E-BEBE2152390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7" name="Arc 1326">
                      <a:extLst>
                        <a:ext uri="{FF2B5EF4-FFF2-40B4-BE49-F238E27FC236}">
                          <a16:creationId xmlns:a16="http://schemas.microsoft.com/office/drawing/2014/main" id="{0EDF5DF9-5718-F5B4-A540-F78734834A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28" name="Arc 1327">
                      <a:extLst>
                        <a:ext uri="{FF2B5EF4-FFF2-40B4-BE49-F238E27FC236}">
                          <a16:creationId xmlns:a16="http://schemas.microsoft.com/office/drawing/2014/main" id="{6312FED5-FBD7-DEC0-C244-D196B172F36C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317" name="Straight Connector 1316">
                  <a:extLst>
                    <a:ext uri="{FF2B5EF4-FFF2-40B4-BE49-F238E27FC236}">
                      <a16:creationId xmlns:a16="http://schemas.microsoft.com/office/drawing/2014/main" id="{FCBB6FAF-97F3-846C-B2FC-584DD48B36C8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8" name="Straight Connector 1317">
                  <a:extLst>
                    <a:ext uri="{FF2B5EF4-FFF2-40B4-BE49-F238E27FC236}">
                      <a16:creationId xmlns:a16="http://schemas.microsoft.com/office/drawing/2014/main" id="{4D4B3630-AC88-EFFE-372C-5386A4866AE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6" name="Group 1305">
                <a:extLst>
                  <a:ext uri="{FF2B5EF4-FFF2-40B4-BE49-F238E27FC236}">
                    <a16:creationId xmlns:a16="http://schemas.microsoft.com/office/drawing/2014/main" id="{50D63EC4-31D5-05F7-0A39-1C2083E39882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307" name="Moon 1306">
                  <a:extLst>
                    <a:ext uri="{FF2B5EF4-FFF2-40B4-BE49-F238E27FC236}">
                      <a16:creationId xmlns:a16="http://schemas.microsoft.com/office/drawing/2014/main" id="{38F8D7B4-483C-1A55-F5E5-EE66A5DCDB49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8" name="Oval 1307">
                  <a:extLst>
                    <a:ext uri="{FF2B5EF4-FFF2-40B4-BE49-F238E27FC236}">
                      <a16:creationId xmlns:a16="http://schemas.microsoft.com/office/drawing/2014/main" id="{18170DEA-BAAF-F9EA-84DB-50B61614767C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9" name="Oval 1308">
                  <a:extLst>
                    <a:ext uri="{FF2B5EF4-FFF2-40B4-BE49-F238E27FC236}">
                      <a16:creationId xmlns:a16="http://schemas.microsoft.com/office/drawing/2014/main" id="{C1775CE8-4F14-4147-0D28-FF6FF6182ED7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0" name="Oval 1309">
                  <a:extLst>
                    <a:ext uri="{FF2B5EF4-FFF2-40B4-BE49-F238E27FC236}">
                      <a16:creationId xmlns:a16="http://schemas.microsoft.com/office/drawing/2014/main" id="{23195F2B-E12B-E1BB-C3D8-AC2EEF4EB1B5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1" name="Oval 1310">
                  <a:extLst>
                    <a:ext uri="{FF2B5EF4-FFF2-40B4-BE49-F238E27FC236}">
                      <a16:creationId xmlns:a16="http://schemas.microsoft.com/office/drawing/2014/main" id="{FB2F2DBE-3091-E8C5-166B-3A32E1B115D4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2" name="Oval 1311">
                  <a:extLst>
                    <a:ext uri="{FF2B5EF4-FFF2-40B4-BE49-F238E27FC236}">
                      <a16:creationId xmlns:a16="http://schemas.microsoft.com/office/drawing/2014/main" id="{CAD8B4BA-B8F7-1B05-E9DE-EBDDC8399E6D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3" name="Oval 1312">
                  <a:extLst>
                    <a:ext uri="{FF2B5EF4-FFF2-40B4-BE49-F238E27FC236}">
                      <a16:creationId xmlns:a16="http://schemas.microsoft.com/office/drawing/2014/main" id="{CF0D3401-87F4-C75F-12FE-8D9C45D2872D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4" name="Oval 1313">
                  <a:extLst>
                    <a:ext uri="{FF2B5EF4-FFF2-40B4-BE49-F238E27FC236}">
                      <a16:creationId xmlns:a16="http://schemas.microsoft.com/office/drawing/2014/main" id="{029783B7-5C04-E37A-E696-EEC94AD8BCB5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63" name="Group 1362">
              <a:extLst>
                <a:ext uri="{FF2B5EF4-FFF2-40B4-BE49-F238E27FC236}">
                  <a16:creationId xmlns:a16="http://schemas.microsoft.com/office/drawing/2014/main" id="{ECA840B4-6A34-E702-69D6-B6828DF50AA2}"/>
                </a:ext>
              </a:extLst>
            </p:cNvPr>
            <p:cNvGrpSpPr/>
            <p:nvPr/>
          </p:nvGrpSpPr>
          <p:grpSpPr>
            <a:xfrm rot="1312654" flipH="1" flipV="1">
              <a:off x="5952634" y="3148168"/>
              <a:ext cx="180828" cy="348790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364" name="Group 1363">
                <a:extLst>
                  <a:ext uri="{FF2B5EF4-FFF2-40B4-BE49-F238E27FC236}">
                    <a16:creationId xmlns:a16="http://schemas.microsoft.com/office/drawing/2014/main" id="{85D567B4-2538-B87E-7C9C-52996734AA8F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399" name="Group 1398">
                  <a:extLst>
                    <a:ext uri="{FF2B5EF4-FFF2-40B4-BE49-F238E27FC236}">
                      <a16:creationId xmlns:a16="http://schemas.microsoft.com/office/drawing/2014/main" id="{2DE75B95-497C-3553-0407-AC00A763AAEC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413" name="Oval 1412">
                    <a:extLst>
                      <a:ext uri="{FF2B5EF4-FFF2-40B4-BE49-F238E27FC236}">
                        <a16:creationId xmlns:a16="http://schemas.microsoft.com/office/drawing/2014/main" id="{71F05CC3-DF92-F325-27A9-E505E9CA70A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BE91D672-D1B0-F835-A28F-88F1D608B13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415" name="Oval 1414">
                      <a:extLst>
                        <a:ext uri="{FF2B5EF4-FFF2-40B4-BE49-F238E27FC236}">
                          <a16:creationId xmlns:a16="http://schemas.microsoft.com/office/drawing/2014/main" id="{FE06DEC0-3BDF-A504-27D2-6D762178EFC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16" name="Oval 1415">
                      <a:extLst>
                        <a:ext uri="{FF2B5EF4-FFF2-40B4-BE49-F238E27FC236}">
                          <a16:creationId xmlns:a16="http://schemas.microsoft.com/office/drawing/2014/main" id="{90E7ACC1-44F5-7E23-7BB9-97265F4D22B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17" name="Oval 1416">
                      <a:extLst>
                        <a:ext uri="{FF2B5EF4-FFF2-40B4-BE49-F238E27FC236}">
                          <a16:creationId xmlns:a16="http://schemas.microsoft.com/office/drawing/2014/main" id="{142C3852-70C1-9ABD-0425-58506F6AEA2A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18" name="Oval 1417">
                      <a:extLst>
                        <a:ext uri="{FF2B5EF4-FFF2-40B4-BE49-F238E27FC236}">
                          <a16:creationId xmlns:a16="http://schemas.microsoft.com/office/drawing/2014/main" id="{E266EF34-D87D-BD3E-3F13-4EC0D3039FC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19" name="Arc 1418">
                      <a:extLst>
                        <a:ext uri="{FF2B5EF4-FFF2-40B4-BE49-F238E27FC236}">
                          <a16:creationId xmlns:a16="http://schemas.microsoft.com/office/drawing/2014/main" id="{DBCB00B8-B629-9F8D-1F9B-908A60FF42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20" name="Oval 1419">
                      <a:extLst>
                        <a:ext uri="{FF2B5EF4-FFF2-40B4-BE49-F238E27FC236}">
                          <a16:creationId xmlns:a16="http://schemas.microsoft.com/office/drawing/2014/main" id="{DA970D5B-C8A6-1176-E9E8-89BA78B2933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21" name="Arc 1420">
                      <a:extLst>
                        <a:ext uri="{FF2B5EF4-FFF2-40B4-BE49-F238E27FC236}">
                          <a16:creationId xmlns:a16="http://schemas.microsoft.com/office/drawing/2014/main" id="{73F7E8BE-499E-C15A-D343-1694208ABD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22" name="Arc 1421">
                      <a:extLst>
                        <a:ext uri="{FF2B5EF4-FFF2-40B4-BE49-F238E27FC236}">
                          <a16:creationId xmlns:a16="http://schemas.microsoft.com/office/drawing/2014/main" id="{443D2184-8369-B56F-877A-98F91CB7DC7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400" name="Group 1399">
                  <a:extLst>
                    <a:ext uri="{FF2B5EF4-FFF2-40B4-BE49-F238E27FC236}">
                      <a16:creationId xmlns:a16="http://schemas.microsoft.com/office/drawing/2014/main" id="{30963E6C-6165-4987-A448-D2AC7BB01B65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403" name="Oval 1402">
                    <a:extLst>
                      <a:ext uri="{FF2B5EF4-FFF2-40B4-BE49-F238E27FC236}">
                        <a16:creationId xmlns:a16="http://schemas.microsoft.com/office/drawing/2014/main" id="{C811F2BD-37DE-FF8E-615D-D46FDC157EB7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404" name="Group 1403">
                    <a:extLst>
                      <a:ext uri="{FF2B5EF4-FFF2-40B4-BE49-F238E27FC236}">
                        <a16:creationId xmlns:a16="http://schemas.microsoft.com/office/drawing/2014/main" id="{B8AC5BF2-2F22-19F2-6337-DD8EB1D4495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405" name="Oval 1404">
                      <a:extLst>
                        <a:ext uri="{FF2B5EF4-FFF2-40B4-BE49-F238E27FC236}">
                          <a16:creationId xmlns:a16="http://schemas.microsoft.com/office/drawing/2014/main" id="{E3BE018C-2749-12CE-6DB6-29D1D06890CA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06" name="Oval 1405">
                      <a:extLst>
                        <a:ext uri="{FF2B5EF4-FFF2-40B4-BE49-F238E27FC236}">
                          <a16:creationId xmlns:a16="http://schemas.microsoft.com/office/drawing/2014/main" id="{1A7C2921-6C2C-1F15-9D07-726997AD2514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07" name="Oval 1406">
                      <a:extLst>
                        <a:ext uri="{FF2B5EF4-FFF2-40B4-BE49-F238E27FC236}">
                          <a16:creationId xmlns:a16="http://schemas.microsoft.com/office/drawing/2014/main" id="{C32013F2-DF87-65B2-F5FC-493717C72FE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08" name="Oval 1407">
                      <a:extLst>
                        <a:ext uri="{FF2B5EF4-FFF2-40B4-BE49-F238E27FC236}">
                          <a16:creationId xmlns:a16="http://schemas.microsoft.com/office/drawing/2014/main" id="{885B7EE8-FB9E-91EE-1F5F-CFB46C230A3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09" name="Arc 1408">
                      <a:extLst>
                        <a:ext uri="{FF2B5EF4-FFF2-40B4-BE49-F238E27FC236}">
                          <a16:creationId xmlns:a16="http://schemas.microsoft.com/office/drawing/2014/main" id="{559C86B9-87A4-84E6-B42F-4F7FAB451B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10" name="Oval 1409">
                      <a:extLst>
                        <a:ext uri="{FF2B5EF4-FFF2-40B4-BE49-F238E27FC236}">
                          <a16:creationId xmlns:a16="http://schemas.microsoft.com/office/drawing/2014/main" id="{247DDB63-048D-B48C-A5D2-5628023C060B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11" name="Arc 1410">
                      <a:extLst>
                        <a:ext uri="{FF2B5EF4-FFF2-40B4-BE49-F238E27FC236}">
                          <a16:creationId xmlns:a16="http://schemas.microsoft.com/office/drawing/2014/main" id="{E59B08D6-FAC6-48A5-493C-42FC4D8A79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12" name="Arc 1411">
                      <a:extLst>
                        <a:ext uri="{FF2B5EF4-FFF2-40B4-BE49-F238E27FC236}">
                          <a16:creationId xmlns:a16="http://schemas.microsoft.com/office/drawing/2014/main" id="{880606F2-F4A0-EA85-A83C-A75E28C6F3E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401" name="Straight Connector 1400">
                  <a:extLst>
                    <a:ext uri="{FF2B5EF4-FFF2-40B4-BE49-F238E27FC236}">
                      <a16:creationId xmlns:a16="http://schemas.microsoft.com/office/drawing/2014/main" id="{CABFB8A5-629C-5CDF-A73C-3963EF38C8EB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2" name="Straight Connector 1401">
                  <a:extLst>
                    <a:ext uri="{FF2B5EF4-FFF2-40B4-BE49-F238E27FC236}">
                      <a16:creationId xmlns:a16="http://schemas.microsoft.com/office/drawing/2014/main" id="{5330CEB3-F4CF-758A-6D14-B79340F203EF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5" name="Group 1364">
                <a:extLst>
                  <a:ext uri="{FF2B5EF4-FFF2-40B4-BE49-F238E27FC236}">
                    <a16:creationId xmlns:a16="http://schemas.microsoft.com/office/drawing/2014/main" id="{626F0D0B-59D3-3942-38E0-8FD47439575E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375" name="Group 1374">
                  <a:extLst>
                    <a:ext uri="{FF2B5EF4-FFF2-40B4-BE49-F238E27FC236}">
                      <a16:creationId xmlns:a16="http://schemas.microsoft.com/office/drawing/2014/main" id="{6A2CE018-082C-CE68-09A5-8EE47D17455C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89" name="Oval 1388">
                    <a:extLst>
                      <a:ext uri="{FF2B5EF4-FFF2-40B4-BE49-F238E27FC236}">
                        <a16:creationId xmlns:a16="http://schemas.microsoft.com/office/drawing/2014/main" id="{B36D8717-F6ED-6EDF-A647-260CE628F50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90" name="Group 1389">
                    <a:extLst>
                      <a:ext uri="{FF2B5EF4-FFF2-40B4-BE49-F238E27FC236}">
                        <a16:creationId xmlns:a16="http://schemas.microsoft.com/office/drawing/2014/main" id="{498BBB57-5FC7-2AB3-008F-650F2B77BB3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91" name="Oval 1390">
                      <a:extLst>
                        <a:ext uri="{FF2B5EF4-FFF2-40B4-BE49-F238E27FC236}">
                          <a16:creationId xmlns:a16="http://schemas.microsoft.com/office/drawing/2014/main" id="{E087B7D6-D985-F330-9F0B-EA796CBCA1A5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2" name="Oval 1391">
                      <a:extLst>
                        <a:ext uri="{FF2B5EF4-FFF2-40B4-BE49-F238E27FC236}">
                          <a16:creationId xmlns:a16="http://schemas.microsoft.com/office/drawing/2014/main" id="{09BC68D0-073E-E6D3-DC9B-98C2505985D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3" name="Oval 1392">
                      <a:extLst>
                        <a:ext uri="{FF2B5EF4-FFF2-40B4-BE49-F238E27FC236}">
                          <a16:creationId xmlns:a16="http://schemas.microsoft.com/office/drawing/2014/main" id="{E61DB193-CDE3-DAEF-380B-BA8F0A19B4F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4" name="Oval 1393">
                      <a:extLst>
                        <a:ext uri="{FF2B5EF4-FFF2-40B4-BE49-F238E27FC236}">
                          <a16:creationId xmlns:a16="http://schemas.microsoft.com/office/drawing/2014/main" id="{69EF250E-7EF8-19A9-E3FA-AD4569338365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5" name="Arc 1394">
                      <a:extLst>
                        <a:ext uri="{FF2B5EF4-FFF2-40B4-BE49-F238E27FC236}">
                          <a16:creationId xmlns:a16="http://schemas.microsoft.com/office/drawing/2014/main" id="{C808373B-C384-FDD6-809A-D8831EC0C3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96" name="Oval 1395">
                      <a:extLst>
                        <a:ext uri="{FF2B5EF4-FFF2-40B4-BE49-F238E27FC236}">
                          <a16:creationId xmlns:a16="http://schemas.microsoft.com/office/drawing/2014/main" id="{641566F8-25F0-47D0-6371-BDF4ACC77E4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7" name="Arc 1396">
                      <a:extLst>
                        <a:ext uri="{FF2B5EF4-FFF2-40B4-BE49-F238E27FC236}">
                          <a16:creationId xmlns:a16="http://schemas.microsoft.com/office/drawing/2014/main" id="{67DA9F9E-E704-1639-EE25-734635FEC9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98" name="Arc 1397">
                      <a:extLst>
                        <a:ext uri="{FF2B5EF4-FFF2-40B4-BE49-F238E27FC236}">
                          <a16:creationId xmlns:a16="http://schemas.microsoft.com/office/drawing/2014/main" id="{6D153171-2448-7560-A58A-4E36E298086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376" name="Group 1375">
                  <a:extLst>
                    <a:ext uri="{FF2B5EF4-FFF2-40B4-BE49-F238E27FC236}">
                      <a16:creationId xmlns:a16="http://schemas.microsoft.com/office/drawing/2014/main" id="{DF709E02-8B87-23E3-CF2C-F3E5C11A554C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79" name="Oval 1378">
                    <a:extLst>
                      <a:ext uri="{FF2B5EF4-FFF2-40B4-BE49-F238E27FC236}">
                        <a16:creationId xmlns:a16="http://schemas.microsoft.com/office/drawing/2014/main" id="{17510EF4-6DA1-752E-E44C-4C393FC00E5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80" name="Group 1379">
                    <a:extLst>
                      <a:ext uri="{FF2B5EF4-FFF2-40B4-BE49-F238E27FC236}">
                        <a16:creationId xmlns:a16="http://schemas.microsoft.com/office/drawing/2014/main" id="{AC76637A-777A-615E-3E32-44816BD0FEF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81" name="Oval 1380">
                      <a:extLst>
                        <a:ext uri="{FF2B5EF4-FFF2-40B4-BE49-F238E27FC236}">
                          <a16:creationId xmlns:a16="http://schemas.microsoft.com/office/drawing/2014/main" id="{FF6CE713-4A0D-365A-6908-E079FA7776B8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2" name="Oval 1381">
                      <a:extLst>
                        <a:ext uri="{FF2B5EF4-FFF2-40B4-BE49-F238E27FC236}">
                          <a16:creationId xmlns:a16="http://schemas.microsoft.com/office/drawing/2014/main" id="{5D7FA18C-E041-8139-FE19-2670EFC7913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3" name="Oval 1382">
                      <a:extLst>
                        <a:ext uri="{FF2B5EF4-FFF2-40B4-BE49-F238E27FC236}">
                          <a16:creationId xmlns:a16="http://schemas.microsoft.com/office/drawing/2014/main" id="{32B71AE6-A130-0F24-7264-0C90EA309B6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4" name="Oval 1383">
                      <a:extLst>
                        <a:ext uri="{FF2B5EF4-FFF2-40B4-BE49-F238E27FC236}">
                          <a16:creationId xmlns:a16="http://schemas.microsoft.com/office/drawing/2014/main" id="{39A21708-0595-2573-D406-6E06BD44BF38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5" name="Arc 1384">
                      <a:extLst>
                        <a:ext uri="{FF2B5EF4-FFF2-40B4-BE49-F238E27FC236}">
                          <a16:creationId xmlns:a16="http://schemas.microsoft.com/office/drawing/2014/main" id="{4FE6E386-12B8-FDBE-D1DB-7F7483B156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86" name="Oval 1385">
                      <a:extLst>
                        <a:ext uri="{FF2B5EF4-FFF2-40B4-BE49-F238E27FC236}">
                          <a16:creationId xmlns:a16="http://schemas.microsoft.com/office/drawing/2014/main" id="{96524249-3B40-F559-0F1F-830B549AB1C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7" name="Arc 1386">
                      <a:extLst>
                        <a:ext uri="{FF2B5EF4-FFF2-40B4-BE49-F238E27FC236}">
                          <a16:creationId xmlns:a16="http://schemas.microsoft.com/office/drawing/2014/main" id="{5A5EB1DC-C57C-265C-44A8-02F8CA1CCF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88" name="Arc 1387">
                      <a:extLst>
                        <a:ext uri="{FF2B5EF4-FFF2-40B4-BE49-F238E27FC236}">
                          <a16:creationId xmlns:a16="http://schemas.microsoft.com/office/drawing/2014/main" id="{A45C7FBE-B711-9758-3F2D-5D7395B005D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377" name="Straight Connector 1376">
                  <a:extLst>
                    <a:ext uri="{FF2B5EF4-FFF2-40B4-BE49-F238E27FC236}">
                      <a16:creationId xmlns:a16="http://schemas.microsoft.com/office/drawing/2014/main" id="{98BBA505-A2E1-C0E5-14F0-A4C5522D8A29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8" name="Straight Connector 1377">
                  <a:extLst>
                    <a:ext uri="{FF2B5EF4-FFF2-40B4-BE49-F238E27FC236}">
                      <a16:creationId xmlns:a16="http://schemas.microsoft.com/office/drawing/2014/main" id="{2C3A390D-03C1-F2A4-AE56-AE661F46331B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6" name="Group 1365">
                <a:extLst>
                  <a:ext uri="{FF2B5EF4-FFF2-40B4-BE49-F238E27FC236}">
                    <a16:creationId xmlns:a16="http://schemas.microsoft.com/office/drawing/2014/main" id="{3E3BFD7C-87E4-68D7-1C66-BA37121F205D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367" name="Moon 1366">
                  <a:extLst>
                    <a:ext uri="{FF2B5EF4-FFF2-40B4-BE49-F238E27FC236}">
                      <a16:creationId xmlns:a16="http://schemas.microsoft.com/office/drawing/2014/main" id="{658F84C1-B29A-D0D4-1A7A-8AA6C346C968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8" name="Oval 1367">
                  <a:extLst>
                    <a:ext uri="{FF2B5EF4-FFF2-40B4-BE49-F238E27FC236}">
                      <a16:creationId xmlns:a16="http://schemas.microsoft.com/office/drawing/2014/main" id="{06FA6219-219D-777B-3653-08FA839E101A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9" name="Oval 1368">
                  <a:extLst>
                    <a:ext uri="{FF2B5EF4-FFF2-40B4-BE49-F238E27FC236}">
                      <a16:creationId xmlns:a16="http://schemas.microsoft.com/office/drawing/2014/main" id="{341B136B-8749-17DC-5E8B-301F128D8520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0" name="Oval 1369">
                  <a:extLst>
                    <a:ext uri="{FF2B5EF4-FFF2-40B4-BE49-F238E27FC236}">
                      <a16:creationId xmlns:a16="http://schemas.microsoft.com/office/drawing/2014/main" id="{CAE209D9-FB59-D7B3-FCE5-BA9D8A173B6C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1" name="Oval 1370">
                  <a:extLst>
                    <a:ext uri="{FF2B5EF4-FFF2-40B4-BE49-F238E27FC236}">
                      <a16:creationId xmlns:a16="http://schemas.microsoft.com/office/drawing/2014/main" id="{65A56F0A-D4D7-460D-2FBC-6F3A4C3FB030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2" name="Oval 1371">
                  <a:extLst>
                    <a:ext uri="{FF2B5EF4-FFF2-40B4-BE49-F238E27FC236}">
                      <a16:creationId xmlns:a16="http://schemas.microsoft.com/office/drawing/2014/main" id="{D1622CD8-31CD-FB14-39C3-8C840CFF82FC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3" name="Oval 1372">
                  <a:extLst>
                    <a:ext uri="{FF2B5EF4-FFF2-40B4-BE49-F238E27FC236}">
                      <a16:creationId xmlns:a16="http://schemas.microsoft.com/office/drawing/2014/main" id="{76441FEF-3653-CB40-9E75-51FD6E372F8D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4" name="Oval 1373">
                  <a:extLst>
                    <a:ext uri="{FF2B5EF4-FFF2-40B4-BE49-F238E27FC236}">
                      <a16:creationId xmlns:a16="http://schemas.microsoft.com/office/drawing/2014/main" id="{66329CF5-F712-E0C5-E543-6B99B3A261DE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483" name="Group 1482">
              <a:extLst>
                <a:ext uri="{FF2B5EF4-FFF2-40B4-BE49-F238E27FC236}">
                  <a16:creationId xmlns:a16="http://schemas.microsoft.com/office/drawing/2014/main" id="{7F4D4423-26DB-312D-0688-073382AF075D}"/>
                </a:ext>
              </a:extLst>
            </p:cNvPr>
            <p:cNvGrpSpPr/>
            <p:nvPr/>
          </p:nvGrpSpPr>
          <p:grpSpPr>
            <a:xfrm rot="6571890" flipH="1" flipV="1">
              <a:off x="5654552" y="4235463"/>
              <a:ext cx="144704" cy="348791"/>
              <a:chOff x="8901293" y="933753"/>
              <a:chExt cx="2135899" cy="5148330"/>
            </a:xfrm>
            <a:solidFill>
              <a:srgbClr val="0432FF"/>
            </a:solidFill>
          </p:grpSpPr>
          <p:grpSp>
            <p:nvGrpSpPr>
              <p:cNvPr id="1484" name="Group 1483">
                <a:extLst>
                  <a:ext uri="{FF2B5EF4-FFF2-40B4-BE49-F238E27FC236}">
                    <a16:creationId xmlns:a16="http://schemas.microsoft.com/office/drawing/2014/main" id="{D2E22956-9953-0889-C93B-66DD2DFA9FB3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519" name="Group 1518">
                  <a:extLst>
                    <a:ext uri="{FF2B5EF4-FFF2-40B4-BE49-F238E27FC236}">
                      <a16:creationId xmlns:a16="http://schemas.microsoft.com/office/drawing/2014/main" id="{363F447A-185E-6F01-67DC-E30ADF30E79E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33" name="Oval 1532">
                    <a:extLst>
                      <a:ext uri="{FF2B5EF4-FFF2-40B4-BE49-F238E27FC236}">
                        <a16:creationId xmlns:a16="http://schemas.microsoft.com/office/drawing/2014/main" id="{84E72EF4-9100-502A-F704-CC89008E1A3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34" name="Group 1533">
                    <a:extLst>
                      <a:ext uri="{FF2B5EF4-FFF2-40B4-BE49-F238E27FC236}">
                        <a16:creationId xmlns:a16="http://schemas.microsoft.com/office/drawing/2014/main" id="{39B2FEDE-DFA2-1FAD-28CC-556D108B13C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35" name="Oval 1534">
                      <a:extLst>
                        <a:ext uri="{FF2B5EF4-FFF2-40B4-BE49-F238E27FC236}">
                          <a16:creationId xmlns:a16="http://schemas.microsoft.com/office/drawing/2014/main" id="{A8CAA554-1880-05DD-AD3F-4CA65A20B3CE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6" name="Oval 1535">
                      <a:extLst>
                        <a:ext uri="{FF2B5EF4-FFF2-40B4-BE49-F238E27FC236}">
                          <a16:creationId xmlns:a16="http://schemas.microsoft.com/office/drawing/2014/main" id="{6710103B-CF38-1761-6701-93F5F5FA128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7" name="Oval 1536">
                      <a:extLst>
                        <a:ext uri="{FF2B5EF4-FFF2-40B4-BE49-F238E27FC236}">
                          <a16:creationId xmlns:a16="http://schemas.microsoft.com/office/drawing/2014/main" id="{9456426F-4544-8057-E882-1B635F41528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8" name="Oval 1537">
                      <a:extLst>
                        <a:ext uri="{FF2B5EF4-FFF2-40B4-BE49-F238E27FC236}">
                          <a16:creationId xmlns:a16="http://schemas.microsoft.com/office/drawing/2014/main" id="{5B6906F9-A221-B013-D5D2-6A18E0C8924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9" name="Arc 1538">
                      <a:extLst>
                        <a:ext uri="{FF2B5EF4-FFF2-40B4-BE49-F238E27FC236}">
                          <a16:creationId xmlns:a16="http://schemas.microsoft.com/office/drawing/2014/main" id="{14822E21-05DE-322A-5653-154A08FBEA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40" name="Oval 1539">
                      <a:extLst>
                        <a:ext uri="{FF2B5EF4-FFF2-40B4-BE49-F238E27FC236}">
                          <a16:creationId xmlns:a16="http://schemas.microsoft.com/office/drawing/2014/main" id="{DF2D5E76-10DA-C8E5-00E9-295CA9A8BBA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41" name="Arc 1540">
                      <a:extLst>
                        <a:ext uri="{FF2B5EF4-FFF2-40B4-BE49-F238E27FC236}">
                          <a16:creationId xmlns:a16="http://schemas.microsoft.com/office/drawing/2014/main" id="{7A1FC3E2-0442-B53D-637C-9C82E731A2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42" name="Arc 1541">
                      <a:extLst>
                        <a:ext uri="{FF2B5EF4-FFF2-40B4-BE49-F238E27FC236}">
                          <a16:creationId xmlns:a16="http://schemas.microsoft.com/office/drawing/2014/main" id="{A9FE4F66-A6A5-5C57-DAD6-C7C293B5136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520" name="Group 1519">
                  <a:extLst>
                    <a:ext uri="{FF2B5EF4-FFF2-40B4-BE49-F238E27FC236}">
                      <a16:creationId xmlns:a16="http://schemas.microsoft.com/office/drawing/2014/main" id="{364D2CD7-B131-FFAF-EEB0-B7F5FAD4216D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23" name="Oval 1522">
                    <a:extLst>
                      <a:ext uri="{FF2B5EF4-FFF2-40B4-BE49-F238E27FC236}">
                        <a16:creationId xmlns:a16="http://schemas.microsoft.com/office/drawing/2014/main" id="{32F4A586-3899-132F-8568-2B8843228003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24" name="Group 1523">
                    <a:extLst>
                      <a:ext uri="{FF2B5EF4-FFF2-40B4-BE49-F238E27FC236}">
                        <a16:creationId xmlns:a16="http://schemas.microsoft.com/office/drawing/2014/main" id="{2587BBC6-DF82-3102-0669-86F351AEAC5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25" name="Oval 1524">
                      <a:extLst>
                        <a:ext uri="{FF2B5EF4-FFF2-40B4-BE49-F238E27FC236}">
                          <a16:creationId xmlns:a16="http://schemas.microsoft.com/office/drawing/2014/main" id="{508B25AC-F106-0758-93C2-E69EA820780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26" name="Oval 1525">
                      <a:extLst>
                        <a:ext uri="{FF2B5EF4-FFF2-40B4-BE49-F238E27FC236}">
                          <a16:creationId xmlns:a16="http://schemas.microsoft.com/office/drawing/2014/main" id="{36B7E62A-4203-1416-236E-D99345F33DF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27" name="Oval 1526">
                      <a:extLst>
                        <a:ext uri="{FF2B5EF4-FFF2-40B4-BE49-F238E27FC236}">
                          <a16:creationId xmlns:a16="http://schemas.microsoft.com/office/drawing/2014/main" id="{B62D828E-0B3E-897B-78E2-A10B17D46B9E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28" name="Oval 1527">
                      <a:extLst>
                        <a:ext uri="{FF2B5EF4-FFF2-40B4-BE49-F238E27FC236}">
                          <a16:creationId xmlns:a16="http://schemas.microsoft.com/office/drawing/2014/main" id="{F4308811-67FE-3C5A-1F66-F6CFD3B2D524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29" name="Arc 1528">
                      <a:extLst>
                        <a:ext uri="{FF2B5EF4-FFF2-40B4-BE49-F238E27FC236}">
                          <a16:creationId xmlns:a16="http://schemas.microsoft.com/office/drawing/2014/main" id="{519A5414-AD53-6997-8B68-8FA08EBAD9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30" name="Oval 1529">
                      <a:extLst>
                        <a:ext uri="{FF2B5EF4-FFF2-40B4-BE49-F238E27FC236}">
                          <a16:creationId xmlns:a16="http://schemas.microsoft.com/office/drawing/2014/main" id="{72F73A9F-3C0A-A75A-8AA9-D9EFEB4A3D1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1" name="Arc 1530">
                      <a:extLst>
                        <a:ext uri="{FF2B5EF4-FFF2-40B4-BE49-F238E27FC236}">
                          <a16:creationId xmlns:a16="http://schemas.microsoft.com/office/drawing/2014/main" id="{00344DE3-1C63-8F18-427A-73C85D35F3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32" name="Arc 1531">
                      <a:extLst>
                        <a:ext uri="{FF2B5EF4-FFF2-40B4-BE49-F238E27FC236}">
                          <a16:creationId xmlns:a16="http://schemas.microsoft.com/office/drawing/2014/main" id="{121B95E6-AF8E-CE62-DB0B-FF8E29409518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521" name="Straight Connector 1520">
                  <a:extLst>
                    <a:ext uri="{FF2B5EF4-FFF2-40B4-BE49-F238E27FC236}">
                      <a16:creationId xmlns:a16="http://schemas.microsoft.com/office/drawing/2014/main" id="{699995F6-FDF4-7C42-7E97-C0F0A888534A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2" name="Straight Connector 1521">
                  <a:extLst>
                    <a:ext uri="{FF2B5EF4-FFF2-40B4-BE49-F238E27FC236}">
                      <a16:creationId xmlns:a16="http://schemas.microsoft.com/office/drawing/2014/main" id="{6D055FCC-707F-AA3C-6A32-D363682AA6C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85" name="Group 1484">
                <a:extLst>
                  <a:ext uri="{FF2B5EF4-FFF2-40B4-BE49-F238E27FC236}">
                    <a16:creationId xmlns:a16="http://schemas.microsoft.com/office/drawing/2014/main" id="{AE1F3F03-55DD-F37C-56FC-A9B189EA72AD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495" name="Group 1494">
                  <a:extLst>
                    <a:ext uri="{FF2B5EF4-FFF2-40B4-BE49-F238E27FC236}">
                      <a16:creationId xmlns:a16="http://schemas.microsoft.com/office/drawing/2014/main" id="{2CD1FF9B-905A-6C62-95B8-2B5215F1309A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09" name="Oval 1508">
                    <a:extLst>
                      <a:ext uri="{FF2B5EF4-FFF2-40B4-BE49-F238E27FC236}">
                        <a16:creationId xmlns:a16="http://schemas.microsoft.com/office/drawing/2014/main" id="{321503BD-8053-E4DE-C3D7-2DF01756B2F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10" name="Group 1509">
                    <a:extLst>
                      <a:ext uri="{FF2B5EF4-FFF2-40B4-BE49-F238E27FC236}">
                        <a16:creationId xmlns:a16="http://schemas.microsoft.com/office/drawing/2014/main" id="{345B62D7-BD78-CB27-AA7B-415BE6283D4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11" name="Oval 1510">
                      <a:extLst>
                        <a:ext uri="{FF2B5EF4-FFF2-40B4-BE49-F238E27FC236}">
                          <a16:creationId xmlns:a16="http://schemas.microsoft.com/office/drawing/2014/main" id="{9D23CDCF-B6BD-A089-F27D-15D51C79226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12" name="Oval 1511">
                      <a:extLst>
                        <a:ext uri="{FF2B5EF4-FFF2-40B4-BE49-F238E27FC236}">
                          <a16:creationId xmlns:a16="http://schemas.microsoft.com/office/drawing/2014/main" id="{58424FE7-5682-6B5E-6986-BBE922A9FAA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13" name="Oval 1512">
                      <a:extLst>
                        <a:ext uri="{FF2B5EF4-FFF2-40B4-BE49-F238E27FC236}">
                          <a16:creationId xmlns:a16="http://schemas.microsoft.com/office/drawing/2014/main" id="{96E25ABD-07D2-1029-31F5-EE107B50C14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14" name="Oval 1513">
                      <a:extLst>
                        <a:ext uri="{FF2B5EF4-FFF2-40B4-BE49-F238E27FC236}">
                          <a16:creationId xmlns:a16="http://schemas.microsoft.com/office/drawing/2014/main" id="{14553F5B-C7FD-83F7-E9C5-80E0D7970090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15" name="Arc 1514">
                      <a:extLst>
                        <a:ext uri="{FF2B5EF4-FFF2-40B4-BE49-F238E27FC236}">
                          <a16:creationId xmlns:a16="http://schemas.microsoft.com/office/drawing/2014/main" id="{D72B7A41-CA7C-C40E-416B-6F1E625CEE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16" name="Oval 1515">
                      <a:extLst>
                        <a:ext uri="{FF2B5EF4-FFF2-40B4-BE49-F238E27FC236}">
                          <a16:creationId xmlns:a16="http://schemas.microsoft.com/office/drawing/2014/main" id="{50974C79-135D-3AC2-ADB3-2B8DE8156B2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17" name="Arc 1516">
                      <a:extLst>
                        <a:ext uri="{FF2B5EF4-FFF2-40B4-BE49-F238E27FC236}">
                          <a16:creationId xmlns:a16="http://schemas.microsoft.com/office/drawing/2014/main" id="{F5F6B92F-1BAE-3161-423F-9E3CD0426B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18" name="Arc 1517">
                      <a:extLst>
                        <a:ext uri="{FF2B5EF4-FFF2-40B4-BE49-F238E27FC236}">
                          <a16:creationId xmlns:a16="http://schemas.microsoft.com/office/drawing/2014/main" id="{41C74A67-1FC9-2336-EE69-5D7BEC87470C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496" name="Group 1495">
                  <a:extLst>
                    <a:ext uri="{FF2B5EF4-FFF2-40B4-BE49-F238E27FC236}">
                      <a16:creationId xmlns:a16="http://schemas.microsoft.com/office/drawing/2014/main" id="{F2018E5E-E1A4-366B-679D-C73EFB52B7FD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499" name="Oval 1498">
                    <a:extLst>
                      <a:ext uri="{FF2B5EF4-FFF2-40B4-BE49-F238E27FC236}">
                        <a16:creationId xmlns:a16="http://schemas.microsoft.com/office/drawing/2014/main" id="{A72BD7B8-EE47-70F8-9082-AAED23796B4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00" name="Group 1499">
                    <a:extLst>
                      <a:ext uri="{FF2B5EF4-FFF2-40B4-BE49-F238E27FC236}">
                        <a16:creationId xmlns:a16="http://schemas.microsoft.com/office/drawing/2014/main" id="{8749675A-FD8B-4F87-EA52-5537F9CF5B5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01" name="Oval 1500">
                      <a:extLst>
                        <a:ext uri="{FF2B5EF4-FFF2-40B4-BE49-F238E27FC236}">
                          <a16:creationId xmlns:a16="http://schemas.microsoft.com/office/drawing/2014/main" id="{E5482551-D70C-A939-202E-794D35E76D2A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02" name="Oval 1501">
                      <a:extLst>
                        <a:ext uri="{FF2B5EF4-FFF2-40B4-BE49-F238E27FC236}">
                          <a16:creationId xmlns:a16="http://schemas.microsoft.com/office/drawing/2014/main" id="{A9D6B8D0-C2FE-8A70-3D57-B502362D344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03" name="Oval 1502">
                      <a:extLst>
                        <a:ext uri="{FF2B5EF4-FFF2-40B4-BE49-F238E27FC236}">
                          <a16:creationId xmlns:a16="http://schemas.microsoft.com/office/drawing/2014/main" id="{99DDC8C7-943D-7D29-567C-C6F459BCDBC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04" name="Oval 1503">
                      <a:extLst>
                        <a:ext uri="{FF2B5EF4-FFF2-40B4-BE49-F238E27FC236}">
                          <a16:creationId xmlns:a16="http://schemas.microsoft.com/office/drawing/2014/main" id="{44023472-A558-05E7-29DD-E48A60F46A9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05" name="Arc 1504">
                      <a:extLst>
                        <a:ext uri="{FF2B5EF4-FFF2-40B4-BE49-F238E27FC236}">
                          <a16:creationId xmlns:a16="http://schemas.microsoft.com/office/drawing/2014/main" id="{E944C1E5-6BE8-16E0-A538-E3ACA80AFD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06" name="Oval 1505">
                      <a:extLst>
                        <a:ext uri="{FF2B5EF4-FFF2-40B4-BE49-F238E27FC236}">
                          <a16:creationId xmlns:a16="http://schemas.microsoft.com/office/drawing/2014/main" id="{E3B8B558-7ECE-A0A6-3FC8-62B036B52F4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07" name="Arc 1506">
                      <a:extLst>
                        <a:ext uri="{FF2B5EF4-FFF2-40B4-BE49-F238E27FC236}">
                          <a16:creationId xmlns:a16="http://schemas.microsoft.com/office/drawing/2014/main" id="{7F6282D0-3C78-4F25-09F7-3C8F523B80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08" name="Arc 1507">
                      <a:extLst>
                        <a:ext uri="{FF2B5EF4-FFF2-40B4-BE49-F238E27FC236}">
                          <a16:creationId xmlns:a16="http://schemas.microsoft.com/office/drawing/2014/main" id="{28D4146E-1CB8-7C77-8749-08AF1CCD141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497" name="Straight Connector 1496">
                  <a:extLst>
                    <a:ext uri="{FF2B5EF4-FFF2-40B4-BE49-F238E27FC236}">
                      <a16:creationId xmlns:a16="http://schemas.microsoft.com/office/drawing/2014/main" id="{0CD6A7DA-0A81-8212-79F3-52C6A7668190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8" name="Straight Connector 1497">
                  <a:extLst>
                    <a:ext uri="{FF2B5EF4-FFF2-40B4-BE49-F238E27FC236}">
                      <a16:creationId xmlns:a16="http://schemas.microsoft.com/office/drawing/2014/main" id="{5215FF14-DB62-07D5-D71B-CA541D6F065D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86" name="Group 1485">
                <a:extLst>
                  <a:ext uri="{FF2B5EF4-FFF2-40B4-BE49-F238E27FC236}">
                    <a16:creationId xmlns:a16="http://schemas.microsoft.com/office/drawing/2014/main" id="{04F7CE2C-3185-7124-3D21-F1ACFBF4F41D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487" name="Moon 1486">
                  <a:extLst>
                    <a:ext uri="{FF2B5EF4-FFF2-40B4-BE49-F238E27FC236}">
                      <a16:creationId xmlns:a16="http://schemas.microsoft.com/office/drawing/2014/main" id="{421CC3D1-0B61-8EEE-4AA1-339AF1B3E6A5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8" name="Oval 1487">
                  <a:extLst>
                    <a:ext uri="{FF2B5EF4-FFF2-40B4-BE49-F238E27FC236}">
                      <a16:creationId xmlns:a16="http://schemas.microsoft.com/office/drawing/2014/main" id="{8DA1C948-7BA6-C9A3-23E6-354C027C554B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9" name="Oval 1488">
                  <a:extLst>
                    <a:ext uri="{FF2B5EF4-FFF2-40B4-BE49-F238E27FC236}">
                      <a16:creationId xmlns:a16="http://schemas.microsoft.com/office/drawing/2014/main" id="{8D21A511-B7EE-73C1-7CE8-959659E14DA4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0" name="Oval 1489">
                  <a:extLst>
                    <a:ext uri="{FF2B5EF4-FFF2-40B4-BE49-F238E27FC236}">
                      <a16:creationId xmlns:a16="http://schemas.microsoft.com/office/drawing/2014/main" id="{4BB940A4-E64C-E9AB-85F2-993ABB7A5699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1" name="Oval 1490">
                  <a:extLst>
                    <a:ext uri="{FF2B5EF4-FFF2-40B4-BE49-F238E27FC236}">
                      <a16:creationId xmlns:a16="http://schemas.microsoft.com/office/drawing/2014/main" id="{90D258B0-4698-14C4-3081-35452E06E7F2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2" name="Oval 1491">
                  <a:extLst>
                    <a:ext uri="{FF2B5EF4-FFF2-40B4-BE49-F238E27FC236}">
                      <a16:creationId xmlns:a16="http://schemas.microsoft.com/office/drawing/2014/main" id="{FF4C07B2-E615-37B9-4507-0046E79341EC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3" name="Oval 1492">
                  <a:extLst>
                    <a:ext uri="{FF2B5EF4-FFF2-40B4-BE49-F238E27FC236}">
                      <a16:creationId xmlns:a16="http://schemas.microsoft.com/office/drawing/2014/main" id="{B4AD2C43-0169-C909-4A5C-142B6B4726A2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4" name="Oval 1493">
                  <a:extLst>
                    <a:ext uri="{FF2B5EF4-FFF2-40B4-BE49-F238E27FC236}">
                      <a16:creationId xmlns:a16="http://schemas.microsoft.com/office/drawing/2014/main" id="{D9C1AFBE-C3EE-8397-8AE3-655C696F1A67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26C6F89F-A175-0E79-A947-EE43C76CBA42}"/>
                </a:ext>
              </a:extLst>
            </p:cNvPr>
            <p:cNvGrpSpPr/>
            <p:nvPr/>
          </p:nvGrpSpPr>
          <p:grpSpPr>
            <a:xfrm rot="7464527" flipH="1" flipV="1">
              <a:off x="6115277" y="4278889"/>
              <a:ext cx="144704" cy="348791"/>
              <a:chOff x="8901293" y="933753"/>
              <a:chExt cx="2135899" cy="5148330"/>
            </a:xfrm>
            <a:solidFill>
              <a:srgbClr val="FFFF00"/>
            </a:solidFill>
          </p:grpSpPr>
          <p:grpSp>
            <p:nvGrpSpPr>
              <p:cNvPr id="1544" name="Group 1543">
                <a:extLst>
                  <a:ext uri="{FF2B5EF4-FFF2-40B4-BE49-F238E27FC236}">
                    <a16:creationId xmlns:a16="http://schemas.microsoft.com/office/drawing/2014/main" id="{61080F29-9634-AFD8-5598-B23353E6FFB5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579" name="Group 1578">
                  <a:extLst>
                    <a:ext uri="{FF2B5EF4-FFF2-40B4-BE49-F238E27FC236}">
                      <a16:creationId xmlns:a16="http://schemas.microsoft.com/office/drawing/2014/main" id="{4EE2EFD9-42E3-E648-5B88-58940C0B04E2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93" name="Oval 1592">
                    <a:extLst>
                      <a:ext uri="{FF2B5EF4-FFF2-40B4-BE49-F238E27FC236}">
                        <a16:creationId xmlns:a16="http://schemas.microsoft.com/office/drawing/2014/main" id="{BD399ED6-7E8B-B4AD-0297-D8FD2799BEC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94" name="Group 1593">
                    <a:extLst>
                      <a:ext uri="{FF2B5EF4-FFF2-40B4-BE49-F238E27FC236}">
                        <a16:creationId xmlns:a16="http://schemas.microsoft.com/office/drawing/2014/main" id="{EBADA7C5-067C-45DB-598F-99B8D2C6EF0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95" name="Oval 1594">
                      <a:extLst>
                        <a:ext uri="{FF2B5EF4-FFF2-40B4-BE49-F238E27FC236}">
                          <a16:creationId xmlns:a16="http://schemas.microsoft.com/office/drawing/2014/main" id="{73035A6F-F31D-46E8-939F-C87D04AA8F5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6" name="Oval 1595">
                      <a:extLst>
                        <a:ext uri="{FF2B5EF4-FFF2-40B4-BE49-F238E27FC236}">
                          <a16:creationId xmlns:a16="http://schemas.microsoft.com/office/drawing/2014/main" id="{B8E58645-DEB5-F7FB-144A-BC835780077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7" name="Oval 1596">
                      <a:extLst>
                        <a:ext uri="{FF2B5EF4-FFF2-40B4-BE49-F238E27FC236}">
                          <a16:creationId xmlns:a16="http://schemas.microsoft.com/office/drawing/2014/main" id="{2F94B5B3-047C-8C6B-92FD-E21637D0B2A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8" name="Oval 1597">
                      <a:extLst>
                        <a:ext uri="{FF2B5EF4-FFF2-40B4-BE49-F238E27FC236}">
                          <a16:creationId xmlns:a16="http://schemas.microsoft.com/office/drawing/2014/main" id="{53A71A3B-F9AA-8081-FA7B-E00494A060F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9" name="Arc 1598">
                      <a:extLst>
                        <a:ext uri="{FF2B5EF4-FFF2-40B4-BE49-F238E27FC236}">
                          <a16:creationId xmlns:a16="http://schemas.microsoft.com/office/drawing/2014/main" id="{F6BF8954-EE81-1B0A-3D17-251715FC6E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00" name="Oval 1599">
                      <a:extLst>
                        <a:ext uri="{FF2B5EF4-FFF2-40B4-BE49-F238E27FC236}">
                          <a16:creationId xmlns:a16="http://schemas.microsoft.com/office/drawing/2014/main" id="{EAB838D6-8B6E-FDED-7A2B-EBB80B57EF3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01" name="Arc 1600">
                      <a:extLst>
                        <a:ext uri="{FF2B5EF4-FFF2-40B4-BE49-F238E27FC236}">
                          <a16:creationId xmlns:a16="http://schemas.microsoft.com/office/drawing/2014/main" id="{9B333BBF-6C9F-0624-34A6-84BB55115A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02" name="Arc 1601">
                      <a:extLst>
                        <a:ext uri="{FF2B5EF4-FFF2-40B4-BE49-F238E27FC236}">
                          <a16:creationId xmlns:a16="http://schemas.microsoft.com/office/drawing/2014/main" id="{357ED2F7-FADB-1C0D-E71D-992554B1754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580" name="Group 1579">
                  <a:extLst>
                    <a:ext uri="{FF2B5EF4-FFF2-40B4-BE49-F238E27FC236}">
                      <a16:creationId xmlns:a16="http://schemas.microsoft.com/office/drawing/2014/main" id="{C9C3F7B4-C604-45D2-B596-44B38F078909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83" name="Oval 1582">
                    <a:extLst>
                      <a:ext uri="{FF2B5EF4-FFF2-40B4-BE49-F238E27FC236}">
                        <a16:creationId xmlns:a16="http://schemas.microsoft.com/office/drawing/2014/main" id="{0CB7E882-9430-6EC9-A5D2-4744DC10C774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84" name="Group 1583">
                    <a:extLst>
                      <a:ext uri="{FF2B5EF4-FFF2-40B4-BE49-F238E27FC236}">
                        <a16:creationId xmlns:a16="http://schemas.microsoft.com/office/drawing/2014/main" id="{2EF7AC0A-E22A-6B78-DFE5-51A06CDDB17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85" name="Oval 1584">
                      <a:extLst>
                        <a:ext uri="{FF2B5EF4-FFF2-40B4-BE49-F238E27FC236}">
                          <a16:creationId xmlns:a16="http://schemas.microsoft.com/office/drawing/2014/main" id="{6E45F001-B8C6-0768-8FDA-6112B610B71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86" name="Oval 1585">
                      <a:extLst>
                        <a:ext uri="{FF2B5EF4-FFF2-40B4-BE49-F238E27FC236}">
                          <a16:creationId xmlns:a16="http://schemas.microsoft.com/office/drawing/2014/main" id="{C0E6F7E5-3153-1195-53D6-00C45A4D0A82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87" name="Oval 1586">
                      <a:extLst>
                        <a:ext uri="{FF2B5EF4-FFF2-40B4-BE49-F238E27FC236}">
                          <a16:creationId xmlns:a16="http://schemas.microsoft.com/office/drawing/2014/main" id="{9F6E1828-5B04-A6E0-1A90-C3EEE6A3EE6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88" name="Oval 1587">
                      <a:extLst>
                        <a:ext uri="{FF2B5EF4-FFF2-40B4-BE49-F238E27FC236}">
                          <a16:creationId xmlns:a16="http://schemas.microsoft.com/office/drawing/2014/main" id="{D080C508-D857-4858-BE56-F771E63C557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89" name="Arc 1588">
                      <a:extLst>
                        <a:ext uri="{FF2B5EF4-FFF2-40B4-BE49-F238E27FC236}">
                          <a16:creationId xmlns:a16="http://schemas.microsoft.com/office/drawing/2014/main" id="{FCF0B1AC-5FE9-2698-912A-4745773ED6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90" name="Oval 1589">
                      <a:extLst>
                        <a:ext uri="{FF2B5EF4-FFF2-40B4-BE49-F238E27FC236}">
                          <a16:creationId xmlns:a16="http://schemas.microsoft.com/office/drawing/2014/main" id="{367504C8-7B84-8A04-13B8-4571C0073EA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1" name="Arc 1590">
                      <a:extLst>
                        <a:ext uri="{FF2B5EF4-FFF2-40B4-BE49-F238E27FC236}">
                          <a16:creationId xmlns:a16="http://schemas.microsoft.com/office/drawing/2014/main" id="{A5ADDB0A-BA47-5760-665A-243E46DB63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92" name="Arc 1591">
                      <a:extLst>
                        <a:ext uri="{FF2B5EF4-FFF2-40B4-BE49-F238E27FC236}">
                          <a16:creationId xmlns:a16="http://schemas.microsoft.com/office/drawing/2014/main" id="{9C4DD617-BCBD-427E-7D9E-350A0F2CD22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581" name="Straight Connector 1580">
                  <a:extLst>
                    <a:ext uri="{FF2B5EF4-FFF2-40B4-BE49-F238E27FC236}">
                      <a16:creationId xmlns:a16="http://schemas.microsoft.com/office/drawing/2014/main" id="{983BA9BA-F456-21BD-E2A9-62AFD71EB6BA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2" name="Straight Connector 1581">
                  <a:extLst>
                    <a:ext uri="{FF2B5EF4-FFF2-40B4-BE49-F238E27FC236}">
                      <a16:creationId xmlns:a16="http://schemas.microsoft.com/office/drawing/2014/main" id="{2F7EE3FF-8D3E-7339-2895-772A03A0D989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5" name="Group 1544">
                <a:extLst>
                  <a:ext uri="{FF2B5EF4-FFF2-40B4-BE49-F238E27FC236}">
                    <a16:creationId xmlns:a16="http://schemas.microsoft.com/office/drawing/2014/main" id="{8A719E6C-3176-4939-DC82-848D5226BC5F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555" name="Group 1554">
                  <a:extLst>
                    <a:ext uri="{FF2B5EF4-FFF2-40B4-BE49-F238E27FC236}">
                      <a16:creationId xmlns:a16="http://schemas.microsoft.com/office/drawing/2014/main" id="{A432142F-5395-197D-0685-FA1859CC3E29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69" name="Oval 1568">
                    <a:extLst>
                      <a:ext uri="{FF2B5EF4-FFF2-40B4-BE49-F238E27FC236}">
                        <a16:creationId xmlns:a16="http://schemas.microsoft.com/office/drawing/2014/main" id="{40ABE860-C1A3-65C8-3EE2-85EADB442818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70" name="Group 1569">
                    <a:extLst>
                      <a:ext uri="{FF2B5EF4-FFF2-40B4-BE49-F238E27FC236}">
                        <a16:creationId xmlns:a16="http://schemas.microsoft.com/office/drawing/2014/main" id="{1BDC9DE5-6E80-62BC-3A9C-35D5D24F4E7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71" name="Oval 1570">
                      <a:extLst>
                        <a:ext uri="{FF2B5EF4-FFF2-40B4-BE49-F238E27FC236}">
                          <a16:creationId xmlns:a16="http://schemas.microsoft.com/office/drawing/2014/main" id="{28C48E03-5494-BF69-07C7-6803EC0F4C0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72" name="Oval 1571">
                      <a:extLst>
                        <a:ext uri="{FF2B5EF4-FFF2-40B4-BE49-F238E27FC236}">
                          <a16:creationId xmlns:a16="http://schemas.microsoft.com/office/drawing/2014/main" id="{F4058D75-0551-E1C0-43A2-354E612DD214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73" name="Oval 1572">
                      <a:extLst>
                        <a:ext uri="{FF2B5EF4-FFF2-40B4-BE49-F238E27FC236}">
                          <a16:creationId xmlns:a16="http://schemas.microsoft.com/office/drawing/2014/main" id="{F7062FD7-F5D4-3458-5A72-A29A6A4A04D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74" name="Oval 1573">
                      <a:extLst>
                        <a:ext uri="{FF2B5EF4-FFF2-40B4-BE49-F238E27FC236}">
                          <a16:creationId xmlns:a16="http://schemas.microsoft.com/office/drawing/2014/main" id="{91A2A9B5-C206-D9B0-C479-04C1F54EF31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75" name="Arc 1574">
                      <a:extLst>
                        <a:ext uri="{FF2B5EF4-FFF2-40B4-BE49-F238E27FC236}">
                          <a16:creationId xmlns:a16="http://schemas.microsoft.com/office/drawing/2014/main" id="{063D5F4A-2E8D-F79A-B867-BD0FC6479F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76" name="Oval 1575">
                      <a:extLst>
                        <a:ext uri="{FF2B5EF4-FFF2-40B4-BE49-F238E27FC236}">
                          <a16:creationId xmlns:a16="http://schemas.microsoft.com/office/drawing/2014/main" id="{421793E6-1D32-94A5-5190-3E83B37DB52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77" name="Arc 1576">
                      <a:extLst>
                        <a:ext uri="{FF2B5EF4-FFF2-40B4-BE49-F238E27FC236}">
                          <a16:creationId xmlns:a16="http://schemas.microsoft.com/office/drawing/2014/main" id="{20105241-C028-E4D8-4AD4-570D17B0E0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78" name="Arc 1577">
                      <a:extLst>
                        <a:ext uri="{FF2B5EF4-FFF2-40B4-BE49-F238E27FC236}">
                          <a16:creationId xmlns:a16="http://schemas.microsoft.com/office/drawing/2014/main" id="{BA8B74BD-69F2-75B0-5EEE-85A8A9373499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556" name="Group 1555">
                  <a:extLst>
                    <a:ext uri="{FF2B5EF4-FFF2-40B4-BE49-F238E27FC236}">
                      <a16:creationId xmlns:a16="http://schemas.microsoft.com/office/drawing/2014/main" id="{FC0E17DF-2C47-4E89-AC3E-153F2080E2F1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59" name="Oval 1558">
                    <a:extLst>
                      <a:ext uri="{FF2B5EF4-FFF2-40B4-BE49-F238E27FC236}">
                        <a16:creationId xmlns:a16="http://schemas.microsoft.com/office/drawing/2014/main" id="{5319CBFA-3BED-5528-B076-48499FD2B207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60" name="Group 1559">
                    <a:extLst>
                      <a:ext uri="{FF2B5EF4-FFF2-40B4-BE49-F238E27FC236}">
                        <a16:creationId xmlns:a16="http://schemas.microsoft.com/office/drawing/2014/main" id="{AF67E413-2C56-AA6A-2E51-B07706867FE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61" name="Oval 1560">
                      <a:extLst>
                        <a:ext uri="{FF2B5EF4-FFF2-40B4-BE49-F238E27FC236}">
                          <a16:creationId xmlns:a16="http://schemas.microsoft.com/office/drawing/2014/main" id="{DFD06B30-C28A-FC67-3D2A-3D3CC71413E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2" name="Oval 1561">
                      <a:extLst>
                        <a:ext uri="{FF2B5EF4-FFF2-40B4-BE49-F238E27FC236}">
                          <a16:creationId xmlns:a16="http://schemas.microsoft.com/office/drawing/2014/main" id="{AAA17B79-64C9-B8FA-50F0-F60FA40C36A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3" name="Oval 1562">
                      <a:extLst>
                        <a:ext uri="{FF2B5EF4-FFF2-40B4-BE49-F238E27FC236}">
                          <a16:creationId xmlns:a16="http://schemas.microsoft.com/office/drawing/2014/main" id="{FC2D7591-4C26-7BC9-54F5-B4374528137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4" name="Oval 1563">
                      <a:extLst>
                        <a:ext uri="{FF2B5EF4-FFF2-40B4-BE49-F238E27FC236}">
                          <a16:creationId xmlns:a16="http://schemas.microsoft.com/office/drawing/2014/main" id="{783D8972-0913-CCDB-3748-E31C9A836EDB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5" name="Arc 1564">
                      <a:extLst>
                        <a:ext uri="{FF2B5EF4-FFF2-40B4-BE49-F238E27FC236}">
                          <a16:creationId xmlns:a16="http://schemas.microsoft.com/office/drawing/2014/main" id="{80AA5729-81F8-531A-26D3-8AA9FD0DEA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66" name="Oval 1565">
                      <a:extLst>
                        <a:ext uri="{FF2B5EF4-FFF2-40B4-BE49-F238E27FC236}">
                          <a16:creationId xmlns:a16="http://schemas.microsoft.com/office/drawing/2014/main" id="{8149FBEE-E6E4-1C23-4F56-18082C18240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7" name="Arc 1566">
                      <a:extLst>
                        <a:ext uri="{FF2B5EF4-FFF2-40B4-BE49-F238E27FC236}">
                          <a16:creationId xmlns:a16="http://schemas.microsoft.com/office/drawing/2014/main" id="{CE200521-EEEB-7D57-EC30-68CE84377D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68" name="Arc 1567">
                      <a:extLst>
                        <a:ext uri="{FF2B5EF4-FFF2-40B4-BE49-F238E27FC236}">
                          <a16:creationId xmlns:a16="http://schemas.microsoft.com/office/drawing/2014/main" id="{7D25EB3D-7019-689C-0A30-E1DDBE18F41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557" name="Straight Connector 1556">
                  <a:extLst>
                    <a:ext uri="{FF2B5EF4-FFF2-40B4-BE49-F238E27FC236}">
                      <a16:creationId xmlns:a16="http://schemas.microsoft.com/office/drawing/2014/main" id="{0B84D1D8-870D-A8EA-F308-840B1B15F6C5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8" name="Straight Connector 1557">
                  <a:extLst>
                    <a:ext uri="{FF2B5EF4-FFF2-40B4-BE49-F238E27FC236}">
                      <a16:creationId xmlns:a16="http://schemas.microsoft.com/office/drawing/2014/main" id="{64C8083D-E1C2-C1E8-641D-9AF7B723F76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6" name="Group 1545">
                <a:extLst>
                  <a:ext uri="{FF2B5EF4-FFF2-40B4-BE49-F238E27FC236}">
                    <a16:creationId xmlns:a16="http://schemas.microsoft.com/office/drawing/2014/main" id="{6742785A-9A36-59A1-6810-8FAED274211E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547" name="Moon 1546">
                  <a:extLst>
                    <a:ext uri="{FF2B5EF4-FFF2-40B4-BE49-F238E27FC236}">
                      <a16:creationId xmlns:a16="http://schemas.microsoft.com/office/drawing/2014/main" id="{E0CC3E5E-BC97-7C84-DD60-FE100DDF4863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8" name="Oval 1547">
                  <a:extLst>
                    <a:ext uri="{FF2B5EF4-FFF2-40B4-BE49-F238E27FC236}">
                      <a16:creationId xmlns:a16="http://schemas.microsoft.com/office/drawing/2014/main" id="{32A9C12D-76BE-83FD-412D-0409812BCEE3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9" name="Oval 1548">
                  <a:extLst>
                    <a:ext uri="{FF2B5EF4-FFF2-40B4-BE49-F238E27FC236}">
                      <a16:creationId xmlns:a16="http://schemas.microsoft.com/office/drawing/2014/main" id="{25C2CC40-B063-BB03-BE09-44E40302754F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0" name="Oval 1549">
                  <a:extLst>
                    <a:ext uri="{FF2B5EF4-FFF2-40B4-BE49-F238E27FC236}">
                      <a16:creationId xmlns:a16="http://schemas.microsoft.com/office/drawing/2014/main" id="{A17F8C00-2987-BEE9-A44F-AEC967F5349B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1" name="Oval 1550">
                  <a:extLst>
                    <a:ext uri="{FF2B5EF4-FFF2-40B4-BE49-F238E27FC236}">
                      <a16:creationId xmlns:a16="http://schemas.microsoft.com/office/drawing/2014/main" id="{E7D3ADC5-8C0A-10DB-00E9-67E30653391C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2" name="Oval 1551">
                  <a:extLst>
                    <a:ext uri="{FF2B5EF4-FFF2-40B4-BE49-F238E27FC236}">
                      <a16:creationId xmlns:a16="http://schemas.microsoft.com/office/drawing/2014/main" id="{F432DC92-82F7-866E-6D5A-93A9EE834F66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3" name="Oval 1552">
                  <a:extLst>
                    <a:ext uri="{FF2B5EF4-FFF2-40B4-BE49-F238E27FC236}">
                      <a16:creationId xmlns:a16="http://schemas.microsoft.com/office/drawing/2014/main" id="{188EABF6-6C64-2774-E437-2898E9A82D48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4" name="Oval 1553">
                  <a:extLst>
                    <a:ext uri="{FF2B5EF4-FFF2-40B4-BE49-F238E27FC236}">
                      <a16:creationId xmlns:a16="http://schemas.microsoft.com/office/drawing/2014/main" id="{4D1BC7FD-28A8-072D-4D2E-FA06D9FF3BE4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7D3CB104-4345-DC0E-1BD4-F000B4409181}"/>
                </a:ext>
              </a:extLst>
            </p:cNvPr>
            <p:cNvGrpSpPr/>
            <p:nvPr/>
          </p:nvGrpSpPr>
          <p:grpSpPr>
            <a:xfrm rot="5400000" flipH="1" flipV="1">
              <a:off x="7085891" y="5109544"/>
              <a:ext cx="144704" cy="348791"/>
              <a:chOff x="8901293" y="933753"/>
              <a:chExt cx="2135899" cy="5148330"/>
            </a:xfrm>
            <a:solidFill>
              <a:srgbClr val="FFFF00"/>
            </a:solidFill>
          </p:grpSpPr>
          <p:grpSp>
            <p:nvGrpSpPr>
              <p:cNvPr id="1604" name="Group 1603">
                <a:extLst>
                  <a:ext uri="{FF2B5EF4-FFF2-40B4-BE49-F238E27FC236}">
                    <a16:creationId xmlns:a16="http://schemas.microsoft.com/office/drawing/2014/main" id="{79952BBF-8374-0802-FDC5-BF0C15289292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639" name="Group 1638">
                  <a:extLst>
                    <a:ext uri="{FF2B5EF4-FFF2-40B4-BE49-F238E27FC236}">
                      <a16:creationId xmlns:a16="http://schemas.microsoft.com/office/drawing/2014/main" id="{63A9CDB7-7307-EB01-10B3-BA69EB86C8AE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53" name="Oval 1652">
                    <a:extLst>
                      <a:ext uri="{FF2B5EF4-FFF2-40B4-BE49-F238E27FC236}">
                        <a16:creationId xmlns:a16="http://schemas.microsoft.com/office/drawing/2014/main" id="{5605C8D9-4141-6B64-FBF7-D67B57EA709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54" name="Group 1653">
                    <a:extLst>
                      <a:ext uri="{FF2B5EF4-FFF2-40B4-BE49-F238E27FC236}">
                        <a16:creationId xmlns:a16="http://schemas.microsoft.com/office/drawing/2014/main" id="{B44A0B85-D7A2-25C2-B58D-ABEB8F209190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55" name="Oval 1654">
                      <a:extLst>
                        <a:ext uri="{FF2B5EF4-FFF2-40B4-BE49-F238E27FC236}">
                          <a16:creationId xmlns:a16="http://schemas.microsoft.com/office/drawing/2014/main" id="{0A6C9D45-1B73-2B9E-F524-0CA8BE52C9C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6" name="Oval 1655">
                      <a:extLst>
                        <a:ext uri="{FF2B5EF4-FFF2-40B4-BE49-F238E27FC236}">
                          <a16:creationId xmlns:a16="http://schemas.microsoft.com/office/drawing/2014/main" id="{B5698B0D-2E06-F90B-4EF8-356B0D91ED01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7" name="Oval 1656">
                      <a:extLst>
                        <a:ext uri="{FF2B5EF4-FFF2-40B4-BE49-F238E27FC236}">
                          <a16:creationId xmlns:a16="http://schemas.microsoft.com/office/drawing/2014/main" id="{D28F9745-601B-68CF-C302-CE0CFDEACE00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8" name="Oval 1657">
                      <a:extLst>
                        <a:ext uri="{FF2B5EF4-FFF2-40B4-BE49-F238E27FC236}">
                          <a16:creationId xmlns:a16="http://schemas.microsoft.com/office/drawing/2014/main" id="{67A67EE1-3C41-B896-A903-9DC4C1D7AEE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9" name="Arc 1658">
                      <a:extLst>
                        <a:ext uri="{FF2B5EF4-FFF2-40B4-BE49-F238E27FC236}">
                          <a16:creationId xmlns:a16="http://schemas.microsoft.com/office/drawing/2014/main" id="{C2A1D9DC-E0CD-29BD-8977-54EE07B040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60" name="Oval 1659">
                      <a:extLst>
                        <a:ext uri="{FF2B5EF4-FFF2-40B4-BE49-F238E27FC236}">
                          <a16:creationId xmlns:a16="http://schemas.microsoft.com/office/drawing/2014/main" id="{C8D27BA5-E68A-C7D4-A77D-D67B8DF9EF7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61" name="Arc 1660">
                      <a:extLst>
                        <a:ext uri="{FF2B5EF4-FFF2-40B4-BE49-F238E27FC236}">
                          <a16:creationId xmlns:a16="http://schemas.microsoft.com/office/drawing/2014/main" id="{9D43B9F6-7A98-ADAC-45EE-7B2D33614F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62" name="Arc 1661">
                      <a:extLst>
                        <a:ext uri="{FF2B5EF4-FFF2-40B4-BE49-F238E27FC236}">
                          <a16:creationId xmlns:a16="http://schemas.microsoft.com/office/drawing/2014/main" id="{40E6A152-3792-1372-D7BC-B64F71F95B5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640" name="Group 1639">
                  <a:extLst>
                    <a:ext uri="{FF2B5EF4-FFF2-40B4-BE49-F238E27FC236}">
                      <a16:creationId xmlns:a16="http://schemas.microsoft.com/office/drawing/2014/main" id="{260CD173-E91B-21F5-1AFE-FFCA7D76A919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43" name="Oval 1642">
                    <a:extLst>
                      <a:ext uri="{FF2B5EF4-FFF2-40B4-BE49-F238E27FC236}">
                        <a16:creationId xmlns:a16="http://schemas.microsoft.com/office/drawing/2014/main" id="{D14F9467-6EA2-B44B-BB3B-581D7B27C8F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44" name="Group 1643">
                    <a:extLst>
                      <a:ext uri="{FF2B5EF4-FFF2-40B4-BE49-F238E27FC236}">
                        <a16:creationId xmlns:a16="http://schemas.microsoft.com/office/drawing/2014/main" id="{BEEE45FC-B4B4-B2A5-7235-C15FED81B39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45" name="Oval 1644">
                      <a:extLst>
                        <a:ext uri="{FF2B5EF4-FFF2-40B4-BE49-F238E27FC236}">
                          <a16:creationId xmlns:a16="http://schemas.microsoft.com/office/drawing/2014/main" id="{BBBB4996-A2DF-D284-ADFC-39336D2843F5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46" name="Oval 1645">
                      <a:extLst>
                        <a:ext uri="{FF2B5EF4-FFF2-40B4-BE49-F238E27FC236}">
                          <a16:creationId xmlns:a16="http://schemas.microsoft.com/office/drawing/2014/main" id="{C444339C-B5B5-6138-DE9C-12E5F41CCC93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47" name="Oval 1646">
                      <a:extLst>
                        <a:ext uri="{FF2B5EF4-FFF2-40B4-BE49-F238E27FC236}">
                          <a16:creationId xmlns:a16="http://schemas.microsoft.com/office/drawing/2014/main" id="{7F12E46C-8E75-589A-C836-EEE4D130181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48" name="Oval 1647">
                      <a:extLst>
                        <a:ext uri="{FF2B5EF4-FFF2-40B4-BE49-F238E27FC236}">
                          <a16:creationId xmlns:a16="http://schemas.microsoft.com/office/drawing/2014/main" id="{76E842B0-6D37-D92B-2EBE-A840417C49DA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49" name="Arc 1648">
                      <a:extLst>
                        <a:ext uri="{FF2B5EF4-FFF2-40B4-BE49-F238E27FC236}">
                          <a16:creationId xmlns:a16="http://schemas.microsoft.com/office/drawing/2014/main" id="{9C15520E-1E03-9D42-7D68-E2937EF581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50" name="Oval 1649">
                      <a:extLst>
                        <a:ext uri="{FF2B5EF4-FFF2-40B4-BE49-F238E27FC236}">
                          <a16:creationId xmlns:a16="http://schemas.microsoft.com/office/drawing/2014/main" id="{9497F7A3-56C0-7F49-E16F-4B628D8C32B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1" name="Arc 1650">
                      <a:extLst>
                        <a:ext uri="{FF2B5EF4-FFF2-40B4-BE49-F238E27FC236}">
                          <a16:creationId xmlns:a16="http://schemas.microsoft.com/office/drawing/2014/main" id="{13094225-2F0C-0E12-1B8E-EBF00608F5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52" name="Arc 1651">
                      <a:extLst>
                        <a:ext uri="{FF2B5EF4-FFF2-40B4-BE49-F238E27FC236}">
                          <a16:creationId xmlns:a16="http://schemas.microsoft.com/office/drawing/2014/main" id="{38638516-79D5-4ACE-DDEF-D4A4516E94FE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641" name="Straight Connector 1640">
                  <a:extLst>
                    <a:ext uri="{FF2B5EF4-FFF2-40B4-BE49-F238E27FC236}">
                      <a16:creationId xmlns:a16="http://schemas.microsoft.com/office/drawing/2014/main" id="{4C3DB462-A11F-6F7E-F29D-6BA3A1BB55E2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2" name="Straight Connector 1641">
                  <a:extLst>
                    <a:ext uri="{FF2B5EF4-FFF2-40B4-BE49-F238E27FC236}">
                      <a16:creationId xmlns:a16="http://schemas.microsoft.com/office/drawing/2014/main" id="{771845D5-EB1B-69A7-C43F-48191A3A119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5" name="Group 1604">
                <a:extLst>
                  <a:ext uri="{FF2B5EF4-FFF2-40B4-BE49-F238E27FC236}">
                    <a16:creationId xmlns:a16="http://schemas.microsoft.com/office/drawing/2014/main" id="{813D2497-DDEF-9E30-B50E-89160FDFCE9A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615" name="Group 1614">
                  <a:extLst>
                    <a:ext uri="{FF2B5EF4-FFF2-40B4-BE49-F238E27FC236}">
                      <a16:creationId xmlns:a16="http://schemas.microsoft.com/office/drawing/2014/main" id="{321A2747-116B-5A1A-0F50-4C8A5A735E1E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29" name="Oval 1628">
                    <a:extLst>
                      <a:ext uri="{FF2B5EF4-FFF2-40B4-BE49-F238E27FC236}">
                        <a16:creationId xmlns:a16="http://schemas.microsoft.com/office/drawing/2014/main" id="{6712EF7A-11D6-1A28-261A-632F97CC65B8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30" name="Group 1629">
                    <a:extLst>
                      <a:ext uri="{FF2B5EF4-FFF2-40B4-BE49-F238E27FC236}">
                        <a16:creationId xmlns:a16="http://schemas.microsoft.com/office/drawing/2014/main" id="{67D31E4C-5108-4C7A-EE2E-7D2287C1BAD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31" name="Oval 1630">
                      <a:extLst>
                        <a:ext uri="{FF2B5EF4-FFF2-40B4-BE49-F238E27FC236}">
                          <a16:creationId xmlns:a16="http://schemas.microsoft.com/office/drawing/2014/main" id="{478E888D-6049-467C-C3CC-88DBCF49E9F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32" name="Oval 1631">
                      <a:extLst>
                        <a:ext uri="{FF2B5EF4-FFF2-40B4-BE49-F238E27FC236}">
                          <a16:creationId xmlns:a16="http://schemas.microsoft.com/office/drawing/2014/main" id="{BBBCC6F6-1C0C-50EC-8A14-0807B8452B9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33" name="Oval 1632">
                      <a:extLst>
                        <a:ext uri="{FF2B5EF4-FFF2-40B4-BE49-F238E27FC236}">
                          <a16:creationId xmlns:a16="http://schemas.microsoft.com/office/drawing/2014/main" id="{EA64811C-D9A8-6401-E04E-D2FB4201906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34" name="Oval 1633">
                      <a:extLst>
                        <a:ext uri="{FF2B5EF4-FFF2-40B4-BE49-F238E27FC236}">
                          <a16:creationId xmlns:a16="http://schemas.microsoft.com/office/drawing/2014/main" id="{3037736C-B4B6-D474-1521-0B911FB9793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35" name="Arc 1634">
                      <a:extLst>
                        <a:ext uri="{FF2B5EF4-FFF2-40B4-BE49-F238E27FC236}">
                          <a16:creationId xmlns:a16="http://schemas.microsoft.com/office/drawing/2014/main" id="{313AB32E-F751-4194-0D0F-AF13F80702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36" name="Oval 1635">
                      <a:extLst>
                        <a:ext uri="{FF2B5EF4-FFF2-40B4-BE49-F238E27FC236}">
                          <a16:creationId xmlns:a16="http://schemas.microsoft.com/office/drawing/2014/main" id="{F51CDD77-2587-9A3B-B10F-005F53CDB34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37" name="Arc 1636">
                      <a:extLst>
                        <a:ext uri="{FF2B5EF4-FFF2-40B4-BE49-F238E27FC236}">
                          <a16:creationId xmlns:a16="http://schemas.microsoft.com/office/drawing/2014/main" id="{B3F70680-2AD6-0190-68B2-39AA404F32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38" name="Arc 1637">
                      <a:extLst>
                        <a:ext uri="{FF2B5EF4-FFF2-40B4-BE49-F238E27FC236}">
                          <a16:creationId xmlns:a16="http://schemas.microsoft.com/office/drawing/2014/main" id="{C5F5E170-F7E9-779B-A61C-D437DD3B4456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616" name="Group 1615">
                  <a:extLst>
                    <a:ext uri="{FF2B5EF4-FFF2-40B4-BE49-F238E27FC236}">
                      <a16:creationId xmlns:a16="http://schemas.microsoft.com/office/drawing/2014/main" id="{228F7E56-0428-10D4-7F66-B2DA7AE7E7DD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19" name="Oval 1618">
                    <a:extLst>
                      <a:ext uri="{FF2B5EF4-FFF2-40B4-BE49-F238E27FC236}">
                        <a16:creationId xmlns:a16="http://schemas.microsoft.com/office/drawing/2014/main" id="{DE21D5C8-42FD-6915-405F-E75AC95DE79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20" name="Group 1619">
                    <a:extLst>
                      <a:ext uri="{FF2B5EF4-FFF2-40B4-BE49-F238E27FC236}">
                        <a16:creationId xmlns:a16="http://schemas.microsoft.com/office/drawing/2014/main" id="{2BC3D9A4-14E4-0537-2B63-99C9FF2AB838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21" name="Oval 1620">
                      <a:extLst>
                        <a:ext uri="{FF2B5EF4-FFF2-40B4-BE49-F238E27FC236}">
                          <a16:creationId xmlns:a16="http://schemas.microsoft.com/office/drawing/2014/main" id="{91DCB4E6-32C8-D511-27E1-084CC0C30C6F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2" name="Oval 1621">
                      <a:extLst>
                        <a:ext uri="{FF2B5EF4-FFF2-40B4-BE49-F238E27FC236}">
                          <a16:creationId xmlns:a16="http://schemas.microsoft.com/office/drawing/2014/main" id="{276273DF-19D7-FCAD-F941-817E56A32F03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3" name="Oval 1622">
                      <a:extLst>
                        <a:ext uri="{FF2B5EF4-FFF2-40B4-BE49-F238E27FC236}">
                          <a16:creationId xmlns:a16="http://schemas.microsoft.com/office/drawing/2014/main" id="{5BB8E000-3309-9019-CEFE-6DF0910DEC2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4" name="Oval 1623">
                      <a:extLst>
                        <a:ext uri="{FF2B5EF4-FFF2-40B4-BE49-F238E27FC236}">
                          <a16:creationId xmlns:a16="http://schemas.microsoft.com/office/drawing/2014/main" id="{D69EAF68-F2E4-18D6-CA09-062B8B60B9A8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5" name="Arc 1624">
                      <a:extLst>
                        <a:ext uri="{FF2B5EF4-FFF2-40B4-BE49-F238E27FC236}">
                          <a16:creationId xmlns:a16="http://schemas.microsoft.com/office/drawing/2014/main" id="{8C5663D3-872B-EFF6-F402-19B25D360A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26" name="Oval 1625">
                      <a:extLst>
                        <a:ext uri="{FF2B5EF4-FFF2-40B4-BE49-F238E27FC236}">
                          <a16:creationId xmlns:a16="http://schemas.microsoft.com/office/drawing/2014/main" id="{5D86890C-5676-9D78-8911-70A2AD7F2D4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7" name="Arc 1626">
                      <a:extLst>
                        <a:ext uri="{FF2B5EF4-FFF2-40B4-BE49-F238E27FC236}">
                          <a16:creationId xmlns:a16="http://schemas.microsoft.com/office/drawing/2014/main" id="{A2C4704A-0926-FE36-9E9F-83C42E7FDF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28" name="Arc 1627">
                      <a:extLst>
                        <a:ext uri="{FF2B5EF4-FFF2-40B4-BE49-F238E27FC236}">
                          <a16:creationId xmlns:a16="http://schemas.microsoft.com/office/drawing/2014/main" id="{1EA3CBAF-C6B9-27B1-1DB2-1115B6EBCE8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617" name="Straight Connector 1616">
                  <a:extLst>
                    <a:ext uri="{FF2B5EF4-FFF2-40B4-BE49-F238E27FC236}">
                      <a16:creationId xmlns:a16="http://schemas.microsoft.com/office/drawing/2014/main" id="{51EB4D25-13B7-A2D6-5D25-EC1090B8E90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8" name="Straight Connector 1617">
                  <a:extLst>
                    <a:ext uri="{FF2B5EF4-FFF2-40B4-BE49-F238E27FC236}">
                      <a16:creationId xmlns:a16="http://schemas.microsoft.com/office/drawing/2014/main" id="{4C68DFB3-FD4D-E50A-B7A4-9C3C9916C0DA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6" name="Group 1605">
                <a:extLst>
                  <a:ext uri="{FF2B5EF4-FFF2-40B4-BE49-F238E27FC236}">
                    <a16:creationId xmlns:a16="http://schemas.microsoft.com/office/drawing/2014/main" id="{9E643E52-9550-5BC5-FD70-A8E93158B572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607" name="Moon 1606">
                  <a:extLst>
                    <a:ext uri="{FF2B5EF4-FFF2-40B4-BE49-F238E27FC236}">
                      <a16:creationId xmlns:a16="http://schemas.microsoft.com/office/drawing/2014/main" id="{C9E66BB9-BB2A-C358-4147-027D38133049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8" name="Oval 1607">
                  <a:extLst>
                    <a:ext uri="{FF2B5EF4-FFF2-40B4-BE49-F238E27FC236}">
                      <a16:creationId xmlns:a16="http://schemas.microsoft.com/office/drawing/2014/main" id="{9E35A3A3-A8E4-E601-DC3D-73EE05563859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9" name="Oval 1608">
                  <a:extLst>
                    <a:ext uri="{FF2B5EF4-FFF2-40B4-BE49-F238E27FC236}">
                      <a16:creationId xmlns:a16="http://schemas.microsoft.com/office/drawing/2014/main" id="{1A0113E0-7399-B932-127E-7C36A5AE1504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0" name="Oval 1609">
                  <a:extLst>
                    <a:ext uri="{FF2B5EF4-FFF2-40B4-BE49-F238E27FC236}">
                      <a16:creationId xmlns:a16="http://schemas.microsoft.com/office/drawing/2014/main" id="{7490C811-F483-7D46-37FD-364DA2BE5EDD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1" name="Oval 1610">
                  <a:extLst>
                    <a:ext uri="{FF2B5EF4-FFF2-40B4-BE49-F238E27FC236}">
                      <a16:creationId xmlns:a16="http://schemas.microsoft.com/office/drawing/2014/main" id="{E3E8F8AF-0DB8-3663-6B15-531E33648A51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2" name="Oval 1611">
                  <a:extLst>
                    <a:ext uri="{FF2B5EF4-FFF2-40B4-BE49-F238E27FC236}">
                      <a16:creationId xmlns:a16="http://schemas.microsoft.com/office/drawing/2014/main" id="{31C3A00E-0B8F-6614-1987-52322C6F920E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3" name="Oval 1612">
                  <a:extLst>
                    <a:ext uri="{FF2B5EF4-FFF2-40B4-BE49-F238E27FC236}">
                      <a16:creationId xmlns:a16="http://schemas.microsoft.com/office/drawing/2014/main" id="{6A2205A6-87B0-835B-41C9-1BD9160E44C1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4" name="Oval 1613">
                  <a:extLst>
                    <a:ext uri="{FF2B5EF4-FFF2-40B4-BE49-F238E27FC236}">
                      <a16:creationId xmlns:a16="http://schemas.microsoft.com/office/drawing/2014/main" id="{89B810BA-FE8F-EED5-4BE3-DD94DDC2CBF5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3" name="Group 1662">
              <a:extLst>
                <a:ext uri="{FF2B5EF4-FFF2-40B4-BE49-F238E27FC236}">
                  <a16:creationId xmlns:a16="http://schemas.microsoft.com/office/drawing/2014/main" id="{583713BF-4DC7-C7B0-853A-22F142F9245C}"/>
                </a:ext>
              </a:extLst>
            </p:cNvPr>
            <p:cNvGrpSpPr/>
            <p:nvPr/>
          </p:nvGrpSpPr>
          <p:grpSpPr>
            <a:xfrm rot="7464527" flipH="1" flipV="1">
              <a:off x="6145899" y="4510359"/>
              <a:ext cx="144704" cy="348791"/>
              <a:chOff x="8901293" y="933753"/>
              <a:chExt cx="2135899" cy="5148330"/>
            </a:xfrm>
            <a:solidFill>
              <a:srgbClr val="0432FF"/>
            </a:solidFill>
          </p:grpSpPr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3E00F5D4-A91B-0B6D-B3BF-A3E632ADD8E8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699" name="Group 1698">
                  <a:extLst>
                    <a:ext uri="{FF2B5EF4-FFF2-40B4-BE49-F238E27FC236}">
                      <a16:creationId xmlns:a16="http://schemas.microsoft.com/office/drawing/2014/main" id="{9B66CE74-E4F9-5D01-286F-2F35E03275D8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713" name="Oval 1712">
                    <a:extLst>
                      <a:ext uri="{FF2B5EF4-FFF2-40B4-BE49-F238E27FC236}">
                        <a16:creationId xmlns:a16="http://schemas.microsoft.com/office/drawing/2014/main" id="{D6B2A7BA-B347-DB87-EA22-2512C7727A9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714" name="Group 1713">
                    <a:extLst>
                      <a:ext uri="{FF2B5EF4-FFF2-40B4-BE49-F238E27FC236}">
                        <a16:creationId xmlns:a16="http://schemas.microsoft.com/office/drawing/2014/main" id="{CB27E829-5E05-1254-CE83-F0E04679E79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715" name="Oval 1714">
                      <a:extLst>
                        <a:ext uri="{FF2B5EF4-FFF2-40B4-BE49-F238E27FC236}">
                          <a16:creationId xmlns:a16="http://schemas.microsoft.com/office/drawing/2014/main" id="{7478AF31-C066-A300-78CA-4AE196BA325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16" name="Oval 1715">
                      <a:extLst>
                        <a:ext uri="{FF2B5EF4-FFF2-40B4-BE49-F238E27FC236}">
                          <a16:creationId xmlns:a16="http://schemas.microsoft.com/office/drawing/2014/main" id="{65153E4C-AD95-181D-DFBB-25B006BB013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17" name="Oval 1716">
                      <a:extLst>
                        <a:ext uri="{FF2B5EF4-FFF2-40B4-BE49-F238E27FC236}">
                          <a16:creationId xmlns:a16="http://schemas.microsoft.com/office/drawing/2014/main" id="{22B0FA99-8892-2D46-9578-7B6052E40B4D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18" name="Oval 1717">
                      <a:extLst>
                        <a:ext uri="{FF2B5EF4-FFF2-40B4-BE49-F238E27FC236}">
                          <a16:creationId xmlns:a16="http://schemas.microsoft.com/office/drawing/2014/main" id="{C4D9DE06-AAA8-4399-F60E-02771C14094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19" name="Arc 1718">
                      <a:extLst>
                        <a:ext uri="{FF2B5EF4-FFF2-40B4-BE49-F238E27FC236}">
                          <a16:creationId xmlns:a16="http://schemas.microsoft.com/office/drawing/2014/main" id="{FE817B27-EE22-E8C9-E16E-2EC41EE785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20" name="Oval 1719">
                      <a:extLst>
                        <a:ext uri="{FF2B5EF4-FFF2-40B4-BE49-F238E27FC236}">
                          <a16:creationId xmlns:a16="http://schemas.microsoft.com/office/drawing/2014/main" id="{9BC2EFE8-F551-E33D-CAFF-A0A5D7F060FB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21" name="Arc 1720">
                      <a:extLst>
                        <a:ext uri="{FF2B5EF4-FFF2-40B4-BE49-F238E27FC236}">
                          <a16:creationId xmlns:a16="http://schemas.microsoft.com/office/drawing/2014/main" id="{7C647239-30AD-4A64-8267-6570DE945B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22" name="Arc 1721">
                      <a:extLst>
                        <a:ext uri="{FF2B5EF4-FFF2-40B4-BE49-F238E27FC236}">
                          <a16:creationId xmlns:a16="http://schemas.microsoft.com/office/drawing/2014/main" id="{33B48DD9-4CEE-5124-0F68-F56FF8AABDA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700" name="Group 1699">
                  <a:extLst>
                    <a:ext uri="{FF2B5EF4-FFF2-40B4-BE49-F238E27FC236}">
                      <a16:creationId xmlns:a16="http://schemas.microsoft.com/office/drawing/2014/main" id="{3E0FE502-6435-CABD-F7E0-F2E9250FF44C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703" name="Oval 1702">
                    <a:extLst>
                      <a:ext uri="{FF2B5EF4-FFF2-40B4-BE49-F238E27FC236}">
                        <a16:creationId xmlns:a16="http://schemas.microsoft.com/office/drawing/2014/main" id="{D502FF91-EADA-F78B-6B7A-CF489AFA506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704" name="Group 1703">
                    <a:extLst>
                      <a:ext uri="{FF2B5EF4-FFF2-40B4-BE49-F238E27FC236}">
                        <a16:creationId xmlns:a16="http://schemas.microsoft.com/office/drawing/2014/main" id="{9217482F-D364-CA64-3425-EC4CD647039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705" name="Oval 1704">
                      <a:extLst>
                        <a:ext uri="{FF2B5EF4-FFF2-40B4-BE49-F238E27FC236}">
                          <a16:creationId xmlns:a16="http://schemas.microsoft.com/office/drawing/2014/main" id="{D108AFA3-573D-E5B8-F865-05CBC01B5FB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06" name="Oval 1705">
                      <a:extLst>
                        <a:ext uri="{FF2B5EF4-FFF2-40B4-BE49-F238E27FC236}">
                          <a16:creationId xmlns:a16="http://schemas.microsoft.com/office/drawing/2014/main" id="{CE2F57D5-4547-F8EF-1738-7442FE854DC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07" name="Oval 1706">
                      <a:extLst>
                        <a:ext uri="{FF2B5EF4-FFF2-40B4-BE49-F238E27FC236}">
                          <a16:creationId xmlns:a16="http://schemas.microsoft.com/office/drawing/2014/main" id="{EBFA17F1-E27E-D26A-F4EB-AFB03B97A4D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08" name="Oval 1707">
                      <a:extLst>
                        <a:ext uri="{FF2B5EF4-FFF2-40B4-BE49-F238E27FC236}">
                          <a16:creationId xmlns:a16="http://schemas.microsoft.com/office/drawing/2014/main" id="{38E35828-9F2E-4B35-9E5D-FFADAEB47C40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09" name="Arc 1708">
                      <a:extLst>
                        <a:ext uri="{FF2B5EF4-FFF2-40B4-BE49-F238E27FC236}">
                          <a16:creationId xmlns:a16="http://schemas.microsoft.com/office/drawing/2014/main" id="{48612220-9A93-C08E-7C22-886504FBBD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10" name="Oval 1709">
                      <a:extLst>
                        <a:ext uri="{FF2B5EF4-FFF2-40B4-BE49-F238E27FC236}">
                          <a16:creationId xmlns:a16="http://schemas.microsoft.com/office/drawing/2014/main" id="{A2407640-BB9C-AA05-FC9C-BE4035A74E3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11" name="Arc 1710">
                      <a:extLst>
                        <a:ext uri="{FF2B5EF4-FFF2-40B4-BE49-F238E27FC236}">
                          <a16:creationId xmlns:a16="http://schemas.microsoft.com/office/drawing/2014/main" id="{6D93C921-3789-45CD-D0D3-00E1F66933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12" name="Arc 1711">
                      <a:extLst>
                        <a:ext uri="{FF2B5EF4-FFF2-40B4-BE49-F238E27FC236}">
                          <a16:creationId xmlns:a16="http://schemas.microsoft.com/office/drawing/2014/main" id="{5A929584-8B33-7AB8-4EA6-F67D049EF076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701" name="Straight Connector 1700">
                  <a:extLst>
                    <a:ext uri="{FF2B5EF4-FFF2-40B4-BE49-F238E27FC236}">
                      <a16:creationId xmlns:a16="http://schemas.microsoft.com/office/drawing/2014/main" id="{595DAC58-812E-F420-EC47-CA4C4E54A57A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2" name="Straight Connector 1701">
                  <a:extLst>
                    <a:ext uri="{FF2B5EF4-FFF2-40B4-BE49-F238E27FC236}">
                      <a16:creationId xmlns:a16="http://schemas.microsoft.com/office/drawing/2014/main" id="{16DEA71D-5240-5660-EEFE-2C52CB805D9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C3E03BBB-A529-000B-CCA3-1B71D97758FA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675" name="Group 1674">
                  <a:extLst>
                    <a:ext uri="{FF2B5EF4-FFF2-40B4-BE49-F238E27FC236}">
                      <a16:creationId xmlns:a16="http://schemas.microsoft.com/office/drawing/2014/main" id="{E608F598-32D1-1508-9E6C-B6A6E09B54C3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89" name="Oval 1688">
                    <a:extLst>
                      <a:ext uri="{FF2B5EF4-FFF2-40B4-BE49-F238E27FC236}">
                        <a16:creationId xmlns:a16="http://schemas.microsoft.com/office/drawing/2014/main" id="{700FDA31-9B4A-6062-71D1-760D40030DB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90" name="Group 1689">
                    <a:extLst>
                      <a:ext uri="{FF2B5EF4-FFF2-40B4-BE49-F238E27FC236}">
                        <a16:creationId xmlns:a16="http://schemas.microsoft.com/office/drawing/2014/main" id="{5F29E8DD-EB18-3345-45F2-1007812FA69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91" name="Oval 1690">
                      <a:extLst>
                        <a:ext uri="{FF2B5EF4-FFF2-40B4-BE49-F238E27FC236}">
                          <a16:creationId xmlns:a16="http://schemas.microsoft.com/office/drawing/2014/main" id="{A92354FC-BAD1-DD94-81B0-1121126DF811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2" name="Oval 1691">
                      <a:extLst>
                        <a:ext uri="{FF2B5EF4-FFF2-40B4-BE49-F238E27FC236}">
                          <a16:creationId xmlns:a16="http://schemas.microsoft.com/office/drawing/2014/main" id="{5EBF2FF1-ED1D-211C-EF58-EF8B71DEBEA1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3" name="Oval 1692">
                      <a:extLst>
                        <a:ext uri="{FF2B5EF4-FFF2-40B4-BE49-F238E27FC236}">
                          <a16:creationId xmlns:a16="http://schemas.microsoft.com/office/drawing/2014/main" id="{DFD23289-C8E6-EAE1-F94F-757E4EEC2358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4" name="Oval 1693">
                      <a:extLst>
                        <a:ext uri="{FF2B5EF4-FFF2-40B4-BE49-F238E27FC236}">
                          <a16:creationId xmlns:a16="http://schemas.microsoft.com/office/drawing/2014/main" id="{906838CB-B78B-2876-2978-CAC55E04C5D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5" name="Arc 1694">
                      <a:extLst>
                        <a:ext uri="{FF2B5EF4-FFF2-40B4-BE49-F238E27FC236}">
                          <a16:creationId xmlns:a16="http://schemas.microsoft.com/office/drawing/2014/main" id="{922D6170-D97A-01E6-34E6-4D6C275A29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96" name="Oval 1695">
                      <a:extLst>
                        <a:ext uri="{FF2B5EF4-FFF2-40B4-BE49-F238E27FC236}">
                          <a16:creationId xmlns:a16="http://schemas.microsoft.com/office/drawing/2014/main" id="{E9342510-610B-8FD4-6B00-437FFC8C317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7" name="Arc 1696">
                      <a:extLst>
                        <a:ext uri="{FF2B5EF4-FFF2-40B4-BE49-F238E27FC236}">
                          <a16:creationId xmlns:a16="http://schemas.microsoft.com/office/drawing/2014/main" id="{C075C486-AC1A-A712-2766-F37D8D35D2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98" name="Arc 1697">
                      <a:extLst>
                        <a:ext uri="{FF2B5EF4-FFF2-40B4-BE49-F238E27FC236}">
                          <a16:creationId xmlns:a16="http://schemas.microsoft.com/office/drawing/2014/main" id="{EE063802-BE62-4085-CA55-D86580516BA8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676" name="Group 1675">
                  <a:extLst>
                    <a:ext uri="{FF2B5EF4-FFF2-40B4-BE49-F238E27FC236}">
                      <a16:creationId xmlns:a16="http://schemas.microsoft.com/office/drawing/2014/main" id="{3CEE4C82-A2ED-7C2B-913C-96CCFA368E00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79" name="Oval 1678">
                    <a:extLst>
                      <a:ext uri="{FF2B5EF4-FFF2-40B4-BE49-F238E27FC236}">
                        <a16:creationId xmlns:a16="http://schemas.microsoft.com/office/drawing/2014/main" id="{E040AA82-533B-7BE4-6280-E2C8DA3F370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80" name="Group 1679">
                    <a:extLst>
                      <a:ext uri="{FF2B5EF4-FFF2-40B4-BE49-F238E27FC236}">
                        <a16:creationId xmlns:a16="http://schemas.microsoft.com/office/drawing/2014/main" id="{804872CB-A4F1-F241-21DB-E4FE0AB44C3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81" name="Oval 1680">
                      <a:extLst>
                        <a:ext uri="{FF2B5EF4-FFF2-40B4-BE49-F238E27FC236}">
                          <a16:creationId xmlns:a16="http://schemas.microsoft.com/office/drawing/2014/main" id="{A117C6CA-9097-8DDF-67B0-3A0AED9CBDEF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2" name="Oval 1681">
                      <a:extLst>
                        <a:ext uri="{FF2B5EF4-FFF2-40B4-BE49-F238E27FC236}">
                          <a16:creationId xmlns:a16="http://schemas.microsoft.com/office/drawing/2014/main" id="{32507C7D-42F1-D21B-8928-3C4D0F740F8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3" name="Oval 1682">
                      <a:extLst>
                        <a:ext uri="{FF2B5EF4-FFF2-40B4-BE49-F238E27FC236}">
                          <a16:creationId xmlns:a16="http://schemas.microsoft.com/office/drawing/2014/main" id="{F1334747-A06D-29C7-7235-CE85037B2A0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4" name="Oval 1683">
                      <a:extLst>
                        <a:ext uri="{FF2B5EF4-FFF2-40B4-BE49-F238E27FC236}">
                          <a16:creationId xmlns:a16="http://schemas.microsoft.com/office/drawing/2014/main" id="{F4E0295F-257C-1679-C3DF-80751A1DA71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5" name="Arc 1684">
                      <a:extLst>
                        <a:ext uri="{FF2B5EF4-FFF2-40B4-BE49-F238E27FC236}">
                          <a16:creationId xmlns:a16="http://schemas.microsoft.com/office/drawing/2014/main" id="{585C9CFC-19DE-58A8-7FF0-74C4109837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86" name="Oval 1685">
                      <a:extLst>
                        <a:ext uri="{FF2B5EF4-FFF2-40B4-BE49-F238E27FC236}">
                          <a16:creationId xmlns:a16="http://schemas.microsoft.com/office/drawing/2014/main" id="{A1C1798A-87DB-7F20-19D0-AE31F851AE1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7" name="Arc 1686">
                      <a:extLst>
                        <a:ext uri="{FF2B5EF4-FFF2-40B4-BE49-F238E27FC236}">
                          <a16:creationId xmlns:a16="http://schemas.microsoft.com/office/drawing/2014/main" id="{4E0302A0-53BC-DC22-59F8-CBDAE07C34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88" name="Arc 1687">
                      <a:extLst>
                        <a:ext uri="{FF2B5EF4-FFF2-40B4-BE49-F238E27FC236}">
                          <a16:creationId xmlns:a16="http://schemas.microsoft.com/office/drawing/2014/main" id="{37E7883C-DCE2-7F61-90E2-C5A840CB918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677" name="Straight Connector 1676">
                  <a:extLst>
                    <a:ext uri="{FF2B5EF4-FFF2-40B4-BE49-F238E27FC236}">
                      <a16:creationId xmlns:a16="http://schemas.microsoft.com/office/drawing/2014/main" id="{F00A564B-1614-5663-B9F6-38BC8B1379C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8" name="Straight Connector 1677">
                  <a:extLst>
                    <a:ext uri="{FF2B5EF4-FFF2-40B4-BE49-F238E27FC236}">
                      <a16:creationId xmlns:a16="http://schemas.microsoft.com/office/drawing/2014/main" id="{AF11A9BF-A81C-7EB3-5C0E-7CB7D0DDD1BE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66" name="Group 1665">
                <a:extLst>
                  <a:ext uri="{FF2B5EF4-FFF2-40B4-BE49-F238E27FC236}">
                    <a16:creationId xmlns:a16="http://schemas.microsoft.com/office/drawing/2014/main" id="{45EEB913-9C8A-D63F-CD99-A9DD18E2A405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667" name="Moon 1666">
                  <a:extLst>
                    <a:ext uri="{FF2B5EF4-FFF2-40B4-BE49-F238E27FC236}">
                      <a16:creationId xmlns:a16="http://schemas.microsoft.com/office/drawing/2014/main" id="{7B6FC96E-EB77-6FCF-7C20-ED3C47C1CA69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8" name="Oval 1667">
                  <a:extLst>
                    <a:ext uri="{FF2B5EF4-FFF2-40B4-BE49-F238E27FC236}">
                      <a16:creationId xmlns:a16="http://schemas.microsoft.com/office/drawing/2014/main" id="{1EE480CB-781F-5771-EA0A-AFFFC89D03FF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9" name="Oval 1668">
                  <a:extLst>
                    <a:ext uri="{FF2B5EF4-FFF2-40B4-BE49-F238E27FC236}">
                      <a16:creationId xmlns:a16="http://schemas.microsoft.com/office/drawing/2014/main" id="{8DCAC305-4A8B-0A4B-1179-DCBC69FFA6C1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0" name="Oval 1669">
                  <a:extLst>
                    <a:ext uri="{FF2B5EF4-FFF2-40B4-BE49-F238E27FC236}">
                      <a16:creationId xmlns:a16="http://schemas.microsoft.com/office/drawing/2014/main" id="{C166E05D-80EC-50BC-DD85-007C37C101DC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1" name="Oval 1670">
                  <a:extLst>
                    <a:ext uri="{FF2B5EF4-FFF2-40B4-BE49-F238E27FC236}">
                      <a16:creationId xmlns:a16="http://schemas.microsoft.com/office/drawing/2014/main" id="{27724FCF-36A2-BDA9-1C22-AFA4C4638C1C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2" name="Oval 1671">
                  <a:extLst>
                    <a:ext uri="{FF2B5EF4-FFF2-40B4-BE49-F238E27FC236}">
                      <a16:creationId xmlns:a16="http://schemas.microsoft.com/office/drawing/2014/main" id="{D4CB774F-C66A-C3E4-1ADE-6A05022A1F83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3" name="Oval 1672">
                  <a:extLst>
                    <a:ext uri="{FF2B5EF4-FFF2-40B4-BE49-F238E27FC236}">
                      <a16:creationId xmlns:a16="http://schemas.microsoft.com/office/drawing/2014/main" id="{84CEDE33-CD89-4E09-5BC7-CC920DD6420E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4" name="Oval 1673">
                  <a:extLst>
                    <a:ext uri="{FF2B5EF4-FFF2-40B4-BE49-F238E27FC236}">
                      <a16:creationId xmlns:a16="http://schemas.microsoft.com/office/drawing/2014/main" id="{75EA7045-D58A-9399-440C-2AF873DB4D3F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23" name="Group 1722">
              <a:extLst>
                <a:ext uri="{FF2B5EF4-FFF2-40B4-BE49-F238E27FC236}">
                  <a16:creationId xmlns:a16="http://schemas.microsoft.com/office/drawing/2014/main" id="{A33B3EB9-3E21-E51D-5011-5CD129E4D80F}"/>
                </a:ext>
              </a:extLst>
            </p:cNvPr>
            <p:cNvGrpSpPr/>
            <p:nvPr/>
          </p:nvGrpSpPr>
          <p:grpSpPr>
            <a:xfrm rot="1312654" flipH="1" flipV="1">
              <a:off x="5769534" y="4682035"/>
              <a:ext cx="180828" cy="348790"/>
              <a:chOff x="8901293" y="933753"/>
              <a:chExt cx="2135899" cy="5148330"/>
            </a:xfrm>
            <a:solidFill>
              <a:srgbClr val="00B050"/>
            </a:solidFill>
          </p:grpSpPr>
          <p:grpSp>
            <p:nvGrpSpPr>
              <p:cNvPr id="1724" name="Group 1723">
                <a:extLst>
                  <a:ext uri="{FF2B5EF4-FFF2-40B4-BE49-F238E27FC236}">
                    <a16:creationId xmlns:a16="http://schemas.microsoft.com/office/drawing/2014/main" id="{86A9034B-FEFD-6F50-E4A3-0DDA229EC8F2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759" name="Group 1758">
                  <a:extLst>
                    <a:ext uri="{FF2B5EF4-FFF2-40B4-BE49-F238E27FC236}">
                      <a16:creationId xmlns:a16="http://schemas.microsoft.com/office/drawing/2014/main" id="{6F4EEFB6-6D1E-B2F1-AEC4-E3D2904FACD8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773" name="Oval 1772">
                    <a:extLst>
                      <a:ext uri="{FF2B5EF4-FFF2-40B4-BE49-F238E27FC236}">
                        <a16:creationId xmlns:a16="http://schemas.microsoft.com/office/drawing/2014/main" id="{3E47FC67-AB41-A5A7-6F2D-E0D2AEDD7E5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774" name="Group 1773">
                    <a:extLst>
                      <a:ext uri="{FF2B5EF4-FFF2-40B4-BE49-F238E27FC236}">
                        <a16:creationId xmlns:a16="http://schemas.microsoft.com/office/drawing/2014/main" id="{FC8E8B09-1C6F-9D17-AE8D-629AB25BA65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775" name="Oval 1774">
                      <a:extLst>
                        <a:ext uri="{FF2B5EF4-FFF2-40B4-BE49-F238E27FC236}">
                          <a16:creationId xmlns:a16="http://schemas.microsoft.com/office/drawing/2014/main" id="{9FD45AAC-C20A-650E-B382-37B343E07FB6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76" name="Oval 1775">
                      <a:extLst>
                        <a:ext uri="{FF2B5EF4-FFF2-40B4-BE49-F238E27FC236}">
                          <a16:creationId xmlns:a16="http://schemas.microsoft.com/office/drawing/2014/main" id="{E02B9DCA-2A54-BD9D-BE55-F140EE85DF3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77" name="Oval 1776">
                      <a:extLst>
                        <a:ext uri="{FF2B5EF4-FFF2-40B4-BE49-F238E27FC236}">
                          <a16:creationId xmlns:a16="http://schemas.microsoft.com/office/drawing/2014/main" id="{6E5D3B4C-1FFB-66F9-C0F2-60730494FBB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78" name="Oval 1777">
                      <a:extLst>
                        <a:ext uri="{FF2B5EF4-FFF2-40B4-BE49-F238E27FC236}">
                          <a16:creationId xmlns:a16="http://schemas.microsoft.com/office/drawing/2014/main" id="{186E0381-47DD-19C5-5035-C1FB99B4248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79" name="Arc 1778">
                      <a:extLst>
                        <a:ext uri="{FF2B5EF4-FFF2-40B4-BE49-F238E27FC236}">
                          <a16:creationId xmlns:a16="http://schemas.microsoft.com/office/drawing/2014/main" id="{5789BA33-1148-40AB-A7C3-BCE7B360D9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80" name="Oval 1779">
                      <a:extLst>
                        <a:ext uri="{FF2B5EF4-FFF2-40B4-BE49-F238E27FC236}">
                          <a16:creationId xmlns:a16="http://schemas.microsoft.com/office/drawing/2014/main" id="{2C949767-1F97-84D3-FE89-3C8BEF39DE5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81" name="Arc 1780">
                      <a:extLst>
                        <a:ext uri="{FF2B5EF4-FFF2-40B4-BE49-F238E27FC236}">
                          <a16:creationId xmlns:a16="http://schemas.microsoft.com/office/drawing/2014/main" id="{33CFCFE8-0BF9-8165-2D0D-A63FF3D107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82" name="Arc 1781">
                      <a:extLst>
                        <a:ext uri="{FF2B5EF4-FFF2-40B4-BE49-F238E27FC236}">
                          <a16:creationId xmlns:a16="http://schemas.microsoft.com/office/drawing/2014/main" id="{ED484E63-61FF-BC33-4844-69BB1FC8CBDE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760" name="Group 1759">
                  <a:extLst>
                    <a:ext uri="{FF2B5EF4-FFF2-40B4-BE49-F238E27FC236}">
                      <a16:creationId xmlns:a16="http://schemas.microsoft.com/office/drawing/2014/main" id="{BF7D690C-CAAE-13C8-77C3-907F11AEBD05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763" name="Oval 1762">
                    <a:extLst>
                      <a:ext uri="{FF2B5EF4-FFF2-40B4-BE49-F238E27FC236}">
                        <a16:creationId xmlns:a16="http://schemas.microsoft.com/office/drawing/2014/main" id="{0C4F9C54-C0E0-CEA9-1D4D-43320A8FE26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764" name="Group 1763">
                    <a:extLst>
                      <a:ext uri="{FF2B5EF4-FFF2-40B4-BE49-F238E27FC236}">
                        <a16:creationId xmlns:a16="http://schemas.microsoft.com/office/drawing/2014/main" id="{011B6475-A21F-720D-9F44-3488216CAE4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765" name="Oval 1764">
                      <a:extLst>
                        <a:ext uri="{FF2B5EF4-FFF2-40B4-BE49-F238E27FC236}">
                          <a16:creationId xmlns:a16="http://schemas.microsoft.com/office/drawing/2014/main" id="{E39AE492-6C13-6CEA-876D-06D4093C35A3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66" name="Oval 1765">
                      <a:extLst>
                        <a:ext uri="{FF2B5EF4-FFF2-40B4-BE49-F238E27FC236}">
                          <a16:creationId xmlns:a16="http://schemas.microsoft.com/office/drawing/2014/main" id="{B8D45A4D-35A6-B82F-F51A-9B9E2C52C492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67" name="Oval 1766">
                      <a:extLst>
                        <a:ext uri="{FF2B5EF4-FFF2-40B4-BE49-F238E27FC236}">
                          <a16:creationId xmlns:a16="http://schemas.microsoft.com/office/drawing/2014/main" id="{A4A9A9CE-5C92-4E94-6A28-8AF5254CD52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68" name="Oval 1767">
                      <a:extLst>
                        <a:ext uri="{FF2B5EF4-FFF2-40B4-BE49-F238E27FC236}">
                          <a16:creationId xmlns:a16="http://schemas.microsoft.com/office/drawing/2014/main" id="{E6CACD9A-1EB2-7DA6-4092-53941F5DEA2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69" name="Arc 1768">
                      <a:extLst>
                        <a:ext uri="{FF2B5EF4-FFF2-40B4-BE49-F238E27FC236}">
                          <a16:creationId xmlns:a16="http://schemas.microsoft.com/office/drawing/2014/main" id="{961E77F5-A330-5AF4-4801-52BE2EDD57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70" name="Oval 1769">
                      <a:extLst>
                        <a:ext uri="{FF2B5EF4-FFF2-40B4-BE49-F238E27FC236}">
                          <a16:creationId xmlns:a16="http://schemas.microsoft.com/office/drawing/2014/main" id="{64C4EB15-4E0D-6216-72CB-323CC85C65C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71" name="Arc 1770">
                      <a:extLst>
                        <a:ext uri="{FF2B5EF4-FFF2-40B4-BE49-F238E27FC236}">
                          <a16:creationId xmlns:a16="http://schemas.microsoft.com/office/drawing/2014/main" id="{154A0BC3-C3BA-5E06-E578-A124559217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72" name="Arc 1771">
                      <a:extLst>
                        <a:ext uri="{FF2B5EF4-FFF2-40B4-BE49-F238E27FC236}">
                          <a16:creationId xmlns:a16="http://schemas.microsoft.com/office/drawing/2014/main" id="{216EFEE4-CB57-6372-BD17-238AB0BBA2E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761" name="Straight Connector 1760">
                  <a:extLst>
                    <a:ext uri="{FF2B5EF4-FFF2-40B4-BE49-F238E27FC236}">
                      <a16:creationId xmlns:a16="http://schemas.microsoft.com/office/drawing/2014/main" id="{2031B9D3-4925-73CC-EE18-8215E5C0FE64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2" name="Straight Connector 1761">
                  <a:extLst>
                    <a:ext uri="{FF2B5EF4-FFF2-40B4-BE49-F238E27FC236}">
                      <a16:creationId xmlns:a16="http://schemas.microsoft.com/office/drawing/2014/main" id="{A59EB828-760B-8C22-62E3-2962B236DF79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25" name="Group 1724">
                <a:extLst>
                  <a:ext uri="{FF2B5EF4-FFF2-40B4-BE49-F238E27FC236}">
                    <a16:creationId xmlns:a16="http://schemas.microsoft.com/office/drawing/2014/main" id="{BED32B0B-509D-2C59-D2FA-830D5588252F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735" name="Group 1734">
                  <a:extLst>
                    <a:ext uri="{FF2B5EF4-FFF2-40B4-BE49-F238E27FC236}">
                      <a16:creationId xmlns:a16="http://schemas.microsoft.com/office/drawing/2014/main" id="{BE1A85D7-78F0-588E-CFA2-75DF3128D2F0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749" name="Oval 1748">
                    <a:extLst>
                      <a:ext uri="{FF2B5EF4-FFF2-40B4-BE49-F238E27FC236}">
                        <a16:creationId xmlns:a16="http://schemas.microsoft.com/office/drawing/2014/main" id="{F8809E18-5244-C088-091F-F4774A5A194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750" name="Group 1749">
                    <a:extLst>
                      <a:ext uri="{FF2B5EF4-FFF2-40B4-BE49-F238E27FC236}">
                        <a16:creationId xmlns:a16="http://schemas.microsoft.com/office/drawing/2014/main" id="{A12C0811-8586-1849-3AD8-B75E53EA204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751" name="Oval 1750">
                      <a:extLst>
                        <a:ext uri="{FF2B5EF4-FFF2-40B4-BE49-F238E27FC236}">
                          <a16:creationId xmlns:a16="http://schemas.microsoft.com/office/drawing/2014/main" id="{81F0A4FC-3775-1BA5-53BD-3E13A2BEC79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52" name="Oval 1751">
                      <a:extLst>
                        <a:ext uri="{FF2B5EF4-FFF2-40B4-BE49-F238E27FC236}">
                          <a16:creationId xmlns:a16="http://schemas.microsoft.com/office/drawing/2014/main" id="{5810781B-D225-0F15-A723-DE68D0C0246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53" name="Oval 1752">
                      <a:extLst>
                        <a:ext uri="{FF2B5EF4-FFF2-40B4-BE49-F238E27FC236}">
                          <a16:creationId xmlns:a16="http://schemas.microsoft.com/office/drawing/2014/main" id="{7197A140-4F3F-30CE-17D1-039E91BF81C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54" name="Oval 1753">
                      <a:extLst>
                        <a:ext uri="{FF2B5EF4-FFF2-40B4-BE49-F238E27FC236}">
                          <a16:creationId xmlns:a16="http://schemas.microsoft.com/office/drawing/2014/main" id="{A30993CD-CE20-2661-576B-032C2F985413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55" name="Arc 1754">
                      <a:extLst>
                        <a:ext uri="{FF2B5EF4-FFF2-40B4-BE49-F238E27FC236}">
                          <a16:creationId xmlns:a16="http://schemas.microsoft.com/office/drawing/2014/main" id="{048DF9EE-A34B-B488-CDB6-8AA41FD279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56" name="Oval 1755">
                      <a:extLst>
                        <a:ext uri="{FF2B5EF4-FFF2-40B4-BE49-F238E27FC236}">
                          <a16:creationId xmlns:a16="http://schemas.microsoft.com/office/drawing/2014/main" id="{0EEAB754-CEAC-2570-C5FE-D004F3BB63A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57" name="Arc 1756">
                      <a:extLst>
                        <a:ext uri="{FF2B5EF4-FFF2-40B4-BE49-F238E27FC236}">
                          <a16:creationId xmlns:a16="http://schemas.microsoft.com/office/drawing/2014/main" id="{1AD7A170-FBDE-A08B-25B3-BBEA4CC752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58" name="Arc 1757">
                      <a:extLst>
                        <a:ext uri="{FF2B5EF4-FFF2-40B4-BE49-F238E27FC236}">
                          <a16:creationId xmlns:a16="http://schemas.microsoft.com/office/drawing/2014/main" id="{33DED9FD-630C-9AB2-9F3A-96DF4CB0DD2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B75770A3-379B-771A-C26C-2B866E12FB26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739" name="Oval 1738">
                    <a:extLst>
                      <a:ext uri="{FF2B5EF4-FFF2-40B4-BE49-F238E27FC236}">
                        <a16:creationId xmlns:a16="http://schemas.microsoft.com/office/drawing/2014/main" id="{D8F00AD5-147F-A167-255E-04D88E88EF5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740" name="Group 1739">
                    <a:extLst>
                      <a:ext uri="{FF2B5EF4-FFF2-40B4-BE49-F238E27FC236}">
                        <a16:creationId xmlns:a16="http://schemas.microsoft.com/office/drawing/2014/main" id="{DD770898-7F5F-4033-4D9F-B3DA8A017AC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741" name="Oval 1740">
                      <a:extLst>
                        <a:ext uri="{FF2B5EF4-FFF2-40B4-BE49-F238E27FC236}">
                          <a16:creationId xmlns:a16="http://schemas.microsoft.com/office/drawing/2014/main" id="{4F0113A9-85BE-5A2B-0B43-700D5327C02A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42" name="Oval 1741">
                      <a:extLst>
                        <a:ext uri="{FF2B5EF4-FFF2-40B4-BE49-F238E27FC236}">
                          <a16:creationId xmlns:a16="http://schemas.microsoft.com/office/drawing/2014/main" id="{3E35681E-93E4-2631-687A-77D4BEF942B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43" name="Oval 1742">
                      <a:extLst>
                        <a:ext uri="{FF2B5EF4-FFF2-40B4-BE49-F238E27FC236}">
                          <a16:creationId xmlns:a16="http://schemas.microsoft.com/office/drawing/2014/main" id="{F6614CFB-1C91-4603-BB26-5EDBBE1C8DFA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44" name="Oval 1743">
                      <a:extLst>
                        <a:ext uri="{FF2B5EF4-FFF2-40B4-BE49-F238E27FC236}">
                          <a16:creationId xmlns:a16="http://schemas.microsoft.com/office/drawing/2014/main" id="{F3111078-9FCB-4EFD-6F48-F92A53A803D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45" name="Arc 1744">
                      <a:extLst>
                        <a:ext uri="{FF2B5EF4-FFF2-40B4-BE49-F238E27FC236}">
                          <a16:creationId xmlns:a16="http://schemas.microsoft.com/office/drawing/2014/main" id="{A9781541-22F5-56D9-B444-390ECE1ACB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46" name="Oval 1745">
                      <a:extLst>
                        <a:ext uri="{FF2B5EF4-FFF2-40B4-BE49-F238E27FC236}">
                          <a16:creationId xmlns:a16="http://schemas.microsoft.com/office/drawing/2014/main" id="{99F2BD76-4F5F-E387-5E21-AFB1C59E225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747" name="Arc 1746">
                      <a:extLst>
                        <a:ext uri="{FF2B5EF4-FFF2-40B4-BE49-F238E27FC236}">
                          <a16:creationId xmlns:a16="http://schemas.microsoft.com/office/drawing/2014/main" id="{5BAB48F7-1463-3621-E825-CDE7850D66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48" name="Arc 1747">
                      <a:extLst>
                        <a:ext uri="{FF2B5EF4-FFF2-40B4-BE49-F238E27FC236}">
                          <a16:creationId xmlns:a16="http://schemas.microsoft.com/office/drawing/2014/main" id="{9981A726-9D31-19D2-A8D3-71C99F7FB659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737" name="Straight Connector 1736">
                  <a:extLst>
                    <a:ext uri="{FF2B5EF4-FFF2-40B4-BE49-F238E27FC236}">
                      <a16:creationId xmlns:a16="http://schemas.microsoft.com/office/drawing/2014/main" id="{87E0C255-2777-7C65-9187-08A37158B8C3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8" name="Straight Connector 1737">
                  <a:extLst>
                    <a:ext uri="{FF2B5EF4-FFF2-40B4-BE49-F238E27FC236}">
                      <a16:creationId xmlns:a16="http://schemas.microsoft.com/office/drawing/2014/main" id="{2CEC9A26-CD3E-4E4F-4991-08F1AA0FD256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26" name="Group 1725">
                <a:extLst>
                  <a:ext uri="{FF2B5EF4-FFF2-40B4-BE49-F238E27FC236}">
                    <a16:creationId xmlns:a16="http://schemas.microsoft.com/office/drawing/2014/main" id="{3F9B7C15-2C9D-5501-9B26-020FEADF9704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727" name="Moon 1726">
                  <a:extLst>
                    <a:ext uri="{FF2B5EF4-FFF2-40B4-BE49-F238E27FC236}">
                      <a16:creationId xmlns:a16="http://schemas.microsoft.com/office/drawing/2014/main" id="{84197174-6B45-4FFB-991F-E7827DD86B02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8" name="Oval 1727">
                  <a:extLst>
                    <a:ext uri="{FF2B5EF4-FFF2-40B4-BE49-F238E27FC236}">
                      <a16:creationId xmlns:a16="http://schemas.microsoft.com/office/drawing/2014/main" id="{3ED8BBC1-6E46-D819-3E65-2DF0EECD62D9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9" name="Oval 1728">
                  <a:extLst>
                    <a:ext uri="{FF2B5EF4-FFF2-40B4-BE49-F238E27FC236}">
                      <a16:creationId xmlns:a16="http://schemas.microsoft.com/office/drawing/2014/main" id="{83B60385-2033-5EB8-7046-692B51CF5DCF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0" name="Oval 1729">
                  <a:extLst>
                    <a:ext uri="{FF2B5EF4-FFF2-40B4-BE49-F238E27FC236}">
                      <a16:creationId xmlns:a16="http://schemas.microsoft.com/office/drawing/2014/main" id="{267D3222-B53A-7135-D440-AB5A526C26AF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1" name="Oval 1730">
                  <a:extLst>
                    <a:ext uri="{FF2B5EF4-FFF2-40B4-BE49-F238E27FC236}">
                      <a16:creationId xmlns:a16="http://schemas.microsoft.com/office/drawing/2014/main" id="{7EA618A5-06E9-1A0A-592F-6A69FC5E2C61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2" name="Oval 1731">
                  <a:extLst>
                    <a:ext uri="{FF2B5EF4-FFF2-40B4-BE49-F238E27FC236}">
                      <a16:creationId xmlns:a16="http://schemas.microsoft.com/office/drawing/2014/main" id="{E762ACDD-879F-4299-9150-E5E07C7A73A4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3" name="Oval 1732">
                  <a:extLst>
                    <a:ext uri="{FF2B5EF4-FFF2-40B4-BE49-F238E27FC236}">
                      <a16:creationId xmlns:a16="http://schemas.microsoft.com/office/drawing/2014/main" id="{8E1B1D94-D732-4110-F8B7-81898A6A69AC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4" name="Oval 1733">
                  <a:extLst>
                    <a:ext uri="{FF2B5EF4-FFF2-40B4-BE49-F238E27FC236}">
                      <a16:creationId xmlns:a16="http://schemas.microsoft.com/office/drawing/2014/main" id="{09AF009E-261D-1E56-BF28-C6D21A01FD59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83" name="Group 1782">
              <a:extLst>
                <a:ext uri="{FF2B5EF4-FFF2-40B4-BE49-F238E27FC236}">
                  <a16:creationId xmlns:a16="http://schemas.microsoft.com/office/drawing/2014/main" id="{D9DB7FED-5D21-E057-C7FE-5837F2FB1D15}"/>
                </a:ext>
              </a:extLst>
            </p:cNvPr>
            <p:cNvGrpSpPr/>
            <p:nvPr/>
          </p:nvGrpSpPr>
          <p:grpSpPr>
            <a:xfrm rot="5400000" flipH="1" flipV="1">
              <a:off x="6090314" y="4782024"/>
              <a:ext cx="144704" cy="348791"/>
              <a:chOff x="8901293" y="933753"/>
              <a:chExt cx="2135899" cy="5148330"/>
            </a:xfrm>
            <a:solidFill>
              <a:schemeClr val="accent5">
                <a:lumMod val="75000"/>
              </a:schemeClr>
            </a:solidFill>
          </p:grpSpPr>
          <p:grpSp>
            <p:nvGrpSpPr>
              <p:cNvPr id="1784" name="Group 1783">
                <a:extLst>
                  <a:ext uri="{FF2B5EF4-FFF2-40B4-BE49-F238E27FC236}">
                    <a16:creationId xmlns:a16="http://schemas.microsoft.com/office/drawing/2014/main" id="{9AC0267F-E999-B6CF-EAD9-53A3F34DE9F1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819" name="Group 1818">
                  <a:extLst>
                    <a:ext uri="{FF2B5EF4-FFF2-40B4-BE49-F238E27FC236}">
                      <a16:creationId xmlns:a16="http://schemas.microsoft.com/office/drawing/2014/main" id="{4A2C8DAB-B31A-C910-E162-B0AED400131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833" name="Oval 1832">
                    <a:extLst>
                      <a:ext uri="{FF2B5EF4-FFF2-40B4-BE49-F238E27FC236}">
                        <a16:creationId xmlns:a16="http://schemas.microsoft.com/office/drawing/2014/main" id="{19DFF4DF-428D-B65D-CCA2-A63C2F2B596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34" name="Group 1833">
                    <a:extLst>
                      <a:ext uri="{FF2B5EF4-FFF2-40B4-BE49-F238E27FC236}">
                        <a16:creationId xmlns:a16="http://schemas.microsoft.com/office/drawing/2014/main" id="{C74AFF05-5B1A-B571-F564-EB97EF97DD4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835" name="Oval 1834">
                      <a:extLst>
                        <a:ext uri="{FF2B5EF4-FFF2-40B4-BE49-F238E27FC236}">
                          <a16:creationId xmlns:a16="http://schemas.microsoft.com/office/drawing/2014/main" id="{A1CCD563-4719-21B5-1708-4BC09E05C17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36" name="Oval 1835">
                      <a:extLst>
                        <a:ext uri="{FF2B5EF4-FFF2-40B4-BE49-F238E27FC236}">
                          <a16:creationId xmlns:a16="http://schemas.microsoft.com/office/drawing/2014/main" id="{8AB326C1-1EF5-E300-582D-B089CFCCEAE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37" name="Oval 1836">
                      <a:extLst>
                        <a:ext uri="{FF2B5EF4-FFF2-40B4-BE49-F238E27FC236}">
                          <a16:creationId xmlns:a16="http://schemas.microsoft.com/office/drawing/2014/main" id="{81D12A49-62CA-3F29-26E4-95619955FA1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38" name="Oval 1837">
                      <a:extLst>
                        <a:ext uri="{FF2B5EF4-FFF2-40B4-BE49-F238E27FC236}">
                          <a16:creationId xmlns:a16="http://schemas.microsoft.com/office/drawing/2014/main" id="{E277912F-449D-45A5-4243-3161657A4C4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39" name="Arc 1838">
                      <a:extLst>
                        <a:ext uri="{FF2B5EF4-FFF2-40B4-BE49-F238E27FC236}">
                          <a16:creationId xmlns:a16="http://schemas.microsoft.com/office/drawing/2014/main" id="{854DCC76-EA6F-1B91-1BB6-05DBAC9E35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40" name="Oval 1839">
                      <a:extLst>
                        <a:ext uri="{FF2B5EF4-FFF2-40B4-BE49-F238E27FC236}">
                          <a16:creationId xmlns:a16="http://schemas.microsoft.com/office/drawing/2014/main" id="{9EC60CCE-9B8E-7D65-4980-98E78AB0159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41" name="Arc 1840">
                      <a:extLst>
                        <a:ext uri="{FF2B5EF4-FFF2-40B4-BE49-F238E27FC236}">
                          <a16:creationId xmlns:a16="http://schemas.microsoft.com/office/drawing/2014/main" id="{A48A42F5-D928-61E7-4036-59EA88D4E0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42" name="Arc 1841">
                      <a:extLst>
                        <a:ext uri="{FF2B5EF4-FFF2-40B4-BE49-F238E27FC236}">
                          <a16:creationId xmlns:a16="http://schemas.microsoft.com/office/drawing/2014/main" id="{4501BDAD-4287-2751-C894-4E19FD68598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820" name="Group 1819">
                  <a:extLst>
                    <a:ext uri="{FF2B5EF4-FFF2-40B4-BE49-F238E27FC236}">
                      <a16:creationId xmlns:a16="http://schemas.microsoft.com/office/drawing/2014/main" id="{2BE9C892-6647-62C3-BD85-60611C411F67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823" name="Oval 1822">
                    <a:extLst>
                      <a:ext uri="{FF2B5EF4-FFF2-40B4-BE49-F238E27FC236}">
                        <a16:creationId xmlns:a16="http://schemas.microsoft.com/office/drawing/2014/main" id="{E3AEA6F8-9084-492C-277D-880BB2E538F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24" name="Group 1823">
                    <a:extLst>
                      <a:ext uri="{FF2B5EF4-FFF2-40B4-BE49-F238E27FC236}">
                        <a16:creationId xmlns:a16="http://schemas.microsoft.com/office/drawing/2014/main" id="{775CD6A8-6426-5E6D-CB81-8F5A98C4C1B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825" name="Oval 1824">
                      <a:extLst>
                        <a:ext uri="{FF2B5EF4-FFF2-40B4-BE49-F238E27FC236}">
                          <a16:creationId xmlns:a16="http://schemas.microsoft.com/office/drawing/2014/main" id="{A43EFB8E-1B25-0B52-579A-226A140E3EB8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26" name="Oval 1825">
                      <a:extLst>
                        <a:ext uri="{FF2B5EF4-FFF2-40B4-BE49-F238E27FC236}">
                          <a16:creationId xmlns:a16="http://schemas.microsoft.com/office/drawing/2014/main" id="{27FBFB44-7AC7-9A47-BA5B-F473BF9AE00C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27" name="Oval 1826">
                      <a:extLst>
                        <a:ext uri="{FF2B5EF4-FFF2-40B4-BE49-F238E27FC236}">
                          <a16:creationId xmlns:a16="http://schemas.microsoft.com/office/drawing/2014/main" id="{FB02186A-59C2-F778-4121-A68F1567249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28" name="Oval 1827">
                      <a:extLst>
                        <a:ext uri="{FF2B5EF4-FFF2-40B4-BE49-F238E27FC236}">
                          <a16:creationId xmlns:a16="http://schemas.microsoft.com/office/drawing/2014/main" id="{0081C7C1-3DF8-9F2D-95C4-5A00DABBAFA4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29" name="Arc 1828">
                      <a:extLst>
                        <a:ext uri="{FF2B5EF4-FFF2-40B4-BE49-F238E27FC236}">
                          <a16:creationId xmlns:a16="http://schemas.microsoft.com/office/drawing/2014/main" id="{19372472-E4B5-9C44-AD1A-9D6E314BC8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30" name="Oval 1829">
                      <a:extLst>
                        <a:ext uri="{FF2B5EF4-FFF2-40B4-BE49-F238E27FC236}">
                          <a16:creationId xmlns:a16="http://schemas.microsoft.com/office/drawing/2014/main" id="{333D68C4-236A-CC32-B3D0-D9677F964D2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31" name="Arc 1830">
                      <a:extLst>
                        <a:ext uri="{FF2B5EF4-FFF2-40B4-BE49-F238E27FC236}">
                          <a16:creationId xmlns:a16="http://schemas.microsoft.com/office/drawing/2014/main" id="{25543231-3D2B-9676-6D6D-D2218C5F21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32" name="Arc 1831">
                      <a:extLst>
                        <a:ext uri="{FF2B5EF4-FFF2-40B4-BE49-F238E27FC236}">
                          <a16:creationId xmlns:a16="http://schemas.microsoft.com/office/drawing/2014/main" id="{73C7F4B0-CF7E-AE10-356B-E2056EB8641A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821" name="Straight Connector 1820">
                  <a:extLst>
                    <a:ext uri="{FF2B5EF4-FFF2-40B4-BE49-F238E27FC236}">
                      <a16:creationId xmlns:a16="http://schemas.microsoft.com/office/drawing/2014/main" id="{764D170D-B9C3-E7D0-1779-278F6977FA1A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2" name="Straight Connector 1821">
                  <a:extLst>
                    <a:ext uri="{FF2B5EF4-FFF2-40B4-BE49-F238E27FC236}">
                      <a16:creationId xmlns:a16="http://schemas.microsoft.com/office/drawing/2014/main" id="{3BA2FA60-57CF-2B83-5FA8-EA9FB9F1B98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85" name="Group 1784">
                <a:extLst>
                  <a:ext uri="{FF2B5EF4-FFF2-40B4-BE49-F238E27FC236}">
                    <a16:creationId xmlns:a16="http://schemas.microsoft.com/office/drawing/2014/main" id="{52849598-247C-3530-5C83-8C94D8D89B98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795" name="Group 1794">
                  <a:extLst>
                    <a:ext uri="{FF2B5EF4-FFF2-40B4-BE49-F238E27FC236}">
                      <a16:creationId xmlns:a16="http://schemas.microsoft.com/office/drawing/2014/main" id="{52111126-1351-6F86-BB46-EE7ED1ADB23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809" name="Oval 1808">
                    <a:extLst>
                      <a:ext uri="{FF2B5EF4-FFF2-40B4-BE49-F238E27FC236}">
                        <a16:creationId xmlns:a16="http://schemas.microsoft.com/office/drawing/2014/main" id="{BBC7DE47-88DB-5329-EBB6-E17F5EDA32E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10" name="Group 1809">
                    <a:extLst>
                      <a:ext uri="{FF2B5EF4-FFF2-40B4-BE49-F238E27FC236}">
                        <a16:creationId xmlns:a16="http://schemas.microsoft.com/office/drawing/2014/main" id="{AA750FB0-BE63-5DEB-CCF2-B4A784F6C5E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811" name="Oval 1810">
                      <a:extLst>
                        <a:ext uri="{FF2B5EF4-FFF2-40B4-BE49-F238E27FC236}">
                          <a16:creationId xmlns:a16="http://schemas.microsoft.com/office/drawing/2014/main" id="{8287DA94-6876-4779-56F1-62D331E85183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12" name="Oval 1811">
                      <a:extLst>
                        <a:ext uri="{FF2B5EF4-FFF2-40B4-BE49-F238E27FC236}">
                          <a16:creationId xmlns:a16="http://schemas.microsoft.com/office/drawing/2014/main" id="{BD42476D-B223-5757-5A2F-C183BF0C3FD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13" name="Oval 1812">
                      <a:extLst>
                        <a:ext uri="{FF2B5EF4-FFF2-40B4-BE49-F238E27FC236}">
                          <a16:creationId xmlns:a16="http://schemas.microsoft.com/office/drawing/2014/main" id="{96D9F7F1-7FF0-D118-3F6A-A752D7A3D8B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14" name="Oval 1813">
                      <a:extLst>
                        <a:ext uri="{FF2B5EF4-FFF2-40B4-BE49-F238E27FC236}">
                          <a16:creationId xmlns:a16="http://schemas.microsoft.com/office/drawing/2014/main" id="{0B1FF9AB-C039-A089-9D3B-11622A0FBFF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15" name="Arc 1814">
                      <a:extLst>
                        <a:ext uri="{FF2B5EF4-FFF2-40B4-BE49-F238E27FC236}">
                          <a16:creationId xmlns:a16="http://schemas.microsoft.com/office/drawing/2014/main" id="{C9AED6D9-A1AC-8BDC-97A5-D266E613C3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16" name="Oval 1815">
                      <a:extLst>
                        <a:ext uri="{FF2B5EF4-FFF2-40B4-BE49-F238E27FC236}">
                          <a16:creationId xmlns:a16="http://schemas.microsoft.com/office/drawing/2014/main" id="{B456B506-9AF9-8BA4-CAA2-EA2250565D21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17" name="Arc 1816">
                      <a:extLst>
                        <a:ext uri="{FF2B5EF4-FFF2-40B4-BE49-F238E27FC236}">
                          <a16:creationId xmlns:a16="http://schemas.microsoft.com/office/drawing/2014/main" id="{28DE321B-8788-62E0-7927-392D82748D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18" name="Arc 1817">
                      <a:extLst>
                        <a:ext uri="{FF2B5EF4-FFF2-40B4-BE49-F238E27FC236}">
                          <a16:creationId xmlns:a16="http://schemas.microsoft.com/office/drawing/2014/main" id="{40E19610-A5ED-5985-12CB-B9AE8CF4E4B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796" name="Group 1795">
                  <a:extLst>
                    <a:ext uri="{FF2B5EF4-FFF2-40B4-BE49-F238E27FC236}">
                      <a16:creationId xmlns:a16="http://schemas.microsoft.com/office/drawing/2014/main" id="{5EB487FA-D1DE-0536-51F2-7751958332D6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799" name="Oval 1798">
                    <a:extLst>
                      <a:ext uri="{FF2B5EF4-FFF2-40B4-BE49-F238E27FC236}">
                        <a16:creationId xmlns:a16="http://schemas.microsoft.com/office/drawing/2014/main" id="{0B2A7088-29A2-D2F9-0BB2-08EEC8DAB9A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87E9FF5E-725F-81AA-1B47-0D9BF01DA24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801" name="Oval 1800">
                      <a:extLst>
                        <a:ext uri="{FF2B5EF4-FFF2-40B4-BE49-F238E27FC236}">
                          <a16:creationId xmlns:a16="http://schemas.microsoft.com/office/drawing/2014/main" id="{02F60C1F-E4A3-41B3-3743-B4A617B1456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02" name="Oval 1801">
                      <a:extLst>
                        <a:ext uri="{FF2B5EF4-FFF2-40B4-BE49-F238E27FC236}">
                          <a16:creationId xmlns:a16="http://schemas.microsoft.com/office/drawing/2014/main" id="{03A17796-EBFB-9E3A-DA22-1B07831A8A2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03" name="Oval 1802">
                      <a:extLst>
                        <a:ext uri="{FF2B5EF4-FFF2-40B4-BE49-F238E27FC236}">
                          <a16:creationId xmlns:a16="http://schemas.microsoft.com/office/drawing/2014/main" id="{BAF38551-A289-3601-59BF-E6F8C455606D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04" name="Oval 1803">
                      <a:extLst>
                        <a:ext uri="{FF2B5EF4-FFF2-40B4-BE49-F238E27FC236}">
                          <a16:creationId xmlns:a16="http://schemas.microsoft.com/office/drawing/2014/main" id="{CE0CF911-1DC0-7568-90C6-509671DBFFD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05" name="Arc 1804">
                      <a:extLst>
                        <a:ext uri="{FF2B5EF4-FFF2-40B4-BE49-F238E27FC236}">
                          <a16:creationId xmlns:a16="http://schemas.microsoft.com/office/drawing/2014/main" id="{BD3C4D78-2A3E-3385-0650-40381CFEB6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06" name="Oval 1805">
                      <a:extLst>
                        <a:ext uri="{FF2B5EF4-FFF2-40B4-BE49-F238E27FC236}">
                          <a16:creationId xmlns:a16="http://schemas.microsoft.com/office/drawing/2014/main" id="{2CD8F8E9-72D1-BADE-11D7-BE0A71DB5BF0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07" name="Arc 1806">
                      <a:extLst>
                        <a:ext uri="{FF2B5EF4-FFF2-40B4-BE49-F238E27FC236}">
                          <a16:creationId xmlns:a16="http://schemas.microsoft.com/office/drawing/2014/main" id="{9DB05594-B06E-D88D-B4A4-B7D0055C9C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08" name="Arc 1807">
                      <a:extLst>
                        <a:ext uri="{FF2B5EF4-FFF2-40B4-BE49-F238E27FC236}">
                          <a16:creationId xmlns:a16="http://schemas.microsoft.com/office/drawing/2014/main" id="{8072818A-7047-CA41-3514-745193DA0DD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797" name="Straight Connector 1796">
                  <a:extLst>
                    <a:ext uri="{FF2B5EF4-FFF2-40B4-BE49-F238E27FC236}">
                      <a16:creationId xmlns:a16="http://schemas.microsoft.com/office/drawing/2014/main" id="{090B1975-6DC3-314B-7614-9F694425A697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8" name="Straight Connector 1797">
                  <a:extLst>
                    <a:ext uri="{FF2B5EF4-FFF2-40B4-BE49-F238E27FC236}">
                      <a16:creationId xmlns:a16="http://schemas.microsoft.com/office/drawing/2014/main" id="{7C6424B2-1DCA-6784-8EF1-79DE6EC11BF0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86" name="Group 1785">
                <a:extLst>
                  <a:ext uri="{FF2B5EF4-FFF2-40B4-BE49-F238E27FC236}">
                    <a16:creationId xmlns:a16="http://schemas.microsoft.com/office/drawing/2014/main" id="{8B75254D-B171-466D-5073-276387979B48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787" name="Moon 1786">
                  <a:extLst>
                    <a:ext uri="{FF2B5EF4-FFF2-40B4-BE49-F238E27FC236}">
                      <a16:creationId xmlns:a16="http://schemas.microsoft.com/office/drawing/2014/main" id="{D41F2DFA-3F1B-AA28-7685-188842E53150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8" name="Oval 1787">
                  <a:extLst>
                    <a:ext uri="{FF2B5EF4-FFF2-40B4-BE49-F238E27FC236}">
                      <a16:creationId xmlns:a16="http://schemas.microsoft.com/office/drawing/2014/main" id="{418A5CAD-1B28-6856-290F-4B605C840DBD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9" name="Oval 1788">
                  <a:extLst>
                    <a:ext uri="{FF2B5EF4-FFF2-40B4-BE49-F238E27FC236}">
                      <a16:creationId xmlns:a16="http://schemas.microsoft.com/office/drawing/2014/main" id="{F8DBAD92-5A2E-3B47-F6C2-B2900F6962B2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0" name="Oval 1789">
                  <a:extLst>
                    <a:ext uri="{FF2B5EF4-FFF2-40B4-BE49-F238E27FC236}">
                      <a16:creationId xmlns:a16="http://schemas.microsoft.com/office/drawing/2014/main" id="{DBA921B9-8DBA-6754-A7E0-5B79C4E9A47A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1" name="Oval 1790">
                  <a:extLst>
                    <a:ext uri="{FF2B5EF4-FFF2-40B4-BE49-F238E27FC236}">
                      <a16:creationId xmlns:a16="http://schemas.microsoft.com/office/drawing/2014/main" id="{55208F3C-89A3-4365-DF17-2F8DE7E2BABC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2" name="Oval 1791">
                  <a:extLst>
                    <a:ext uri="{FF2B5EF4-FFF2-40B4-BE49-F238E27FC236}">
                      <a16:creationId xmlns:a16="http://schemas.microsoft.com/office/drawing/2014/main" id="{A0DDB9AF-5A8E-9DD0-43B6-7CD14BA8F9D0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3" name="Oval 1792">
                  <a:extLst>
                    <a:ext uri="{FF2B5EF4-FFF2-40B4-BE49-F238E27FC236}">
                      <a16:creationId xmlns:a16="http://schemas.microsoft.com/office/drawing/2014/main" id="{670AA93B-9035-5CF0-9FAA-ECE9C4036130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4" name="Oval 1793">
                  <a:extLst>
                    <a:ext uri="{FF2B5EF4-FFF2-40B4-BE49-F238E27FC236}">
                      <a16:creationId xmlns:a16="http://schemas.microsoft.com/office/drawing/2014/main" id="{FC9155AA-1E80-EA76-6126-6D515A93A39A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843" name="TextBox 1842">
              <a:extLst>
                <a:ext uri="{FF2B5EF4-FFF2-40B4-BE49-F238E27FC236}">
                  <a16:creationId xmlns:a16="http://schemas.microsoft.com/office/drawing/2014/main" id="{E60C0265-B86B-07C0-D707-D6D34BD8B19B}"/>
                </a:ext>
              </a:extLst>
            </p:cNvPr>
            <p:cNvSpPr txBox="1"/>
            <p:nvPr/>
          </p:nvSpPr>
          <p:spPr>
            <a:xfrm>
              <a:off x="5096640" y="2188533"/>
              <a:ext cx="18191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antibody to </a:t>
              </a:r>
              <a:r>
                <a:rPr lang="en-US" sz="1600" dirty="0">
                  <a:solidFill>
                    <a:srgbClr val="FF0000"/>
                  </a:solidFill>
                </a:rPr>
                <a:t>new infections</a:t>
              </a:r>
            </a:p>
          </p:txBody>
        </p:sp>
        <p:sp>
          <p:nvSpPr>
            <p:cNvPr id="1844" name="TextBox 1843">
              <a:extLst>
                <a:ext uri="{FF2B5EF4-FFF2-40B4-BE49-F238E27FC236}">
                  <a16:creationId xmlns:a16="http://schemas.microsoft.com/office/drawing/2014/main" id="{4829D7B9-4BB1-4A8E-0FF4-3580631C4E06}"/>
                </a:ext>
              </a:extLst>
            </p:cNvPr>
            <p:cNvSpPr txBox="1"/>
            <p:nvPr/>
          </p:nvSpPr>
          <p:spPr>
            <a:xfrm>
              <a:off x="5164473" y="3627817"/>
              <a:ext cx="18328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competes for transport with</a:t>
              </a:r>
            </a:p>
          </p:txBody>
        </p:sp>
        <p:sp>
          <p:nvSpPr>
            <p:cNvPr id="1845" name="TextBox 1844">
              <a:extLst>
                <a:ext uri="{FF2B5EF4-FFF2-40B4-BE49-F238E27FC236}">
                  <a16:creationId xmlns:a16="http://schemas.microsoft.com/office/drawing/2014/main" id="{CFCA26C2-9D69-0DD1-A839-D821E03D2403}"/>
                </a:ext>
              </a:extLst>
            </p:cNvPr>
            <p:cNvSpPr txBox="1"/>
            <p:nvPr/>
          </p:nvSpPr>
          <p:spPr>
            <a:xfrm>
              <a:off x="5096640" y="5089896"/>
              <a:ext cx="18191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antibodies to </a:t>
              </a:r>
              <a:r>
                <a:rPr lang="en-US" sz="1600" dirty="0">
                  <a:solidFill>
                    <a:srgbClr val="0432FF"/>
                  </a:solidFill>
                </a:rPr>
                <a:t>earlier </a:t>
              </a:r>
              <a:r>
                <a:rPr lang="en-US" sz="1600" dirty="0">
                  <a:solidFill>
                    <a:srgbClr val="00B100"/>
                  </a:solidFill>
                </a:rPr>
                <a:t>infections</a:t>
              </a:r>
            </a:p>
          </p:txBody>
        </p:sp>
        <p:sp>
          <p:nvSpPr>
            <p:cNvPr id="1846" name="Down Arrow 1845">
              <a:extLst>
                <a:ext uri="{FF2B5EF4-FFF2-40B4-BE49-F238E27FC236}">
                  <a16:creationId xmlns:a16="http://schemas.microsoft.com/office/drawing/2014/main" id="{0E461FAC-FA54-D417-70EF-191D04337FA8}"/>
                </a:ext>
              </a:extLst>
            </p:cNvPr>
            <p:cNvSpPr/>
            <p:nvPr/>
          </p:nvSpPr>
          <p:spPr>
            <a:xfrm rot="15969114">
              <a:off x="9018068" y="4514008"/>
              <a:ext cx="176985" cy="944688"/>
            </a:xfrm>
            <a:prstGeom prst="downArrow">
              <a:avLst/>
            </a:prstGeom>
            <a:solidFill>
              <a:schemeClr val="accent2">
                <a:lumMod val="5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7" name="Down Arrow 1846">
              <a:extLst>
                <a:ext uri="{FF2B5EF4-FFF2-40B4-BE49-F238E27FC236}">
                  <a16:creationId xmlns:a16="http://schemas.microsoft.com/office/drawing/2014/main" id="{EF88B9AD-BD09-6739-E691-4AFAE6D8588C}"/>
                </a:ext>
              </a:extLst>
            </p:cNvPr>
            <p:cNvSpPr/>
            <p:nvPr/>
          </p:nvSpPr>
          <p:spPr>
            <a:xfrm rot="15863091">
              <a:off x="7602289" y="5026392"/>
              <a:ext cx="162427" cy="344503"/>
            </a:xfrm>
            <a:prstGeom prst="downArrow">
              <a:avLst/>
            </a:prstGeom>
            <a:solidFill>
              <a:schemeClr val="accent2">
                <a:lumMod val="5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48" name="Group 1847">
              <a:extLst>
                <a:ext uri="{FF2B5EF4-FFF2-40B4-BE49-F238E27FC236}">
                  <a16:creationId xmlns:a16="http://schemas.microsoft.com/office/drawing/2014/main" id="{D40E4446-4766-5886-5802-82102AF9B44E}"/>
                </a:ext>
              </a:extLst>
            </p:cNvPr>
            <p:cNvGrpSpPr/>
            <p:nvPr/>
          </p:nvGrpSpPr>
          <p:grpSpPr>
            <a:xfrm rot="5400000" flipH="1" flipV="1">
              <a:off x="9756818" y="3437915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849" name="Group 1848">
                <a:extLst>
                  <a:ext uri="{FF2B5EF4-FFF2-40B4-BE49-F238E27FC236}">
                    <a16:creationId xmlns:a16="http://schemas.microsoft.com/office/drawing/2014/main" id="{12763EE4-FF19-586D-B5D3-04AFC28C09DD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884" name="Group 1883">
                  <a:extLst>
                    <a:ext uri="{FF2B5EF4-FFF2-40B4-BE49-F238E27FC236}">
                      <a16:creationId xmlns:a16="http://schemas.microsoft.com/office/drawing/2014/main" id="{5DDE7CD2-A9DA-AA76-EB27-9B7E397D0633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898" name="Oval 1897">
                    <a:extLst>
                      <a:ext uri="{FF2B5EF4-FFF2-40B4-BE49-F238E27FC236}">
                        <a16:creationId xmlns:a16="http://schemas.microsoft.com/office/drawing/2014/main" id="{95653C2D-5698-83DC-7C6A-DA6D18444DD4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99" name="Group 1898">
                    <a:extLst>
                      <a:ext uri="{FF2B5EF4-FFF2-40B4-BE49-F238E27FC236}">
                        <a16:creationId xmlns:a16="http://schemas.microsoft.com/office/drawing/2014/main" id="{CCF83B6B-DFE2-7C85-85C4-B5A8C06C933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900" name="Oval 1899">
                      <a:extLst>
                        <a:ext uri="{FF2B5EF4-FFF2-40B4-BE49-F238E27FC236}">
                          <a16:creationId xmlns:a16="http://schemas.microsoft.com/office/drawing/2014/main" id="{A990721F-2BDD-3C93-5D33-93946E6DAC2F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01" name="Oval 1900">
                      <a:extLst>
                        <a:ext uri="{FF2B5EF4-FFF2-40B4-BE49-F238E27FC236}">
                          <a16:creationId xmlns:a16="http://schemas.microsoft.com/office/drawing/2014/main" id="{1DBBEB45-AFCD-17AB-BB0E-21D1FFC5516C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02" name="Oval 1901">
                      <a:extLst>
                        <a:ext uri="{FF2B5EF4-FFF2-40B4-BE49-F238E27FC236}">
                          <a16:creationId xmlns:a16="http://schemas.microsoft.com/office/drawing/2014/main" id="{EF7B618E-EC41-D29D-AE83-5FBA00C8FD4E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03" name="Oval 1902">
                      <a:extLst>
                        <a:ext uri="{FF2B5EF4-FFF2-40B4-BE49-F238E27FC236}">
                          <a16:creationId xmlns:a16="http://schemas.microsoft.com/office/drawing/2014/main" id="{70794A57-3DAF-4684-4613-3E2DB00FA1C8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04" name="Arc 1903">
                      <a:extLst>
                        <a:ext uri="{FF2B5EF4-FFF2-40B4-BE49-F238E27FC236}">
                          <a16:creationId xmlns:a16="http://schemas.microsoft.com/office/drawing/2014/main" id="{E7B6B87A-4DAA-B3B5-DCF9-3019689009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05" name="Oval 1904">
                      <a:extLst>
                        <a:ext uri="{FF2B5EF4-FFF2-40B4-BE49-F238E27FC236}">
                          <a16:creationId xmlns:a16="http://schemas.microsoft.com/office/drawing/2014/main" id="{AFCB574E-402F-B558-1BB7-7B7A45A8E2F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06" name="Arc 1905">
                      <a:extLst>
                        <a:ext uri="{FF2B5EF4-FFF2-40B4-BE49-F238E27FC236}">
                          <a16:creationId xmlns:a16="http://schemas.microsoft.com/office/drawing/2014/main" id="{5FDA7930-6EDB-19FD-924C-468A45D013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07" name="Arc 1906">
                      <a:extLst>
                        <a:ext uri="{FF2B5EF4-FFF2-40B4-BE49-F238E27FC236}">
                          <a16:creationId xmlns:a16="http://schemas.microsoft.com/office/drawing/2014/main" id="{4DC2523E-8AE5-DD30-F67B-F7370B453B7C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885" name="Group 1884">
                  <a:extLst>
                    <a:ext uri="{FF2B5EF4-FFF2-40B4-BE49-F238E27FC236}">
                      <a16:creationId xmlns:a16="http://schemas.microsoft.com/office/drawing/2014/main" id="{EECB2D9C-302C-8E3B-E35F-8438877A5726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888" name="Oval 1887">
                    <a:extLst>
                      <a:ext uri="{FF2B5EF4-FFF2-40B4-BE49-F238E27FC236}">
                        <a16:creationId xmlns:a16="http://schemas.microsoft.com/office/drawing/2014/main" id="{0A701F9C-0A8A-8334-4C4C-057526D14CC8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89" name="Group 1888">
                    <a:extLst>
                      <a:ext uri="{FF2B5EF4-FFF2-40B4-BE49-F238E27FC236}">
                        <a16:creationId xmlns:a16="http://schemas.microsoft.com/office/drawing/2014/main" id="{F90A7B31-2938-7F2A-597A-BC313E9E059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890" name="Oval 1889">
                      <a:extLst>
                        <a:ext uri="{FF2B5EF4-FFF2-40B4-BE49-F238E27FC236}">
                          <a16:creationId xmlns:a16="http://schemas.microsoft.com/office/drawing/2014/main" id="{3452A78A-2854-2CFC-553E-182FFD8577BA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91" name="Oval 1890">
                      <a:extLst>
                        <a:ext uri="{FF2B5EF4-FFF2-40B4-BE49-F238E27FC236}">
                          <a16:creationId xmlns:a16="http://schemas.microsoft.com/office/drawing/2014/main" id="{7745C5C3-B549-DE7E-1743-7F067E2AB5BC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92" name="Oval 1891">
                      <a:extLst>
                        <a:ext uri="{FF2B5EF4-FFF2-40B4-BE49-F238E27FC236}">
                          <a16:creationId xmlns:a16="http://schemas.microsoft.com/office/drawing/2014/main" id="{D8CC6E79-3C12-BEA2-A67F-4D6D41F98A2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93" name="Oval 1892">
                      <a:extLst>
                        <a:ext uri="{FF2B5EF4-FFF2-40B4-BE49-F238E27FC236}">
                          <a16:creationId xmlns:a16="http://schemas.microsoft.com/office/drawing/2014/main" id="{DA3538A8-EDB5-6A9E-8AF8-05B5A95FEF5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94" name="Arc 1893">
                      <a:extLst>
                        <a:ext uri="{FF2B5EF4-FFF2-40B4-BE49-F238E27FC236}">
                          <a16:creationId xmlns:a16="http://schemas.microsoft.com/office/drawing/2014/main" id="{33AE8D15-29BE-BAF2-812C-F005E367F3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95" name="Oval 1894">
                      <a:extLst>
                        <a:ext uri="{FF2B5EF4-FFF2-40B4-BE49-F238E27FC236}">
                          <a16:creationId xmlns:a16="http://schemas.microsoft.com/office/drawing/2014/main" id="{370793D3-75E5-6688-9E99-FB5471D343B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96" name="Arc 1895">
                      <a:extLst>
                        <a:ext uri="{FF2B5EF4-FFF2-40B4-BE49-F238E27FC236}">
                          <a16:creationId xmlns:a16="http://schemas.microsoft.com/office/drawing/2014/main" id="{09DEB046-5DFE-EEDB-A780-2FD3134309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97" name="Arc 1896">
                      <a:extLst>
                        <a:ext uri="{FF2B5EF4-FFF2-40B4-BE49-F238E27FC236}">
                          <a16:creationId xmlns:a16="http://schemas.microsoft.com/office/drawing/2014/main" id="{3B7DFD89-2033-ADAC-B6F0-F7D83A478B5A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886" name="Straight Connector 1885">
                  <a:extLst>
                    <a:ext uri="{FF2B5EF4-FFF2-40B4-BE49-F238E27FC236}">
                      <a16:creationId xmlns:a16="http://schemas.microsoft.com/office/drawing/2014/main" id="{FCA05C18-D10F-CA0C-565E-F888696239BB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7" name="Straight Connector 1886">
                  <a:extLst>
                    <a:ext uri="{FF2B5EF4-FFF2-40B4-BE49-F238E27FC236}">
                      <a16:creationId xmlns:a16="http://schemas.microsoft.com/office/drawing/2014/main" id="{AA20C1F3-08DD-555D-C20C-3B54CA8B08C3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0" name="Group 1849">
                <a:extLst>
                  <a:ext uri="{FF2B5EF4-FFF2-40B4-BE49-F238E27FC236}">
                    <a16:creationId xmlns:a16="http://schemas.microsoft.com/office/drawing/2014/main" id="{5DD52956-00F0-3973-4FC8-46F708513FDA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860" name="Group 1859">
                  <a:extLst>
                    <a:ext uri="{FF2B5EF4-FFF2-40B4-BE49-F238E27FC236}">
                      <a16:creationId xmlns:a16="http://schemas.microsoft.com/office/drawing/2014/main" id="{8AC76FEA-D092-DCD6-3182-63F2E37AC02A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874" name="Oval 1873">
                    <a:extLst>
                      <a:ext uri="{FF2B5EF4-FFF2-40B4-BE49-F238E27FC236}">
                        <a16:creationId xmlns:a16="http://schemas.microsoft.com/office/drawing/2014/main" id="{4D989A87-6F3A-6CB0-BE30-37A1EDE8EFB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75" name="Group 1874">
                    <a:extLst>
                      <a:ext uri="{FF2B5EF4-FFF2-40B4-BE49-F238E27FC236}">
                        <a16:creationId xmlns:a16="http://schemas.microsoft.com/office/drawing/2014/main" id="{C2FA6808-C1C3-C379-88DF-FBA19A46E8A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876" name="Oval 1875">
                      <a:extLst>
                        <a:ext uri="{FF2B5EF4-FFF2-40B4-BE49-F238E27FC236}">
                          <a16:creationId xmlns:a16="http://schemas.microsoft.com/office/drawing/2014/main" id="{E1BC9265-49B2-A073-7675-B7D7375A5421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77" name="Oval 1876">
                      <a:extLst>
                        <a:ext uri="{FF2B5EF4-FFF2-40B4-BE49-F238E27FC236}">
                          <a16:creationId xmlns:a16="http://schemas.microsoft.com/office/drawing/2014/main" id="{5448C450-1D8E-B13A-D3C7-EE1877636F2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78" name="Oval 1877">
                      <a:extLst>
                        <a:ext uri="{FF2B5EF4-FFF2-40B4-BE49-F238E27FC236}">
                          <a16:creationId xmlns:a16="http://schemas.microsoft.com/office/drawing/2014/main" id="{EE3A6530-06E8-E84A-958E-CF46942ABD4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79" name="Oval 1878">
                      <a:extLst>
                        <a:ext uri="{FF2B5EF4-FFF2-40B4-BE49-F238E27FC236}">
                          <a16:creationId xmlns:a16="http://schemas.microsoft.com/office/drawing/2014/main" id="{B1940F85-54E3-CC0F-8B5D-00B9388D929C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80" name="Arc 1879">
                      <a:extLst>
                        <a:ext uri="{FF2B5EF4-FFF2-40B4-BE49-F238E27FC236}">
                          <a16:creationId xmlns:a16="http://schemas.microsoft.com/office/drawing/2014/main" id="{F321B51F-EC87-9CDC-DF5F-BC5A14E7ED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81" name="Oval 1880">
                      <a:extLst>
                        <a:ext uri="{FF2B5EF4-FFF2-40B4-BE49-F238E27FC236}">
                          <a16:creationId xmlns:a16="http://schemas.microsoft.com/office/drawing/2014/main" id="{DAE9FC46-0B06-AEBB-1B6D-D9F985B4515E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82" name="Arc 1881">
                      <a:extLst>
                        <a:ext uri="{FF2B5EF4-FFF2-40B4-BE49-F238E27FC236}">
                          <a16:creationId xmlns:a16="http://schemas.microsoft.com/office/drawing/2014/main" id="{CD0130D8-BB9D-9FBE-F625-05B43483DA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83" name="Arc 1882">
                      <a:extLst>
                        <a:ext uri="{FF2B5EF4-FFF2-40B4-BE49-F238E27FC236}">
                          <a16:creationId xmlns:a16="http://schemas.microsoft.com/office/drawing/2014/main" id="{4BFDD339-1800-DBCC-88EB-A1974F1B858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861" name="Group 1860">
                  <a:extLst>
                    <a:ext uri="{FF2B5EF4-FFF2-40B4-BE49-F238E27FC236}">
                      <a16:creationId xmlns:a16="http://schemas.microsoft.com/office/drawing/2014/main" id="{95A256A0-08ED-3466-A9EC-4E4AD8045941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864" name="Oval 1863">
                    <a:extLst>
                      <a:ext uri="{FF2B5EF4-FFF2-40B4-BE49-F238E27FC236}">
                        <a16:creationId xmlns:a16="http://schemas.microsoft.com/office/drawing/2014/main" id="{8013732E-557D-D5C8-6271-5013EDCE2A9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FAF231F4-DD7F-138C-C777-47D4FC1DEC6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866" name="Oval 1865">
                      <a:extLst>
                        <a:ext uri="{FF2B5EF4-FFF2-40B4-BE49-F238E27FC236}">
                          <a16:creationId xmlns:a16="http://schemas.microsoft.com/office/drawing/2014/main" id="{53D0A5A4-4F73-2A64-B139-18A64DCBCFF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67" name="Oval 1866">
                      <a:extLst>
                        <a:ext uri="{FF2B5EF4-FFF2-40B4-BE49-F238E27FC236}">
                          <a16:creationId xmlns:a16="http://schemas.microsoft.com/office/drawing/2014/main" id="{C5F3B30E-8336-F141-C1E7-37F2D49E028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68" name="Oval 1867">
                      <a:extLst>
                        <a:ext uri="{FF2B5EF4-FFF2-40B4-BE49-F238E27FC236}">
                          <a16:creationId xmlns:a16="http://schemas.microsoft.com/office/drawing/2014/main" id="{7828985E-D471-30C5-CBBB-C202192E8488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69" name="Oval 1868">
                      <a:extLst>
                        <a:ext uri="{FF2B5EF4-FFF2-40B4-BE49-F238E27FC236}">
                          <a16:creationId xmlns:a16="http://schemas.microsoft.com/office/drawing/2014/main" id="{FB10E21F-02DC-568B-0CF8-30072E177FB0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70" name="Arc 1869">
                      <a:extLst>
                        <a:ext uri="{FF2B5EF4-FFF2-40B4-BE49-F238E27FC236}">
                          <a16:creationId xmlns:a16="http://schemas.microsoft.com/office/drawing/2014/main" id="{DE41E5F1-0EA9-B937-78B0-F44700F3F3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71" name="Oval 1870">
                      <a:extLst>
                        <a:ext uri="{FF2B5EF4-FFF2-40B4-BE49-F238E27FC236}">
                          <a16:creationId xmlns:a16="http://schemas.microsoft.com/office/drawing/2014/main" id="{FDF5F17C-6E47-A652-F58B-DD52892F551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872" name="Arc 1871">
                      <a:extLst>
                        <a:ext uri="{FF2B5EF4-FFF2-40B4-BE49-F238E27FC236}">
                          <a16:creationId xmlns:a16="http://schemas.microsoft.com/office/drawing/2014/main" id="{47010231-805A-4169-2D12-83E3D4E086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73" name="Arc 1872">
                      <a:extLst>
                        <a:ext uri="{FF2B5EF4-FFF2-40B4-BE49-F238E27FC236}">
                          <a16:creationId xmlns:a16="http://schemas.microsoft.com/office/drawing/2014/main" id="{025AEC70-86C9-EB22-3A7E-054A89472E0C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862" name="Straight Connector 1861">
                  <a:extLst>
                    <a:ext uri="{FF2B5EF4-FFF2-40B4-BE49-F238E27FC236}">
                      <a16:creationId xmlns:a16="http://schemas.microsoft.com/office/drawing/2014/main" id="{3D55F6B7-51D8-9791-13CC-E6791F8CCCDB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3" name="Straight Connector 1862">
                  <a:extLst>
                    <a:ext uri="{FF2B5EF4-FFF2-40B4-BE49-F238E27FC236}">
                      <a16:creationId xmlns:a16="http://schemas.microsoft.com/office/drawing/2014/main" id="{932103A0-BFD1-CBDC-9247-2F4394F1857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1" name="Group 1850">
                <a:extLst>
                  <a:ext uri="{FF2B5EF4-FFF2-40B4-BE49-F238E27FC236}">
                    <a16:creationId xmlns:a16="http://schemas.microsoft.com/office/drawing/2014/main" id="{7C9A9546-A715-50F0-0766-A9E4A853B3CE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852" name="Moon 1851">
                  <a:extLst>
                    <a:ext uri="{FF2B5EF4-FFF2-40B4-BE49-F238E27FC236}">
                      <a16:creationId xmlns:a16="http://schemas.microsoft.com/office/drawing/2014/main" id="{63B39094-C223-69BC-2C58-C7A28B906A51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Oval 1852">
                  <a:extLst>
                    <a:ext uri="{FF2B5EF4-FFF2-40B4-BE49-F238E27FC236}">
                      <a16:creationId xmlns:a16="http://schemas.microsoft.com/office/drawing/2014/main" id="{DD8E966F-42A5-07E1-7ED1-B71EF5C6D1C0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Oval 1853">
                  <a:extLst>
                    <a:ext uri="{FF2B5EF4-FFF2-40B4-BE49-F238E27FC236}">
                      <a16:creationId xmlns:a16="http://schemas.microsoft.com/office/drawing/2014/main" id="{0F8D10D0-0AB3-57D4-5F8E-BC273BDFAF5C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5" name="Oval 1854">
                  <a:extLst>
                    <a:ext uri="{FF2B5EF4-FFF2-40B4-BE49-F238E27FC236}">
                      <a16:creationId xmlns:a16="http://schemas.microsoft.com/office/drawing/2014/main" id="{B6F28F70-DF06-E8C5-270B-8F22E464DB5B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6" name="Oval 1855">
                  <a:extLst>
                    <a:ext uri="{FF2B5EF4-FFF2-40B4-BE49-F238E27FC236}">
                      <a16:creationId xmlns:a16="http://schemas.microsoft.com/office/drawing/2014/main" id="{A9F90017-EAF4-E9B9-A58D-50D423B88355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7" name="Oval 1856">
                  <a:extLst>
                    <a:ext uri="{FF2B5EF4-FFF2-40B4-BE49-F238E27FC236}">
                      <a16:creationId xmlns:a16="http://schemas.microsoft.com/office/drawing/2014/main" id="{E30525E7-4C28-0EA0-F5EC-A4B8EE8EA236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8" name="Oval 1857">
                  <a:extLst>
                    <a:ext uri="{FF2B5EF4-FFF2-40B4-BE49-F238E27FC236}">
                      <a16:creationId xmlns:a16="http://schemas.microsoft.com/office/drawing/2014/main" id="{24196E42-86EF-F225-05DC-D0B32F0E9CFF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9" name="Oval 1858">
                  <a:extLst>
                    <a:ext uri="{FF2B5EF4-FFF2-40B4-BE49-F238E27FC236}">
                      <a16:creationId xmlns:a16="http://schemas.microsoft.com/office/drawing/2014/main" id="{3ADCFFD1-986A-159B-193A-3BE0ECD08A15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08" name="Group 1907">
              <a:extLst>
                <a:ext uri="{FF2B5EF4-FFF2-40B4-BE49-F238E27FC236}">
                  <a16:creationId xmlns:a16="http://schemas.microsoft.com/office/drawing/2014/main" id="{8EA772D0-AEF0-7728-9862-F2C56C2B3493}"/>
                </a:ext>
              </a:extLst>
            </p:cNvPr>
            <p:cNvGrpSpPr/>
            <p:nvPr/>
          </p:nvGrpSpPr>
          <p:grpSpPr>
            <a:xfrm rot="7464527" flipH="1" flipV="1">
              <a:off x="9728086" y="2475094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909" name="Group 1908">
                <a:extLst>
                  <a:ext uri="{FF2B5EF4-FFF2-40B4-BE49-F238E27FC236}">
                    <a16:creationId xmlns:a16="http://schemas.microsoft.com/office/drawing/2014/main" id="{001801EF-1BC3-C302-C2B2-FA18D419AD9C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944" name="Group 1943">
                  <a:extLst>
                    <a:ext uri="{FF2B5EF4-FFF2-40B4-BE49-F238E27FC236}">
                      <a16:creationId xmlns:a16="http://schemas.microsoft.com/office/drawing/2014/main" id="{2E73D2FC-F136-24D0-0BE9-917D5DBA19AB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958" name="Oval 1957">
                    <a:extLst>
                      <a:ext uri="{FF2B5EF4-FFF2-40B4-BE49-F238E27FC236}">
                        <a16:creationId xmlns:a16="http://schemas.microsoft.com/office/drawing/2014/main" id="{8EAFFD8D-0BE2-220F-F90C-2F216316818A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959" name="Group 1958">
                    <a:extLst>
                      <a:ext uri="{FF2B5EF4-FFF2-40B4-BE49-F238E27FC236}">
                        <a16:creationId xmlns:a16="http://schemas.microsoft.com/office/drawing/2014/main" id="{E44643BF-215A-3ECE-6379-71247179E1E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960" name="Oval 1959">
                      <a:extLst>
                        <a:ext uri="{FF2B5EF4-FFF2-40B4-BE49-F238E27FC236}">
                          <a16:creationId xmlns:a16="http://schemas.microsoft.com/office/drawing/2014/main" id="{AFDEFC37-7E0F-7BDA-9D41-23B88BC6EE5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61" name="Oval 1960">
                      <a:extLst>
                        <a:ext uri="{FF2B5EF4-FFF2-40B4-BE49-F238E27FC236}">
                          <a16:creationId xmlns:a16="http://schemas.microsoft.com/office/drawing/2014/main" id="{B2744607-7350-93EF-41B8-F92BDB12D22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62" name="Oval 1961">
                      <a:extLst>
                        <a:ext uri="{FF2B5EF4-FFF2-40B4-BE49-F238E27FC236}">
                          <a16:creationId xmlns:a16="http://schemas.microsoft.com/office/drawing/2014/main" id="{742B4B58-2D63-5D69-2D9C-58D3DCE7E11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63" name="Oval 1962">
                      <a:extLst>
                        <a:ext uri="{FF2B5EF4-FFF2-40B4-BE49-F238E27FC236}">
                          <a16:creationId xmlns:a16="http://schemas.microsoft.com/office/drawing/2014/main" id="{610B369E-BD1A-A675-6AF3-750A1FB434E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64" name="Arc 1963">
                      <a:extLst>
                        <a:ext uri="{FF2B5EF4-FFF2-40B4-BE49-F238E27FC236}">
                          <a16:creationId xmlns:a16="http://schemas.microsoft.com/office/drawing/2014/main" id="{B89A9E67-DD68-73EE-C10F-3930D915B2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65" name="Oval 1964">
                      <a:extLst>
                        <a:ext uri="{FF2B5EF4-FFF2-40B4-BE49-F238E27FC236}">
                          <a16:creationId xmlns:a16="http://schemas.microsoft.com/office/drawing/2014/main" id="{9FFBEE6E-92C1-CAA2-4B85-D32198E0239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66" name="Arc 1965">
                      <a:extLst>
                        <a:ext uri="{FF2B5EF4-FFF2-40B4-BE49-F238E27FC236}">
                          <a16:creationId xmlns:a16="http://schemas.microsoft.com/office/drawing/2014/main" id="{D10EA0A5-8214-DADF-9CF6-C5FD54E594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67" name="Arc 1966">
                      <a:extLst>
                        <a:ext uri="{FF2B5EF4-FFF2-40B4-BE49-F238E27FC236}">
                          <a16:creationId xmlns:a16="http://schemas.microsoft.com/office/drawing/2014/main" id="{209F4FE9-25DD-43B6-DCFF-D8820F2B753F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945" name="Group 1944">
                  <a:extLst>
                    <a:ext uri="{FF2B5EF4-FFF2-40B4-BE49-F238E27FC236}">
                      <a16:creationId xmlns:a16="http://schemas.microsoft.com/office/drawing/2014/main" id="{16E50F19-6C56-0428-25F9-4CF2B92C94A7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948" name="Oval 1947">
                    <a:extLst>
                      <a:ext uri="{FF2B5EF4-FFF2-40B4-BE49-F238E27FC236}">
                        <a16:creationId xmlns:a16="http://schemas.microsoft.com/office/drawing/2014/main" id="{B100D052-E959-F72C-9125-DC9E0D2A2F5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949" name="Group 1948">
                    <a:extLst>
                      <a:ext uri="{FF2B5EF4-FFF2-40B4-BE49-F238E27FC236}">
                        <a16:creationId xmlns:a16="http://schemas.microsoft.com/office/drawing/2014/main" id="{442D23DD-4ADA-04A5-C167-ACD23DB13DA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950" name="Oval 1949">
                      <a:extLst>
                        <a:ext uri="{FF2B5EF4-FFF2-40B4-BE49-F238E27FC236}">
                          <a16:creationId xmlns:a16="http://schemas.microsoft.com/office/drawing/2014/main" id="{D1725862-8EE8-9C0B-D9F4-013C79D7ACB4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51" name="Oval 1950">
                      <a:extLst>
                        <a:ext uri="{FF2B5EF4-FFF2-40B4-BE49-F238E27FC236}">
                          <a16:creationId xmlns:a16="http://schemas.microsoft.com/office/drawing/2014/main" id="{1CA64253-D47B-3E01-89C3-B5B12DCD5DB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52" name="Oval 1951">
                      <a:extLst>
                        <a:ext uri="{FF2B5EF4-FFF2-40B4-BE49-F238E27FC236}">
                          <a16:creationId xmlns:a16="http://schemas.microsoft.com/office/drawing/2014/main" id="{69827CD7-ED2B-79C1-DCD4-B44DA94A336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53" name="Oval 1952">
                      <a:extLst>
                        <a:ext uri="{FF2B5EF4-FFF2-40B4-BE49-F238E27FC236}">
                          <a16:creationId xmlns:a16="http://schemas.microsoft.com/office/drawing/2014/main" id="{D3A2DE39-244B-B59C-1C91-D71CA3FD773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54" name="Arc 1953">
                      <a:extLst>
                        <a:ext uri="{FF2B5EF4-FFF2-40B4-BE49-F238E27FC236}">
                          <a16:creationId xmlns:a16="http://schemas.microsoft.com/office/drawing/2014/main" id="{DF8E0796-1893-ED0C-45CF-BDC4105767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55" name="Oval 1954">
                      <a:extLst>
                        <a:ext uri="{FF2B5EF4-FFF2-40B4-BE49-F238E27FC236}">
                          <a16:creationId xmlns:a16="http://schemas.microsoft.com/office/drawing/2014/main" id="{4E3F1327-0C72-B7D0-A4B4-538D85C9D151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56" name="Arc 1955">
                      <a:extLst>
                        <a:ext uri="{FF2B5EF4-FFF2-40B4-BE49-F238E27FC236}">
                          <a16:creationId xmlns:a16="http://schemas.microsoft.com/office/drawing/2014/main" id="{BCFC2CD0-E7E6-4A4C-B14C-D0DB45B18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57" name="Arc 1956">
                      <a:extLst>
                        <a:ext uri="{FF2B5EF4-FFF2-40B4-BE49-F238E27FC236}">
                          <a16:creationId xmlns:a16="http://schemas.microsoft.com/office/drawing/2014/main" id="{B3721AB9-D971-9FD0-2C84-8DF551B3D52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946" name="Straight Connector 1945">
                  <a:extLst>
                    <a:ext uri="{FF2B5EF4-FFF2-40B4-BE49-F238E27FC236}">
                      <a16:creationId xmlns:a16="http://schemas.microsoft.com/office/drawing/2014/main" id="{459D3AB2-D58B-9F29-66AC-6833CC8D2FF6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7" name="Straight Connector 1946">
                  <a:extLst>
                    <a:ext uri="{FF2B5EF4-FFF2-40B4-BE49-F238E27FC236}">
                      <a16:creationId xmlns:a16="http://schemas.microsoft.com/office/drawing/2014/main" id="{B3FBBECA-4F3C-2B60-DA82-04C6C76360E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10" name="Group 1909">
                <a:extLst>
                  <a:ext uri="{FF2B5EF4-FFF2-40B4-BE49-F238E27FC236}">
                    <a16:creationId xmlns:a16="http://schemas.microsoft.com/office/drawing/2014/main" id="{C2D1CAE2-6BE9-A3F2-590B-EA5692CAC67F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920" name="Group 1919">
                  <a:extLst>
                    <a:ext uri="{FF2B5EF4-FFF2-40B4-BE49-F238E27FC236}">
                      <a16:creationId xmlns:a16="http://schemas.microsoft.com/office/drawing/2014/main" id="{2290D1D4-6B0B-99CA-22B5-F12F59E4E9E6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934" name="Oval 1933">
                    <a:extLst>
                      <a:ext uri="{FF2B5EF4-FFF2-40B4-BE49-F238E27FC236}">
                        <a16:creationId xmlns:a16="http://schemas.microsoft.com/office/drawing/2014/main" id="{FD95DB81-2CBC-4C33-1FB5-78B86442D8A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935" name="Group 1934">
                    <a:extLst>
                      <a:ext uri="{FF2B5EF4-FFF2-40B4-BE49-F238E27FC236}">
                        <a16:creationId xmlns:a16="http://schemas.microsoft.com/office/drawing/2014/main" id="{AB903E4A-5878-CC58-691C-040284F6E43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936" name="Oval 1935">
                      <a:extLst>
                        <a:ext uri="{FF2B5EF4-FFF2-40B4-BE49-F238E27FC236}">
                          <a16:creationId xmlns:a16="http://schemas.microsoft.com/office/drawing/2014/main" id="{0E084A23-9B2B-5C87-2443-38D808F77BCE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37" name="Oval 1936">
                      <a:extLst>
                        <a:ext uri="{FF2B5EF4-FFF2-40B4-BE49-F238E27FC236}">
                          <a16:creationId xmlns:a16="http://schemas.microsoft.com/office/drawing/2014/main" id="{83890B2C-E3F2-0DB3-560F-1301CD53C208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38" name="Oval 1937">
                      <a:extLst>
                        <a:ext uri="{FF2B5EF4-FFF2-40B4-BE49-F238E27FC236}">
                          <a16:creationId xmlns:a16="http://schemas.microsoft.com/office/drawing/2014/main" id="{A00BDDD4-D334-366A-8188-21A295D8C43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39" name="Oval 1938">
                      <a:extLst>
                        <a:ext uri="{FF2B5EF4-FFF2-40B4-BE49-F238E27FC236}">
                          <a16:creationId xmlns:a16="http://schemas.microsoft.com/office/drawing/2014/main" id="{8732B8C6-CBB1-73AD-0F1E-FF1BE612E53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40" name="Arc 1939">
                      <a:extLst>
                        <a:ext uri="{FF2B5EF4-FFF2-40B4-BE49-F238E27FC236}">
                          <a16:creationId xmlns:a16="http://schemas.microsoft.com/office/drawing/2014/main" id="{A02DD5B2-980A-FD29-6009-35669EEA91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41" name="Oval 1940">
                      <a:extLst>
                        <a:ext uri="{FF2B5EF4-FFF2-40B4-BE49-F238E27FC236}">
                          <a16:creationId xmlns:a16="http://schemas.microsoft.com/office/drawing/2014/main" id="{369AA96C-C484-20E9-221F-DB09C2524B9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42" name="Arc 1941">
                      <a:extLst>
                        <a:ext uri="{FF2B5EF4-FFF2-40B4-BE49-F238E27FC236}">
                          <a16:creationId xmlns:a16="http://schemas.microsoft.com/office/drawing/2014/main" id="{E5834F11-ECB1-B2F8-E049-B598F725F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43" name="Arc 1942">
                      <a:extLst>
                        <a:ext uri="{FF2B5EF4-FFF2-40B4-BE49-F238E27FC236}">
                          <a16:creationId xmlns:a16="http://schemas.microsoft.com/office/drawing/2014/main" id="{4A86C76C-E8D2-C8FE-3056-9A2185824A5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921" name="Group 1920">
                  <a:extLst>
                    <a:ext uri="{FF2B5EF4-FFF2-40B4-BE49-F238E27FC236}">
                      <a16:creationId xmlns:a16="http://schemas.microsoft.com/office/drawing/2014/main" id="{9D2085C4-C72E-2ED5-B32E-8D7CFA5B2330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924" name="Oval 1923">
                    <a:extLst>
                      <a:ext uri="{FF2B5EF4-FFF2-40B4-BE49-F238E27FC236}">
                        <a16:creationId xmlns:a16="http://schemas.microsoft.com/office/drawing/2014/main" id="{B0DE516E-8C08-80B6-1498-5A67B25A57F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925" name="Group 1924">
                    <a:extLst>
                      <a:ext uri="{FF2B5EF4-FFF2-40B4-BE49-F238E27FC236}">
                        <a16:creationId xmlns:a16="http://schemas.microsoft.com/office/drawing/2014/main" id="{1C0EAE3E-E936-5640-6A54-CD151F93D1D8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926" name="Oval 1925">
                      <a:extLst>
                        <a:ext uri="{FF2B5EF4-FFF2-40B4-BE49-F238E27FC236}">
                          <a16:creationId xmlns:a16="http://schemas.microsoft.com/office/drawing/2014/main" id="{0C0B06A1-6848-E403-4ACA-0E40C6CBF6F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27" name="Oval 1926">
                      <a:extLst>
                        <a:ext uri="{FF2B5EF4-FFF2-40B4-BE49-F238E27FC236}">
                          <a16:creationId xmlns:a16="http://schemas.microsoft.com/office/drawing/2014/main" id="{10E51459-6D8A-CD77-F38D-71EA93D75AE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28" name="Oval 1927">
                      <a:extLst>
                        <a:ext uri="{FF2B5EF4-FFF2-40B4-BE49-F238E27FC236}">
                          <a16:creationId xmlns:a16="http://schemas.microsoft.com/office/drawing/2014/main" id="{B34B45E6-0FF1-2B65-6514-C3E95FDF3B0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29" name="Oval 1928">
                      <a:extLst>
                        <a:ext uri="{FF2B5EF4-FFF2-40B4-BE49-F238E27FC236}">
                          <a16:creationId xmlns:a16="http://schemas.microsoft.com/office/drawing/2014/main" id="{D9F2ABAB-A140-BB8D-4F16-24A93B3A677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30" name="Arc 1929">
                      <a:extLst>
                        <a:ext uri="{FF2B5EF4-FFF2-40B4-BE49-F238E27FC236}">
                          <a16:creationId xmlns:a16="http://schemas.microsoft.com/office/drawing/2014/main" id="{5F1570BA-FEF6-5A3E-0D38-517C359FEB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31" name="Oval 1930">
                      <a:extLst>
                        <a:ext uri="{FF2B5EF4-FFF2-40B4-BE49-F238E27FC236}">
                          <a16:creationId xmlns:a16="http://schemas.microsoft.com/office/drawing/2014/main" id="{AD4E030F-4DFB-0673-8D26-EA8DC69B41BB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32" name="Arc 1931">
                      <a:extLst>
                        <a:ext uri="{FF2B5EF4-FFF2-40B4-BE49-F238E27FC236}">
                          <a16:creationId xmlns:a16="http://schemas.microsoft.com/office/drawing/2014/main" id="{77E3B7E9-53C0-E489-E779-EAEEA6D7DA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33" name="Arc 1932">
                      <a:extLst>
                        <a:ext uri="{FF2B5EF4-FFF2-40B4-BE49-F238E27FC236}">
                          <a16:creationId xmlns:a16="http://schemas.microsoft.com/office/drawing/2014/main" id="{88415BDA-219A-4CF3-A119-8C36458F69F6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922" name="Straight Connector 1921">
                  <a:extLst>
                    <a:ext uri="{FF2B5EF4-FFF2-40B4-BE49-F238E27FC236}">
                      <a16:creationId xmlns:a16="http://schemas.microsoft.com/office/drawing/2014/main" id="{BB5572E3-77FB-5540-6306-609B9E1C545A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3" name="Straight Connector 1922">
                  <a:extLst>
                    <a:ext uri="{FF2B5EF4-FFF2-40B4-BE49-F238E27FC236}">
                      <a16:creationId xmlns:a16="http://schemas.microsoft.com/office/drawing/2014/main" id="{2CA70F56-E315-277E-B3BD-D9BB0093AD1E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11" name="Group 1910">
                <a:extLst>
                  <a:ext uri="{FF2B5EF4-FFF2-40B4-BE49-F238E27FC236}">
                    <a16:creationId xmlns:a16="http://schemas.microsoft.com/office/drawing/2014/main" id="{970478F1-A41F-1F4A-12AF-AD11656CC861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912" name="Moon 1911">
                  <a:extLst>
                    <a:ext uri="{FF2B5EF4-FFF2-40B4-BE49-F238E27FC236}">
                      <a16:creationId xmlns:a16="http://schemas.microsoft.com/office/drawing/2014/main" id="{405EA86F-0ACC-A5C8-2848-3D5FB997C8F8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3" name="Oval 1912">
                  <a:extLst>
                    <a:ext uri="{FF2B5EF4-FFF2-40B4-BE49-F238E27FC236}">
                      <a16:creationId xmlns:a16="http://schemas.microsoft.com/office/drawing/2014/main" id="{8D32DD0E-DCFF-4102-0A57-AF867621236C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4" name="Oval 1913">
                  <a:extLst>
                    <a:ext uri="{FF2B5EF4-FFF2-40B4-BE49-F238E27FC236}">
                      <a16:creationId xmlns:a16="http://schemas.microsoft.com/office/drawing/2014/main" id="{C06AD66A-FE67-1837-1F60-74603741E739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5" name="Oval 1914">
                  <a:extLst>
                    <a:ext uri="{FF2B5EF4-FFF2-40B4-BE49-F238E27FC236}">
                      <a16:creationId xmlns:a16="http://schemas.microsoft.com/office/drawing/2014/main" id="{6973651A-B476-E5C5-3B76-B3BAB67BF7B5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6" name="Oval 1915">
                  <a:extLst>
                    <a:ext uri="{FF2B5EF4-FFF2-40B4-BE49-F238E27FC236}">
                      <a16:creationId xmlns:a16="http://schemas.microsoft.com/office/drawing/2014/main" id="{4EE3DE74-2D8E-BBCF-2122-AC875E8D031F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7" name="Oval 1916">
                  <a:extLst>
                    <a:ext uri="{FF2B5EF4-FFF2-40B4-BE49-F238E27FC236}">
                      <a16:creationId xmlns:a16="http://schemas.microsoft.com/office/drawing/2014/main" id="{0E0559BE-208D-B63E-B25C-50AD0CD54082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Oval 1917">
                  <a:extLst>
                    <a:ext uri="{FF2B5EF4-FFF2-40B4-BE49-F238E27FC236}">
                      <a16:creationId xmlns:a16="http://schemas.microsoft.com/office/drawing/2014/main" id="{000668BE-A778-9E5A-B44D-2B3373403A8C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Oval 1918">
                  <a:extLst>
                    <a:ext uri="{FF2B5EF4-FFF2-40B4-BE49-F238E27FC236}">
                      <a16:creationId xmlns:a16="http://schemas.microsoft.com/office/drawing/2014/main" id="{69C87B66-730D-E865-EB69-234B6083DE58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68" name="Group 1967">
              <a:extLst>
                <a:ext uri="{FF2B5EF4-FFF2-40B4-BE49-F238E27FC236}">
                  <a16:creationId xmlns:a16="http://schemas.microsoft.com/office/drawing/2014/main" id="{AB54144E-9665-8CF0-A5F7-3B6D18F47468}"/>
                </a:ext>
              </a:extLst>
            </p:cNvPr>
            <p:cNvGrpSpPr/>
            <p:nvPr/>
          </p:nvGrpSpPr>
          <p:grpSpPr>
            <a:xfrm rot="6571890" flipH="1" flipV="1">
              <a:off x="9731869" y="4026438"/>
              <a:ext cx="144704" cy="348791"/>
              <a:chOff x="8901293" y="933753"/>
              <a:chExt cx="2135899" cy="5148330"/>
            </a:xfrm>
            <a:solidFill>
              <a:srgbClr val="0432FF"/>
            </a:solidFill>
          </p:grpSpPr>
          <p:grpSp>
            <p:nvGrpSpPr>
              <p:cNvPr id="1969" name="Group 1968">
                <a:extLst>
                  <a:ext uri="{FF2B5EF4-FFF2-40B4-BE49-F238E27FC236}">
                    <a16:creationId xmlns:a16="http://schemas.microsoft.com/office/drawing/2014/main" id="{9EA3EEDF-5D50-C285-29F3-7FC9F2184C4A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2004" name="Group 2003">
                  <a:extLst>
                    <a:ext uri="{FF2B5EF4-FFF2-40B4-BE49-F238E27FC236}">
                      <a16:creationId xmlns:a16="http://schemas.microsoft.com/office/drawing/2014/main" id="{D7997B65-DCAC-6E79-135C-8DE644C3D898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2018" name="Oval 2017">
                    <a:extLst>
                      <a:ext uri="{FF2B5EF4-FFF2-40B4-BE49-F238E27FC236}">
                        <a16:creationId xmlns:a16="http://schemas.microsoft.com/office/drawing/2014/main" id="{8D32E5E9-929E-E70B-F4C4-2505675B164D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019" name="Group 2018">
                    <a:extLst>
                      <a:ext uri="{FF2B5EF4-FFF2-40B4-BE49-F238E27FC236}">
                        <a16:creationId xmlns:a16="http://schemas.microsoft.com/office/drawing/2014/main" id="{14C08906-ED1C-BFDF-42D9-ECC7FE2BBB50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2020" name="Oval 2019">
                      <a:extLst>
                        <a:ext uri="{FF2B5EF4-FFF2-40B4-BE49-F238E27FC236}">
                          <a16:creationId xmlns:a16="http://schemas.microsoft.com/office/drawing/2014/main" id="{A1D70728-5D6B-5AD6-88CD-8A745449C811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21" name="Oval 2020">
                      <a:extLst>
                        <a:ext uri="{FF2B5EF4-FFF2-40B4-BE49-F238E27FC236}">
                          <a16:creationId xmlns:a16="http://schemas.microsoft.com/office/drawing/2014/main" id="{FE37425E-7F34-77E1-D88B-63DD4B7AD55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22" name="Oval 2021">
                      <a:extLst>
                        <a:ext uri="{FF2B5EF4-FFF2-40B4-BE49-F238E27FC236}">
                          <a16:creationId xmlns:a16="http://schemas.microsoft.com/office/drawing/2014/main" id="{FFCD353C-3D04-1657-3283-A4466B54C6E9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23" name="Oval 2022">
                      <a:extLst>
                        <a:ext uri="{FF2B5EF4-FFF2-40B4-BE49-F238E27FC236}">
                          <a16:creationId xmlns:a16="http://schemas.microsoft.com/office/drawing/2014/main" id="{F215DFCD-9F4D-4610-6CC2-FD8DCEE6862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24" name="Arc 2023">
                      <a:extLst>
                        <a:ext uri="{FF2B5EF4-FFF2-40B4-BE49-F238E27FC236}">
                          <a16:creationId xmlns:a16="http://schemas.microsoft.com/office/drawing/2014/main" id="{7EDD8690-E423-F515-C15E-A6C41965FD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25" name="Oval 2024">
                      <a:extLst>
                        <a:ext uri="{FF2B5EF4-FFF2-40B4-BE49-F238E27FC236}">
                          <a16:creationId xmlns:a16="http://schemas.microsoft.com/office/drawing/2014/main" id="{41870D36-BED9-2288-A0B3-529EF2A7D98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26" name="Arc 2025">
                      <a:extLst>
                        <a:ext uri="{FF2B5EF4-FFF2-40B4-BE49-F238E27FC236}">
                          <a16:creationId xmlns:a16="http://schemas.microsoft.com/office/drawing/2014/main" id="{DA76EB0D-08E0-B5EC-1BDD-870DCB79AF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27" name="Arc 2026">
                      <a:extLst>
                        <a:ext uri="{FF2B5EF4-FFF2-40B4-BE49-F238E27FC236}">
                          <a16:creationId xmlns:a16="http://schemas.microsoft.com/office/drawing/2014/main" id="{7915D33E-728A-622D-8F10-C4439F44649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2005" name="Group 2004">
                  <a:extLst>
                    <a:ext uri="{FF2B5EF4-FFF2-40B4-BE49-F238E27FC236}">
                      <a16:creationId xmlns:a16="http://schemas.microsoft.com/office/drawing/2014/main" id="{8DE14012-F1F2-8E19-6A7E-2465AF9AED98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2008" name="Oval 2007">
                    <a:extLst>
                      <a:ext uri="{FF2B5EF4-FFF2-40B4-BE49-F238E27FC236}">
                        <a16:creationId xmlns:a16="http://schemas.microsoft.com/office/drawing/2014/main" id="{04565A76-B3B2-1ACC-8F99-BF7CC0FEFCF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009" name="Group 2008">
                    <a:extLst>
                      <a:ext uri="{FF2B5EF4-FFF2-40B4-BE49-F238E27FC236}">
                        <a16:creationId xmlns:a16="http://schemas.microsoft.com/office/drawing/2014/main" id="{B2DCD48C-075E-1EAF-D1A3-E6205A6780D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2010" name="Oval 2009">
                      <a:extLst>
                        <a:ext uri="{FF2B5EF4-FFF2-40B4-BE49-F238E27FC236}">
                          <a16:creationId xmlns:a16="http://schemas.microsoft.com/office/drawing/2014/main" id="{51EFC894-E97D-202D-5CF2-469D5BEF6E7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11" name="Oval 2010">
                      <a:extLst>
                        <a:ext uri="{FF2B5EF4-FFF2-40B4-BE49-F238E27FC236}">
                          <a16:creationId xmlns:a16="http://schemas.microsoft.com/office/drawing/2014/main" id="{6F50F217-D6F5-E27D-9366-9858E17C4B2A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12" name="Oval 2011">
                      <a:extLst>
                        <a:ext uri="{FF2B5EF4-FFF2-40B4-BE49-F238E27FC236}">
                          <a16:creationId xmlns:a16="http://schemas.microsoft.com/office/drawing/2014/main" id="{86558671-9334-2D1C-821C-611373CCBBB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13" name="Oval 2012">
                      <a:extLst>
                        <a:ext uri="{FF2B5EF4-FFF2-40B4-BE49-F238E27FC236}">
                          <a16:creationId xmlns:a16="http://schemas.microsoft.com/office/drawing/2014/main" id="{110ADD66-4F92-24BB-A72D-3EC9689E883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14" name="Arc 2013">
                      <a:extLst>
                        <a:ext uri="{FF2B5EF4-FFF2-40B4-BE49-F238E27FC236}">
                          <a16:creationId xmlns:a16="http://schemas.microsoft.com/office/drawing/2014/main" id="{4314F957-8E7D-0773-68A6-DFC8FD3764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15" name="Oval 2014">
                      <a:extLst>
                        <a:ext uri="{FF2B5EF4-FFF2-40B4-BE49-F238E27FC236}">
                          <a16:creationId xmlns:a16="http://schemas.microsoft.com/office/drawing/2014/main" id="{E1FF3F97-A65E-B584-A18B-84EE0CBD152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16" name="Arc 2015">
                      <a:extLst>
                        <a:ext uri="{FF2B5EF4-FFF2-40B4-BE49-F238E27FC236}">
                          <a16:creationId xmlns:a16="http://schemas.microsoft.com/office/drawing/2014/main" id="{1D6782A9-B989-4C3F-1E77-566679A4A0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17" name="Arc 2016">
                      <a:extLst>
                        <a:ext uri="{FF2B5EF4-FFF2-40B4-BE49-F238E27FC236}">
                          <a16:creationId xmlns:a16="http://schemas.microsoft.com/office/drawing/2014/main" id="{9CBCE7B9-A1C0-8827-606C-D613E6C567D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006" name="Straight Connector 2005">
                  <a:extLst>
                    <a:ext uri="{FF2B5EF4-FFF2-40B4-BE49-F238E27FC236}">
                      <a16:creationId xmlns:a16="http://schemas.microsoft.com/office/drawing/2014/main" id="{ED73352C-3520-72D6-6357-C5DA7E57BE63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7" name="Straight Connector 2006">
                  <a:extLst>
                    <a:ext uri="{FF2B5EF4-FFF2-40B4-BE49-F238E27FC236}">
                      <a16:creationId xmlns:a16="http://schemas.microsoft.com/office/drawing/2014/main" id="{E723D9AD-37DE-1455-B6E4-38DE2C0DD166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70" name="Group 1969">
                <a:extLst>
                  <a:ext uri="{FF2B5EF4-FFF2-40B4-BE49-F238E27FC236}">
                    <a16:creationId xmlns:a16="http://schemas.microsoft.com/office/drawing/2014/main" id="{5A086BE1-E1A8-3157-CC15-7130F5C89983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980" name="Group 1979">
                  <a:extLst>
                    <a:ext uri="{FF2B5EF4-FFF2-40B4-BE49-F238E27FC236}">
                      <a16:creationId xmlns:a16="http://schemas.microsoft.com/office/drawing/2014/main" id="{3CE45882-9481-12A6-C372-867E2699C9A1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994" name="Oval 1993">
                    <a:extLst>
                      <a:ext uri="{FF2B5EF4-FFF2-40B4-BE49-F238E27FC236}">
                        <a16:creationId xmlns:a16="http://schemas.microsoft.com/office/drawing/2014/main" id="{D93BFEC6-9884-DB2B-6B79-0EFD4B9EF27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995" name="Group 1994">
                    <a:extLst>
                      <a:ext uri="{FF2B5EF4-FFF2-40B4-BE49-F238E27FC236}">
                        <a16:creationId xmlns:a16="http://schemas.microsoft.com/office/drawing/2014/main" id="{07413327-69D2-6177-E692-EC55A3C6D69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996" name="Oval 1995">
                      <a:extLst>
                        <a:ext uri="{FF2B5EF4-FFF2-40B4-BE49-F238E27FC236}">
                          <a16:creationId xmlns:a16="http://schemas.microsoft.com/office/drawing/2014/main" id="{81051234-5E05-813E-2464-904E1ACA4B0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97" name="Oval 1996">
                      <a:extLst>
                        <a:ext uri="{FF2B5EF4-FFF2-40B4-BE49-F238E27FC236}">
                          <a16:creationId xmlns:a16="http://schemas.microsoft.com/office/drawing/2014/main" id="{4AE23687-9FDE-2B3B-F006-DEE4CDF35DB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98" name="Oval 1997">
                      <a:extLst>
                        <a:ext uri="{FF2B5EF4-FFF2-40B4-BE49-F238E27FC236}">
                          <a16:creationId xmlns:a16="http://schemas.microsoft.com/office/drawing/2014/main" id="{87B52ED4-BD07-C9A9-1A41-F478A8126D7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99" name="Oval 1998">
                      <a:extLst>
                        <a:ext uri="{FF2B5EF4-FFF2-40B4-BE49-F238E27FC236}">
                          <a16:creationId xmlns:a16="http://schemas.microsoft.com/office/drawing/2014/main" id="{C460708B-BB9C-B77A-8A9D-5146AA4C5A1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00" name="Arc 1999">
                      <a:extLst>
                        <a:ext uri="{FF2B5EF4-FFF2-40B4-BE49-F238E27FC236}">
                          <a16:creationId xmlns:a16="http://schemas.microsoft.com/office/drawing/2014/main" id="{ECAF03E9-036B-ACDE-97F0-B68A4E090C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01" name="Oval 2000">
                      <a:extLst>
                        <a:ext uri="{FF2B5EF4-FFF2-40B4-BE49-F238E27FC236}">
                          <a16:creationId xmlns:a16="http://schemas.microsoft.com/office/drawing/2014/main" id="{87F871F2-98CA-5957-935D-9AA9AB2FBCC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02" name="Arc 2001">
                      <a:extLst>
                        <a:ext uri="{FF2B5EF4-FFF2-40B4-BE49-F238E27FC236}">
                          <a16:creationId xmlns:a16="http://schemas.microsoft.com/office/drawing/2014/main" id="{CB9DDFDC-66AC-BA17-E2BF-D41034B266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03" name="Arc 2002">
                      <a:extLst>
                        <a:ext uri="{FF2B5EF4-FFF2-40B4-BE49-F238E27FC236}">
                          <a16:creationId xmlns:a16="http://schemas.microsoft.com/office/drawing/2014/main" id="{23593FC3-9C32-CB43-DD46-1EC7FA99776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981" name="Group 1980">
                  <a:extLst>
                    <a:ext uri="{FF2B5EF4-FFF2-40B4-BE49-F238E27FC236}">
                      <a16:creationId xmlns:a16="http://schemas.microsoft.com/office/drawing/2014/main" id="{3843FF29-8B21-E40F-E0EB-039E2157F745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984" name="Oval 1983">
                    <a:extLst>
                      <a:ext uri="{FF2B5EF4-FFF2-40B4-BE49-F238E27FC236}">
                        <a16:creationId xmlns:a16="http://schemas.microsoft.com/office/drawing/2014/main" id="{7E3F357C-22ED-35E3-CC09-EAAA8134ADB7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985" name="Group 1984">
                    <a:extLst>
                      <a:ext uri="{FF2B5EF4-FFF2-40B4-BE49-F238E27FC236}">
                        <a16:creationId xmlns:a16="http://schemas.microsoft.com/office/drawing/2014/main" id="{FC3DD40A-6698-04E7-EDE7-D34F9422410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986" name="Oval 1985">
                      <a:extLst>
                        <a:ext uri="{FF2B5EF4-FFF2-40B4-BE49-F238E27FC236}">
                          <a16:creationId xmlns:a16="http://schemas.microsoft.com/office/drawing/2014/main" id="{C7BED4A2-3F79-7633-FF5E-544787201C2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87" name="Oval 1986">
                      <a:extLst>
                        <a:ext uri="{FF2B5EF4-FFF2-40B4-BE49-F238E27FC236}">
                          <a16:creationId xmlns:a16="http://schemas.microsoft.com/office/drawing/2014/main" id="{DE9CF213-0A73-DEFA-3213-3AD154FA792A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88" name="Oval 1987">
                      <a:extLst>
                        <a:ext uri="{FF2B5EF4-FFF2-40B4-BE49-F238E27FC236}">
                          <a16:creationId xmlns:a16="http://schemas.microsoft.com/office/drawing/2014/main" id="{3C81388B-9922-8A9B-F596-18D469A034DC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89" name="Oval 1988">
                      <a:extLst>
                        <a:ext uri="{FF2B5EF4-FFF2-40B4-BE49-F238E27FC236}">
                          <a16:creationId xmlns:a16="http://schemas.microsoft.com/office/drawing/2014/main" id="{65E9FE46-D687-E165-BAA5-CD55E2F3D14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90" name="Arc 1989">
                      <a:extLst>
                        <a:ext uri="{FF2B5EF4-FFF2-40B4-BE49-F238E27FC236}">
                          <a16:creationId xmlns:a16="http://schemas.microsoft.com/office/drawing/2014/main" id="{DA673ECF-D259-56BA-2DE0-6482B26D7C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91" name="Oval 1990">
                      <a:extLst>
                        <a:ext uri="{FF2B5EF4-FFF2-40B4-BE49-F238E27FC236}">
                          <a16:creationId xmlns:a16="http://schemas.microsoft.com/office/drawing/2014/main" id="{D7560A16-0670-4754-199C-5B7A06C69CE0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992" name="Arc 1991">
                      <a:extLst>
                        <a:ext uri="{FF2B5EF4-FFF2-40B4-BE49-F238E27FC236}">
                          <a16:creationId xmlns:a16="http://schemas.microsoft.com/office/drawing/2014/main" id="{8DC91046-9C42-7687-E4D5-9A57369038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93" name="Arc 1992">
                      <a:extLst>
                        <a:ext uri="{FF2B5EF4-FFF2-40B4-BE49-F238E27FC236}">
                          <a16:creationId xmlns:a16="http://schemas.microsoft.com/office/drawing/2014/main" id="{B9D4DBE4-3CF6-9DC5-7499-B7869877E7F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982" name="Straight Connector 1981">
                  <a:extLst>
                    <a:ext uri="{FF2B5EF4-FFF2-40B4-BE49-F238E27FC236}">
                      <a16:creationId xmlns:a16="http://schemas.microsoft.com/office/drawing/2014/main" id="{C3D6EE3A-0686-3D2C-FBF3-005895920FF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3" name="Straight Connector 1982">
                  <a:extLst>
                    <a:ext uri="{FF2B5EF4-FFF2-40B4-BE49-F238E27FC236}">
                      <a16:creationId xmlns:a16="http://schemas.microsoft.com/office/drawing/2014/main" id="{B1BDE6B8-A0B3-75EA-E1C7-A4ED76C869C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71" name="Group 1970">
                <a:extLst>
                  <a:ext uri="{FF2B5EF4-FFF2-40B4-BE49-F238E27FC236}">
                    <a16:creationId xmlns:a16="http://schemas.microsoft.com/office/drawing/2014/main" id="{289F74C0-DEF5-1E4F-AE1E-3A44EE841BAF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972" name="Moon 1971">
                  <a:extLst>
                    <a:ext uri="{FF2B5EF4-FFF2-40B4-BE49-F238E27FC236}">
                      <a16:creationId xmlns:a16="http://schemas.microsoft.com/office/drawing/2014/main" id="{E9A39073-ACAA-92DF-13DC-0EB8CE7B5658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3" name="Oval 1972">
                  <a:extLst>
                    <a:ext uri="{FF2B5EF4-FFF2-40B4-BE49-F238E27FC236}">
                      <a16:creationId xmlns:a16="http://schemas.microsoft.com/office/drawing/2014/main" id="{F548C9C0-6ABA-B476-BA7B-BC396B893A91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4" name="Oval 1973">
                  <a:extLst>
                    <a:ext uri="{FF2B5EF4-FFF2-40B4-BE49-F238E27FC236}">
                      <a16:creationId xmlns:a16="http://schemas.microsoft.com/office/drawing/2014/main" id="{FF59ABBC-D509-AF2C-46ED-E9F672A70332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5" name="Oval 1974">
                  <a:extLst>
                    <a:ext uri="{FF2B5EF4-FFF2-40B4-BE49-F238E27FC236}">
                      <a16:creationId xmlns:a16="http://schemas.microsoft.com/office/drawing/2014/main" id="{026E390E-566E-DF10-A043-BDC26AE22089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6" name="Oval 1975">
                  <a:extLst>
                    <a:ext uri="{FF2B5EF4-FFF2-40B4-BE49-F238E27FC236}">
                      <a16:creationId xmlns:a16="http://schemas.microsoft.com/office/drawing/2014/main" id="{982D4EE9-7271-1A57-50BD-BD851673F7A2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7" name="Oval 1976">
                  <a:extLst>
                    <a:ext uri="{FF2B5EF4-FFF2-40B4-BE49-F238E27FC236}">
                      <a16:creationId xmlns:a16="http://schemas.microsoft.com/office/drawing/2014/main" id="{409EC39C-B938-4F85-9D97-780D5495CFD2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8" name="Oval 1977">
                  <a:extLst>
                    <a:ext uri="{FF2B5EF4-FFF2-40B4-BE49-F238E27FC236}">
                      <a16:creationId xmlns:a16="http://schemas.microsoft.com/office/drawing/2014/main" id="{F4555422-26AD-9D68-B1BE-877AC5B08EE4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9" name="Oval 1978">
                  <a:extLst>
                    <a:ext uri="{FF2B5EF4-FFF2-40B4-BE49-F238E27FC236}">
                      <a16:creationId xmlns:a16="http://schemas.microsoft.com/office/drawing/2014/main" id="{7C888574-9624-C8F5-5D95-5334EEDE3728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028" name="Group 2027">
              <a:extLst>
                <a:ext uri="{FF2B5EF4-FFF2-40B4-BE49-F238E27FC236}">
                  <a16:creationId xmlns:a16="http://schemas.microsoft.com/office/drawing/2014/main" id="{CA29663F-26DB-D13B-0742-C968267A51CC}"/>
                </a:ext>
              </a:extLst>
            </p:cNvPr>
            <p:cNvGrpSpPr/>
            <p:nvPr/>
          </p:nvGrpSpPr>
          <p:grpSpPr>
            <a:xfrm rot="7464527" flipH="1" flipV="1">
              <a:off x="9691247" y="5049004"/>
              <a:ext cx="144704" cy="348791"/>
              <a:chOff x="8901293" y="933753"/>
              <a:chExt cx="2135899" cy="5148330"/>
            </a:xfrm>
            <a:solidFill>
              <a:srgbClr val="00B100"/>
            </a:solidFill>
          </p:grpSpPr>
          <p:grpSp>
            <p:nvGrpSpPr>
              <p:cNvPr id="2029" name="Group 2028">
                <a:extLst>
                  <a:ext uri="{FF2B5EF4-FFF2-40B4-BE49-F238E27FC236}">
                    <a16:creationId xmlns:a16="http://schemas.microsoft.com/office/drawing/2014/main" id="{54CF52C9-8421-35B7-CEE8-6ADEE06169C5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2064" name="Group 2063">
                  <a:extLst>
                    <a:ext uri="{FF2B5EF4-FFF2-40B4-BE49-F238E27FC236}">
                      <a16:creationId xmlns:a16="http://schemas.microsoft.com/office/drawing/2014/main" id="{F52CAE21-FFA3-6816-CABA-7B793A17CBC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2078" name="Oval 2077">
                    <a:extLst>
                      <a:ext uri="{FF2B5EF4-FFF2-40B4-BE49-F238E27FC236}">
                        <a16:creationId xmlns:a16="http://schemas.microsoft.com/office/drawing/2014/main" id="{0DE98423-EB19-FB84-F4A1-C947B1E2E12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079" name="Group 2078">
                    <a:extLst>
                      <a:ext uri="{FF2B5EF4-FFF2-40B4-BE49-F238E27FC236}">
                        <a16:creationId xmlns:a16="http://schemas.microsoft.com/office/drawing/2014/main" id="{EF87E352-5D1D-C9EF-0CFA-79A8B921D31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2080" name="Oval 2079">
                      <a:extLst>
                        <a:ext uri="{FF2B5EF4-FFF2-40B4-BE49-F238E27FC236}">
                          <a16:creationId xmlns:a16="http://schemas.microsoft.com/office/drawing/2014/main" id="{1C518B82-C00B-912B-D397-0FA9D6D02AB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81" name="Oval 2080">
                      <a:extLst>
                        <a:ext uri="{FF2B5EF4-FFF2-40B4-BE49-F238E27FC236}">
                          <a16:creationId xmlns:a16="http://schemas.microsoft.com/office/drawing/2014/main" id="{991C9188-FCF5-2B22-B2D9-A3FB5F9ADE8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82" name="Oval 2081">
                      <a:extLst>
                        <a:ext uri="{FF2B5EF4-FFF2-40B4-BE49-F238E27FC236}">
                          <a16:creationId xmlns:a16="http://schemas.microsoft.com/office/drawing/2014/main" id="{C71335FC-D4BC-C645-222D-9C6E21A7813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83" name="Oval 2082">
                      <a:extLst>
                        <a:ext uri="{FF2B5EF4-FFF2-40B4-BE49-F238E27FC236}">
                          <a16:creationId xmlns:a16="http://schemas.microsoft.com/office/drawing/2014/main" id="{C18DEB94-2A0E-6C70-A233-C4A3C28B53D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84" name="Arc 2083">
                      <a:extLst>
                        <a:ext uri="{FF2B5EF4-FFF2-40B4-BE49-F238E27FC236}">
                          <a16:creationId xmlns:a16="http://schemas.microsoft.com/office/drawing/2014/main" id="{46D552AB-D850-74DE-042E-2442C9C338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85" name="Oval 2084">
                      <a:extLst>
                        <a:ext uri="{FF2B5EF4-FFF2-40B4-BE49-F238E27FC236}">
                          <a16:creationId xmlns:a16="http://schemas.microsoft.com/office/drawing/2014/main" id="{6759DB63-29A1-68D2-4111-69EEBC5D5F1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86" name="Arc 2085">
                      <a:extLst>
                        <a:ext uri="{FF2B5EF4-FFF2-40B4-BE49-F238E27FC236}">
                          <a16:creationId xmlns:a16="http://schemas.microsoft.com/office/drawing/2014/main" id="{82EE7E77-A300-3EB8-9EF5-8520A0BFEC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87" name="Arc 2086">
                      <a:extLst>
                        <a:ext uri="{FF2B5EF4-FFF2-40B4-BE49-F238E27FC236}">
                          <a16:creationId xmlns:a16="http://schemas.microsoft.com/office/drawing/2014/main" id="{3861EA9F-F770-3208-514E-39D2DE14F639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2065" name="Group 2064">
                  <a:extLst>
                    <a:ext uri="{FF2B5EF4-FFF2-40B4-BE49-F238E27FC236}">
                      <a16:creationId xmlns:a16="http://schemas.microsoft.com/office/drawing/2014/main" id="{CD598B30-7799-EBB9-B301-E0BA6C54E24C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2068" name="Oval 2067">
                    <a:extLst>
                      <a:ext uri="{FF2B5EF4-FFF2-40B4-BE49-F238E27FC236}">
                        <a16:creationId xmlns:a16="http://schemas.microsoft.com/office/drawing/2014/main" id="{FBA62DE8-0201-9496-98EE-F1287C2612F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069" name="Group 2068">
                    <a:extLst>
                      <a:ext uri="{FF2B5EF4-FFF2-40B4-BE49-F238E27FC236}">
                        <a16:creationId xmlns:a16="http://schemas.microsoft.com/office/drawing/2014/main" id="{EFC49EB3-01D4-83B7-E1AB-F56246005B9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2070" name="Oval 2069">
                      <a:extLst>
                        <a:ext uri="{FF2B5EF4-FFF2-40B4-BE49-F238E27FC236}">
                          <a16:creationId xmlns:a16="http://schemas.microsoft.com/office/drawing/2014/main" id="{C1A34AA8-6A91-B8B8-831D-113D571C30F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71" name="Oval 2070">
                      <a:extLst>
                        <a:ext uri="{FF2B5EF4-FFF2-40B4-BE49-F238E27FC236}">
                          <a16:creationId xmlns:a16="http://schemas.microsoft.com/office/drawing/2014/main" id="{8CB20770-13A7-1CBF-8D77-2065310A07B8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72" name="Oval 2071">
                      <a:extLst>
                        <a:ext uri="{FF2B5EF4-FFF2-40B4-BE49-F238E27FC236}">
                          <a16:creationId xmlns:a16="http://schemas.microsoft.com/office/drawing/2014/main" id="{DF437C27-B6C5-A9CF-EB2A-C554C5A166E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73" name="Oval 2072">
                      <a:extLst>
                        <a:ext uri="{FF2B5EF4-FFF2-40B4-BE49-F238E27FC236}">
                          <a16:creationId xmlns:a16="http://schemas.microsoft.com/office/drawing/2014/main" id="{15B76AF1-A883-AF6C-DF78-73DD4B058C3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74" name="Arc 2073">
                      <a:extLst>
                        <a:ext uri="{FF2B5EF4-FFF2-40B4-BE49-F238E27FC236}">
                          <a16:creationId xmlns:a16="http://schemas.microsoft.com/office/drawing/2014/main" id="{C3B9ECA7-3D6F-8373-69A2-AEDC15669D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75" name="Oval 2074">
                      <a:extLst>
                        <a:ext uri="{FF2B5EF4-FFF2-40B4-BE49-F238E27FC236}">
                          <a16:creationId xmlns:a16="http://schemas.microsoft.com/office/drawing/2014/main" id="{5ACCE201-B7A5-B859-6C23-0C0D983B700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76" name="Arc 2075">
                      <a:extLst>
                        <a:ext uri="{FF2B5EF4-FFF2-40B4-BE49-F238E27FC236}">
                          <a16:creationId xmlns:a16="http://schemas.microsoft.com/office/drawing/2014/main" id="{CD08E09B-04CD-502D-FB12-B58200A330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77" name="Arc 2076">
                      <a:extLst>
                        <a:ext uri="{FF2B5EF4-FFF2-40B4-BE49-F238E27FC236}">
                          <a16:creationId xmlns:a16="http://schemas.microsoft.com/office/drawing/2014/main" id="{61A80C81-F5DC-E83A-2673-610187BEB6AF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066" name="Straight Connector 2065">
                  <a:extLst>
                    <a:ext uri="{FF2B5EF4-FFF2-40B4-BE49-F238E27FC236}">
                      <a16:creationId xmlns:a16="http://schemas.microsoft.com/office/drawing/2014/main" id="{D6FAA364-1865-28CA-5F5E-5FC1D88E0222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7" name="Straight Connector 2066">
                  <a:extLst>
                    <a:ext uri="{FF2B5EF4-FFF2-40B4-BE49-F238E27FC236}">
                      <a16:creationId xmlns:a16="http://schemas.microsoft.com/office/drawing/2014/main" id="{79A784BB-3EB0-A8E4-23D0-3BE73BA7D1BB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AAC158DB-51F2-CB95-CA23-CCF0C8BFB4B9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2040" name="Group 2039">
                  <a:extLst>
                    <a:ext uri="{FF2B5EF4-FFF2-40B4-BE49-F238E27FC236}">
                      <a16:creationId xmlns:a16="http://schemas.microsoft.com/office/drawing/2014/main" id="{90CBE570-C9BF-613B-97F2-BE2395D1F6E4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2054" name="Oval 2053">
                    <a:extLst>
                      <a:ext uri="{FF2B5EF4-FFF2-40B4-BE49-F238E27FC236}">
                        <a16:creationId xmlns:a16="http://schemas.microsoft.com/office/drawing/2014/main" id="{7D5642A7-DD82-B7DB-DA3E-1FD93B96F6F4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DCA47484-CE5E-AFC7-DEDE-F123B632139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2056" name="Oval 2055">
                      <a:extLst>
                        <a:ext uri="{FF2B5EF4-FFF2-40B4-BE49-F238E27FC236}">
                          <a16:creationId xmlns:a16="http://schemas.microsoft.com/office/drawing/2014/main" id="{AB5EAFE8-3098-EF06-C8B9-33A28DE4AAC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57" name="Oval 2056">
                      <a:extLst>
                        <a:ext uri="{FF2B5EF4-FFF2-40B4-BE49-F238E27FC236}">
                          <a16:creationId xmlns:a16="http://schemas.microsoft.com/office/drawing/2014/main" id="{F6EA660C-D386-8052-AA62-19E1AC0D28B3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58" name="Oval 2057">
                      <a:extLst>
                        <a:ext uri="{FF2B5EF4-FFF2-40B4-BE49-F238E27FC236}">
                          <a16:creationId xmlns:a16="http://schemas.microsoft.com/office/drawing/2014/main" id="{DD8F32F9-E828-A934-FF99-B6205009490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59" name="Oval 2058">
                      <a:extLst>
                        <a:ext uri="{FF2B5EF4-FFF2-40B4-BE49-F238E27FC236}">
                          <a16:creationId xmlns:a16="http://schemas.microsoft.com/office/drawing/2014/main" id="{8BDF4177-4E50-15D0-787A-58A176C0D6F3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60" name="Arc 2059">
                      <a:extLst>
                        <a:ext uri="{FF2B5EF4-FFF2-40B4-BE49-F238E27FC236}">
                          <a16:creationId xmlns:a16="http://schemas.microsoft.com/office/drawing/2014/main" id="{B88B94AF-30A2-B2D5-EE53-29EDBA136B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61" name="Oval 2060">
                      <a:extLst>
                        <a:ext uri="{FF2B5EF4-FFF2-40B4-BE49-F238E27FC236}">
                          <a16:creationId xmlns:a16="http://schemas.microsoft.com/office/drawing/2014/main" id="{13423C80-B79C-1D45-632F-D40A31B2ED9B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62" name="Arc 2061">
                      <a:extLst>
                        <a:ext uri="{FF2B5EF4-FFF2-40B4-BE49-F238E27FC236}">
                          <a16:creationId xmlns:a16="http://schemas.microsoft.com/office/drawing/2014/main" id="{3BFF8549-452C-AB1A-915D-EE3EE28D9C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63" name="Arc 2062">
                      <a:extLst>
                        <a:ext uri="{FF2B5EF4-FFF2-40B4-BE49-F238E27FC236}">
                          <a16:creationId xmlns:a16="http://schemas.microsoft.com/office/drawing/2014/main" id="{3A3CE51D-E02F-7A52-A554-8C18D7C38410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2041" name="Group 2040">
                  <a:extLst>
                    <a:ext uri="{FF2B5EF4-FFF2-40B4-BE49-F238E27FC236}">
                      <a16:creationId xmlns:a16="http://schemas.microsoft.com/office/drawing/2014/main" id="{418363AA-4EA3-647E-EADD-5BEB7F2C56AA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2044" name="Oval 2043">
                    <a:extLst>
                      <a:ext uri="{FF2B5EF4-FFF2-40B4-BE49-F238E27FC236}">
                        <a16:creationId xmlns:a16="http://schemas.microsoft.com/office/drawing/2014/main" id="{DDF2B9B3-5199-2107-5E1F-26C5A57BA73D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045" name="Group 2044">
                    <a:extLst>
                      <a:ext uri="{FF2B5EF4-FFF2-40B4-BE49-F238E27FC236}">
                        <a16:creationId xmlns:a16="http://schemas.microsoft.com/office/drawing/2014/main" id="{32EC0E7F-FF2B-58AC-6815-43DC05FD521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2046" name="Oval 2045">
                      <a:extLst>
                        <a:ext uri="{FF2B5EF4-FFF2-40B4-BE49-F238E27FC236}">
                          <a16:creationId xmlns:a16="http://schemas.microsoft.com/office/drawing/2014/main" id="{8CD1E950-AC72-DDAC-4B34-D846E0B9BC13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47" name="Oval 2046">
                      <a:extLst>
                        <a:ext uri="{FF2B5EF4-FFF2-40B4-BE49-F238E27FC236}">
                          <a16:creationId xmlns:a16="http://schemas.microsoft.com/office/drawing/2014/main" id="{11167E6E-B04C-0D9D-736F-7E4D2CAFD86C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48" name="Oval 2047">
                      <a:extLst>
                        <a:ext uri="{FF2B5EF4-FFF2-40B4-BE49-F238E27FC236}">
                          <a16:creationId xmlns:a16="http://schemas.microsoft.com/office/drawing/2014/main" id="{4023CF9B-BE94-25E6-42A5-AF28679B13E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49" name="Oval 2048">
                      <a:extLst>
                        <a:ext uri="{FF2B5EF4-FFF2-40B4-BE49-F238E27FC236}">
                          <a16:creationId xmlns:a16="http://schemas.microsoft.com/office/drawing/2014/main" id="{7A5F2F28-F2A8-1555-40A9-676BBC0C187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50" name="Arc 2049">
                      <a:extLst>
                        <a:ext uri="{FF2B5EF4-FFF2-40B4-BE49-F238E27FC236}">
                          <a16:creationId xmlns:a16="http://schemas.microsoft.com/office/drawing/2014/main" id="{04A491FD-D0F4-17E1-6D9F-4FED8DBB00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51" name="Oval 2050">
                      <a:extLst>
                        <a:ext uri="{FF2B5EF4-FFF2-40B4-BE49-F238E27FC236}">
                          <a16:creationId xmlns:a16="http://schemas.microsoft.com/office/drawing/2014/main" id="{2D4E8FA5-D14F-19AC-2FA8-02FFC920983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2052" name="Arc 2051">
                      <a:extLst>
                        <a:ext uri="{FF2B5EF4-FFF2-40B4-BE49-F238E27FC236}">
                          <a16:creationId xmlns:a16="http://schemas.microsoft.com/office/drawing/2014/main" id="{DBB4C0F8-2148-DA2E-503B-4E4F24DDB6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53" name="Arc 2052">
                      <a:extLst>
                        <a:ext uri="{FF2B5EF4-FFF2-40B4-BE49-F238E27FC236}">
                          <a16:creationId xmlns:a16="http://schemas.microsoft.com/office/drawing/2014/main" id="{E089D154-366B-A959-FB11-508D6A589C7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042" name="Straight Connector 2041">
                  <a:extLst>
                    <a:ext uri="{FF2B5EF4-FFF2-40B4-BE49-F238E27FC236}">
                      <a16:creationId xmlns:a16="http://schemas.microsoft.com/office/drawing/2014/main" id="{9D694FD0-D8CE-BA2C-7A5C-4C8DBEB575E5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3" name="Straight Connector 2042">
                  <a:extLst>
                    <a:ext uri="{FF2B5EF4-FFF2-40B4-BE49-F238E27FC236}">
                      <a16:creationId xmlns:a16="http://schemas.microsoft.com/office/drawing/2014/main" id="{EF7E9705-F301-36BC-86B1-731A3CD9BC4E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294ED782-BCB8-1A82-1062-57E922541EF7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2032" name="Moon 2031">
                  <a:extLst>
                    <a:ext uri="{FF2B5EF4-FFF2-40B4-BE49-F238E27FC236}">
                      <a16:creationId xmlns:a16="http://schemas.microsoft.com/office/drawing/2014/main" id="{883C36F5-596B-F3EE-2F7F-AEC76BAC7E95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3" name="Oval 2032">
                  <a:extLst>
                    <a:ext uri="{FF2B5EF4-FFF2-40B4-BE49-F238E27FC236}">
                      <a16:creationId xmlns:a16="http://schemas.microsoft.com/office/drawing/2014/main" id="{F43E0BAB-6B1F-5202-7C9D-27E934E8A7FE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4" name="Oval 2033">
                  <a:extLst>
                    <a:ext uri="{FF2B5EF4-FFF2-40B4-BE49-F238E27FC236}">
                      <a16:creationId xmlns:a16="http://schemas.microsoft.com/office/drawing/2014/main" id="{3F07FD3E-7BB3-B3FE-7D13-39F9523C75D8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5" name="Oval 2034">
                  <a:extLst>
                    <a:ext uri="{FF2B5EF4-FFF2-40B4-BE49-F238E27FC236}">
                      <a16:creationId xmlns:a16="http://schemas.microsoft.com/office/drawing/2014/main" id="{05B9FCEB-26D5-F643-CC44-738A5AA3C284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6" name="Oval 2035">
                  <a:extLst>
                    <a:ext uri="{FF2B5EF4-FFF2-40B4-BE49-F238E27FC236}">
                      <a16:creationId xmlns:a16="http://schemas.microsoft.com/office/drawing/2014/main" id="{DB8F977C-444B-659E-18DC-108236DBA0E3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7" name="Oval 2036">
                  <a:extLst>
                    <a:ext uri="{FF2B5EF4-FFF2-40B4-BE49-F238E27FC236}">
                      <a16:creationId xmlns:a16="http://schemas.microsoft.com/office/drawing/2014/main" id="{106B44D8-8832-75C4-262A-DD16FF770A6B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8" name="Oval 2037">
                  <a:extLst>
                    <a:ext uri="{FF2B5EF4-FFF2-40B4-BE49-F238E27FC236}">
                      <a16:creationId xmlns:a16="http://schemas.microsoft.com/office/drawing/2014/main" id="{D8514B1D-974C-8F98-14DC-7B6CB1CDB670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9" name="Oval 2038">
                  <a:extLst>
                    <a:ext uri="{FF2B5EF4-FFF2-40B4-BE49-F238E27FC236}">
                      <a16:creationId xmlns:a16="http://schemas.microsoft.com/office/drawing/2014/main" id="{2D814367-AAB2-9B9E-9123-315BF2FC0C71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90" name="Rounded Rectangle 2089">
              <a:extLst>
                <a:ext uri="{FF2B5EF4-FFF2-40B4-BE49-F238E27FC236}">
                  <a16:creationId xmlns:a16="http://schemas.microsoft.com/office/drawing/2014/main" id="{E8C8D581-3A51-DD24-F8FD-5AC592CCB9E1}"/>
                </a:ext>
              </a:extLst>
            </p:cNvPr>
            <p:cNvSpPr/>
            <p:nvPr/>
          </p:nvSpPr>
          <p:spPr>
            <a:xfrm rot="5400000">
              <a:off x="8523203" y="1564677"/>
              <a:ext cx="548956" cy="12307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1" name="TextBox 2090">
              <a:extLst>
                <a:ext uri="{FF2B5EF4-FFF2-40B4-BE49-F238E27FC236}">
                  <a16:creationId xmlns:a16="http://schemas.microsoft.com/office/drawing/2014/main" id="{B2703CD2-90F3-5994-F7B9-47BB670D1AA9}"/>
                </a:ext>
              </a:extLst>
            </p:cNvPr>
            <p:cNvSpPr txBox="1"/>
            <p:nvPr/>
          </p:nvSpPr>
          <p:spPr>
            <a:xfrm>
              <a:off x="6886500" y="1801769"/>
              <a:ext cx="6254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pIgR</a:t>
              </a:r>
              <a:endParaRPr lang="en-US" dirty="0"/>
            </a:p>
          </p:txBody>
        </p:sp>
        <p:grpSp>
          <p:nvGrpSpPr>
            <p:cNvPr id="2092" name="Group 2091">
              <a:extLst>
                <a:ext uri="{FF2B5EF4-FFF2-40B4-BE49-F238E27FC236}">
                  <a16:creationId xmlns:a16="http://schemas.microsoft.com/office/drawing/2014/main" id="{1F1C9FCE-79E0-72ED-C74A-8E444970D304}"/>
                </a:ext>
              </a:extLst>
            </p:cNvPr>
            <p:cNvGrpSpPr/>
            <p:nvPr/>
          </p:nvGrpSpPr>
          <p:grpSpPr>
            <a:xfrm rot="10800000">
              <a:off x="7774901" y="5816533"/>
              <a:ext cx="45719" cy="375264"/>
              <a:chOff x="6686062" y="3899868"/>
              <a:chExt cx="74130" cy="410527"/>
            </a:xfrm>
          </p:grpSpPr>
          <p:sp>
            <p:nvSpPr>
              <p:cNvPr id="2093" name="Rounded Rectangle 2092">
                <a:extLst>
                  <a:ext uri="{FF2B5EF4-FFF2-40B4-BE49-F238E27FC236}">
                    <a16:creationId xmlns:a16="http://schemas.microsoft.com/office/drawing/2014/main" id="{862B7831-ADFF-C700-F145-CA7F8A13FA8C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4" name="Rounded Rectangle 2093">
                <a:extLst>
                  <a:ext uri="{FF2B5EF4-FFF2-40B4-BE49-F238E27FC236}">
                    <a16:creationId xmlns:a16="http://schemas.microsoft.com/office/drawing/2014/main" id="{BCA1736D-B6DE-F169-9ADF-A2F6DF25515C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5" name="Rounded Rectangle 2094">
                <a:extLst>
                  <a:ext uri="{FF2B5EF4-FFF2-40B4-BE49-F238E27FC236}">
                    <a16:creationId xmlns:a16="http://schemas.microsoft.com/office/drawing/2014/main" id="{219D5315-19F4-AFEE-7BF5-70C546106892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6" name="Rounded Rectangle 2095">
                <a:extLst>
                  <a:ext uri="{FF2B5EF4-FFF2-40B4-BE49-F238E27FC236}">
                    <a16:creationId xmlns:a16="http://schemas.microsoft.com/office/drawing/2014/main" id="{73963416-06B5-663B-DC9A-7E9CE6702122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7" name="Rounded Rectangle 2096">
                <a:extLst>
                  <a:ext uri="{FF2B5EF4-FFF2-40B4-BE49-F238E27FC236}">
                    <a16:creationId xmlns:a16="http://schemas.microsoft.com/office/drawing/2014/main" id="{28D3A8F5-7916-33BC-521B-A11FFF36E7FA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98" name="Straight Connector 2097">
                <a:extLst>
                  <a:ext uri="{FF2B5EF4-FFF2-40B4-BE49-F238E27FC236}">
                    <a16:creationId xmlns:a16="http://schemas.microsoft.com/office/drawing/2014/main" id="{EF38FD90-BDF4-275B-3C14-31584B834CEE}"/>
                  </a:ext>
                </a:extLst>
              </p:cNvPr>
              <p:cNvCxnSpPr>
                <a:cxnSpLocks/>
                <a:stCxn id="2093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99" name="TextBox 2098">
              <a:extLst>
                <a:ext uri="{FF2B5EF4-FFF2-40B4-BE49-F238E27FC236}">
                  <a16:creationId xmlns:a16="http://schemas.microsoft.com/office/drawing/2014/main" id="{B86F9FFC-75D9-4539-B928-7E71BD380C99}"/>
                </a:ext>
              </a:extLst>
            </p:cNvPr>
            <p:cNvSpPr txBox="1"/>
            <p:nvPr/>
          </p:nvSpPr>
          <p:spPr>
            <a:xfrm>
              <a:off x="7715911" y="5798308"/>
              <a:ext cx="14509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polymeric IgA transport receptor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9507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105">
            <a:extLst>
              <a:ext uri="{FF2B5EF4-FFF2-40B4-BE49-F238E27FC236}">
                <a16:creationId xmlns:a16="http://schemas.microsoft.com/office/drawing/2014/main" id="{C4CA89C3-BBDE-845F-3A91-55B17AF6E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70" y="204105"/>
            <a:ext cx="3419929" cy="3419929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C7525F3C-6092-6577-E5BC-BDEEC65EBA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42" y="3817257"/>
            <a:ext cx="2177143" cy="2277508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3D876870-16E9-7FA5-3F17-41EBBC481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9472" y="87405"/>
            <a:ext cx="7772400" cy="458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34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FD4DB05A-DCF8-F7BA-FB5E-3F8B429D3D47}"/>
              </a:ext>
            </a:extLst>
          </p:cNvPr>
          <p:cNvGrpSpPr/>
          <p:nvPr/>
        </p:nvGrpSpPr>
        <p:grpSpPr>
          <a:xfrm>
            <a:off x="766118" y="378840"/>
            <a:ext cx="4612460" cy="2537708"/>
            <a:chOff x="766118" y="378840"/>
            <a:chExt cx="4612460" cy="253770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B8882ED-CDCB-6E16-8DD9-69E675442158}"/>
                </a:ext>
              </a:extLst>
            </p:cNvPr>
            <p:cNvSpPr txBox="1"/>
            <p:nvPr/>
          </p:nvSpPr>
          <p:spPr>
            <a:xfrm>
              <a:off x="766118" y="1346888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Naïve</a:t>
              </a:r>
            </a:p>
            <a:p>
              <a:pPr algn="ctr"/>
              <a:r>
                <a:rPr lang="en-US" dirty="0"/>
                <a:t>T cell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984B20-849C-8340-3AAC-6ACE33D2BBCA}"/>
                </a:ext>
              </a:extLst>
            </p:cNvPr>
            <p:cNvSpPr txBox="1"/>
            <p:nvPr/>
          </p:nvSpPr>
          <p:spPr>
            <a:xfrm>
              <a:off x="2396443" y="1346887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Prolif</a:t>
              </a:r>
              <a:r>
                <a:rPr lang="en-US" dirty="0"/>
                <a:t>. / Effector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7388BC-B945-4A96-885B-F71846490CD8}"/>
                </a:ext>
              </a:extLst>
            </p:cNvPr>
            <p:cNvSpPr txBox="1"/>
            <p:nvPr/>
          </p:nvSpPr>
          <p:spPr>
            <a:xfrm>
              <a:off x="4297468" y="378840"/>
              <a:ext cx="964593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Short lived Effector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7111428-BB61-0AE9-5D55-3380AB757FEC}"/>
                </a:ext>
              </a:extLst>
            </p:cNvPr>
            <p:cNvSpPr txBox="1"/>
            <p:nvPr/>
          </p:nvSpPr>
          <p:spPr>
            <a:xfrm>
              <a:off x="4223711" y="1993218"/>
              <a:ext cx="1051857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Long-lived </a:t>
              </a:r>
            </a:p>
            <a:p>
              <a:pPr algn="ctr"/>
              <a:r>
                <a:rPr lang="en-US" dirty="0"/>
                <a:t>TCM cell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944116C-32B1-A0BB-BE31-8D5C6AF5C04F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 flipV="1">
              <a:off x="1730711" y="1670053"/>
              <a:ext cx="665732" cy="1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62735A-E00D-FC42-0924-00F43AFBC20E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 flipV="1">
              <a:off x="3361036" y="840505"/>
              <a:ext cx="936432" cy="50409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A87FFA-42A4-BF0F-8C35-76583EABCBB7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3361036" y="1993218"/>
              <a:ext cx="862675" cy="46166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BF7DB5-FC00-420C-AB39-48C114E1E977}"/>
                </a:ext>
              </a:extLst>
            </p:cNvPr>
            <p:cNvSpPr/>
            <p:nvPr/>
          </p:nvSpPr>
          <p:spPr>
            <a:xfrm>
              <a:off x="2729875" y="791412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24A9765C-79F8-8E68-002A-9372F105C753}"/>
                </a:ext>
              </a:extLst>
            </p:cNvPr>
            <p:cNvSpPr/>
            <p:nvPr/>
          </p:nvSpPr>
          <p:spPr>
            <a:xfrm>
              <a:off x="2856081" y="2021983"/>
              <a:ext cx="1425997" cy="701065"/>
            </a:xfrm>
            <a:custGeom>
              <a:avLst/>
              <a:gdLst>
                <a:gd name="connsiteX0" fmla="*/ 1374629 w 1425997"/>
                <a:gd name="connsiteY0" fmla="*/ 689020 h 701065"/>
                <a:gd name="connsiteX1" fmla="*/ 1284477 w 1425997"/>
                <a:gd name="connsiteY1" fmla="*/ 695459 h 701065"/>
                <a:gd name="connsiteX2" fmla="*/ 170454 w 1425997"/>
                <a:gd name="connsiteY2" fmla="*/ 618186 h 701065"/>
                <a:gd name="connsiteX3" fmla="*/ 22347 w 1425997"/>
                <a:gd name="connsiteY3" fmla="*/ 0 h 70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5997" h="701065">
                  <a:moveTo>
                    <a:pt x="1374629" y="689020"/>
                  </a:moveTo>
                  <a:cubicBezTo>
                    <a:pt x="1429901" y="698142"/>
                    <a:pt x="1485173" y="707265"/>
                    <a:pt x="1284477" y="695459"/>
                  </a:cubicBezTo>
                  <a:cubicBezTo>
                    <a:pt x="1083781" y="683653"/>
                    <a:pt x="380809" y="734096"/>
                    <a:pt x="170454" y="618186"/>
                  </a:cubicBezTo>
                  <a:cubicBezTo>
                    <a:pt x="-39901" y="502276"/>
                    <a:pt x="-8777" y="251138"/>
                    <a:pt x="22347" y="0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FEF116D-D189-73A8-52D2-107F1E2E42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75116" y="913124"/>
              <a:ext cx="936432" cy="504097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AAABC2CD-48BA-3C8B-4982-78324653474E}"/>
                </a:ext>
              </a:extLst>
            </p:cNvPr>
            <p:cNvSpPr/>
            <p:nvPr/>
          </p:nvSpPr>
          <p:spPr>
            <a:xfrm>
              <a:off x="2611823" y="795710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A0F7226-6BF7-1F1B-74A0-2C45CF04A53D}"/>
                </a:ext>
              </a:extLst>
            </p:cNvPr>
            <p:cNvCxnSpPr>
              <a:cxnSpLocks/>
            </p:cNvCxnSpPr>
            <p:nvPr/>
          </p:nvCxnSpPr>
          <p:spPr>
            <a:xfrm>
              <a:off x="3310077" y="2084270"/>
              <a:ext cx="862675" cy="46166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91C7CC9F-D1F5-F80C-6FDE-DCF7082581B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43726" y="1481954"/>
              <a:ext cx="359567" cy="0"/>
            </a:xfrm>
            <a:prstGeom prst="straightConnector1">
              <a:avLst/>
            </a:prstGeom>
            <a:ln w="920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48F4F5F-3A30-F2A0-E435-C594EA9C791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651810" y="1865264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28FF241-01A3-C094-A755-9C53E4B53FE4}"/>
                </a:ext>
              </a:extLst>
            </p:cNvPr>
            <p:cNvSpPr txBox="1"/>
            <p:nvPr/>
          </p:nvSpPr>
          <p:spPr>
            <a:xfrm>
              <a:off x="4603805" y="1285754"/>
              <a:ext cx="7596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death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5434B6E-20E0-884F-D46D-729AB0961A07}"/>
                </a:ext>
              </a:extLst>
            </p:cNvPr>
            <p:cNvSpPr txBox="1"/>
            <p:nvPr/>
          </p:nvSpPr>
          <p:spPr>
            <a:xfrm>
              <a:off x="4842854" y="1684709"/>
              <a:ext cx="53572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9E90736-E922-45A1-8DEC-86D13A264697}"/>
              </a:ext>
            </a:extLst>
          </p:cNvPr>
          <p:cNvGrpSpPr/>
          <p:nvPr/>
        </p:nvGrpSpPr>
        <p:grpSpPr>
          <a:xfrm>
            <a:off x="6044315" y="439362"/>
            <a:ext cx="6147685" cy="2537708"/>
            <a:chOff x="6044310" y="364916"/>
            <a:chExt cx="6147685" cy="253770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17E6EF-7927-A5CA-47AF-67471FE1B943}"/>
                </a:ext>
              </a:extLst>
            </p:cNvPr>
            <p:cNvSpPr txBox="1"/>
            <p:nvPr/>
          </p:nvSpPr>
          <p:spPr>
            <a:xfrm>
              <a:off x="6044310" y="1332964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Naïve</a:t>
              </a:r>
            </a:p>
            <a:p>
              <a:pPr algn="ctr"/>
              <a:r>
                <a:rPr lang="en-US" dirty="0"/>
                <a:t>B cell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972B7F4-76A7-732C-6201-E0BDFA3324CD}"/>
                </a:ext>
              </a:extLst>
            </p:cNvPr>
            <p:cNvSpPr txBox="1"/>
            <p:nvPr/>
          </p:nvSpPr>
          <p:spPr>
            <a:xfrm>
              <a:off x="7674635" y="1332963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Prolif</a:t>
              </a:r>
              <a:r>
                <a:rPr lang="en-US" dirty="0"/>
                <a:t>.  GC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8B34A97-E541-3087-EFD6-1D16923DBCC6}"/>
                </a:ext>
              </a:extLst>
            </p:cNvPr>
            <p:cNvSpPr txBox="1"/>
            <p:nvPr/>
          </p:nvSpPr>
          <p:spPr>
            <a:xfrm>
              <a:off x="9575660" y="364916"/>
              <a:ext cx="964593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Long-lived PC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4CE5066-E4F7-7AE9-774E-CD5C3A16DBE8}"/>
                </a:ext>
              </a:extLst>
            </p:cNvPr>
            <p:cNvSpPr txBox="1"/>
            <p:nvPr/>
          </p:nvSpPr>
          <p:spPr>
            <a:xfrm>
              <a:off x="9501903" y="1979294"/>
              <a:ext cx="1051857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 lived MBC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2508453-42D3-1CB2-8EB3-D00484B52AA9}"/>
                </a:ext>
              </a:extLst>
            </p:cNvPr>
            <p:cNvCxnSpPr>
              <a:stCxn id="25" idx="3"/>
              <a:endCxn id="26" idx="1"/>
            </p:cNvCxnSpPr>
            <p:nvPr/>
          </p:nvCxnSpPr>
          <p:spPr>
            <a:xfrm flipV="1">
              <a:off x="7008903" y="1656129"/>
              <a:ext cx="665732" cy="1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ABF7A61-34FB-1392-1B8C-261240B63D0F}"/>
                </a:ext>
              </a:extLst>
            </p:cNvPr>
            <p:cNvCxnSpPr>
              <a:cxnSpLocks/>
              <a:endCxn id="27" idx="1"/>
            </p:cNvCxnSpPr>
            <p:nvPr/>
          </p:nvCxnSpPr>
          <p:spPr>
            <a:xfrm flipV="1">
              <a:off x="8639228" y="826581"/>
              <a:ext cx="936432" cy="50409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FBEC487-275A-4ADF-D29A-094AA6F36D7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8639228" y="1979294"/>
              <a:ext cx="862675" cy="46166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45DD24BC-C3F7-3840-2D41-C37F5830F8FF}"/>
                </a:ext>
              </a:extLst>
            </p:cNvPr>
            <p:cNvSpPr/>
            <p:nvPr/>
          </p:nvSpPr>
          <p:spPr>
            <a:xfrm>
              <a:off x="7885721" y="777488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560F9E67-75E1-D3DC-6E04-EFBF112B3F52}"/>
                </a:ext>
              </a:extLst>
            </p:cNvPr>
            <p:cNvSpPr/>
            <p:nvPr/>
          </p:nvSpPr>
          <p:spPr>
            <a:xfrm>
              <a:off x="8041592" y="777487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628EA9D-1664-C4E8-67C8-B4DCE45C1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53818" y="913124"/>
              <a:ext cx="936432" cy="504097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EFF3668-3D60-977C-7F68-9E90DF2A536F}"/>
                </a:ext>
              </a:extLst>
            </p:cNvPr>
            <p:cNvCxnSpPr>
              <a:cxnSpLocks/>
            </p:cNvCxnSpPr>
            <p:nvPr/>
          </p:nvCxnSpPr>
          <p:spPr>
            <a:xfrm>
              <a:off x="8604986" y="2063552"/>
              <a:ext cx="862675" cy="46166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254CBFC-B411-5A21-0C5E-B207A52B70F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980683" y="1430124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4E23166A-008D-2797-44D7-17EAF809A34F}"/>
                </a:ext>
              </a:extLst>
            </p:cNvPr>
            <p:cNvSpPr/>
            <p:nvPr/>
          </p:nvSpPr>
          <p:spPr>
            <a:xfrm>
              <a:off x="8024947" y="2033300"/>
              <a:ext cx="1425997" cy="701065"/>
            </a:xfrm>
            <a:custGeom>
              <a:avLst/>
              <a:gdLst>
                <a:gd name="connsiteX0" fmla="*/ 1374629 w 1425997"/>
                <a:gd name="connsiteY0" fmla="*/ 689020 h 701065"/>
                <a:gd name="connsiteX1" fmla="*/ 1284477 w 1425997"/>
                <a:gd name="connsiteY1" fmla="*/ 695459 h 701065"/>
                <a:gd name="connsiteX2" fmla="*/ 170454 w 1425997"/>
                <a:gd name="connsiteY2" fmla="*/ 618186 h 701065"/>
                <a:gd name="connsiteX3" fmla="*/ 22347 w 1425997"/>
                <a:gd name="connsiteY3" fmla="*/ 0 h 70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5997" h="701065">
                  <a:moveTo>
                    <a:pt x="1374629" y="689020"/>
                  </a:moveTo>
                  <a:cubicBezTo>
                    <a:pt x="1429901" y="698142"/>
                    <a:pt x="1485173" y="707265"/>
                    <a:pt x="1284477" y="695459"/>
                  </a:cubicBezTo>
                  <a:cubicBezTo>
                    <a:pt x="1083781" y="683653"/>
                    <a:pt x="380809" y="734096"/>
                    <a:pt x="170454" y="618186"/>
                  </a:cubicBezTo>
                  <a:cubicBezTo>
                    <a:pt x="-39901" y="502276"/>
                    <a:pt x="-8777" y="251138"/>
                    <a:pt x="22347" y="0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B3F0B56-2961-7EEC-2C32-A8A25D81BA56}"/>
                </a:ext>
              </a:extLst>
            </p:cNvPr>
            <p:cNvCxnSpPr/>
            <p:nvPr/>
          </p:nvCxnSpPr>
          <p:spPr>
            <a:xfrm>
              <a:off x="10627025" y="777487"/>
              <a:ext cx="4316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1D5FB7-F9EC-CE30-99A2-AA339118FFF2}"/>
                </a:ext>
              </a:extLst>
            </p:cNvPr>
            <p:cNvSpPr txBox="1"/>
            <p:nvPr/>
          </p:nvSpPr>
          <p:spPr>
            <a:xfrm>
              <a:off x="11030755" y="364916"/>
              <a:ext cx="116124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Secreted antibody</a:t>
              </a:r>
            </a:p>
            <a:p>
              <a:r>
                <a:rPr lang="en-US" dirty="0"/>
                <a:t>(T</a:t>
              </a:r>
              <a:r>
                <a:rPr lang="en-US" baseline="-25000" dirty="0"/>
                <a:t>1/2</a:t>
              </a:r>
              <a:r>
                <a:rPr lang="en-US" dirty="0"/>
                <a:t>~21d)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5E011E8-28CB-8517-8DB0-969D18F59C3A}"/>
                </a:ext>
              </a:extLst>
            </p:cNvPr>
            <p:cNvSpPr txBox="1"/>
            <p:nvPr/>
          </p:nvSpPr>
          <p:spPr>
            <a:xfrm>
              <a:off x="10145990" y="1337731"/>
              <a:ext cx="171393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 follows Power-Law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63C17D0-DD30-AF6E-3558-6D73C8B37845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55543" y="1844106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DE24D7-9051-041F-ACEC-697614DB20A3}"/>
                </a:ext>
              </a:extLst>
            </p:cNvPr>
            <p:cNvSpPr txBox="1"/>
            <p:nvPr/>
          </p:nvSpPr>
          <p:spPr>
            <a:xfrm>
              <a:off x="10146587" y="1663551"/>
              <a:ext cx="53572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C95BD70-594C-E3B1-2AD9-FA00BB70392A}"/>
              </a:ext>
            </a:extLst>
          </p:cNvPr>
          <p:cNvGrpSpPr/>
          <p:nvPr/>
        </p:nvGrpSpPr>
        <p:grpSpPr>
          <a:xfrm>
            <a:off x="171618" y="3521652"/>
            <a:ext cx="11846954" cy="3279561"/>
            <a:chOff x="171618" y="3521652"/>
            <a:chExt cx="11846954" cy="327956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554098-CBEF-EF87-B466-2D9123097D5B}"/>
                </a:ext>
              </a:extLst>
            </p:cNvPr>
            <p:cNvGrpSpPr/>
            <p:nvPr/>
          </p:nvGrpSpPr>
          <p:grpSpPr>
            <a:xfrm>
              <a:off x="171618" y="3521652"/>
              <a:ext cx="11846954" cy="3279561"/>
              <a:chOff x="171618" y="3521652"/>
              <a:chExt cx="11846954" cy="3279561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264B08D-903B-6D12-5EE2-0AA0D40FD4E4}"/>
                  </a:ext>
                </a:extLst>
              </p:cNvPr>
              <p:cNvGrpSpPr/>
              <p:nvPr/>
            </p:nvGrpSpPr>
            <p:grpSpPr>
              <a:xfrm>
                <a:off x="301273" y="3593672"/>
                <a:ext cx="11717299" cy="3207541"/>
                <a:chOff x="301273" y="3593672"/>
                <a:chExt cx="11717299" cy="3207541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ACA4A44B-B402-FB68-D014-CAB9685541CA}"/>
                    </a:ext>
                  </a:extLst>
                </p:cNvPr>
                <p:cNvGrpSpPr/>
                <p:nvPr/>
              </p:nvGrpSpPr>
              <p:grpSpPr>
                <a:xfrm>
                  <a:off x="301273" y="3593672"/>
                  <a:ext cx="11717299" cy="3207541"/>
                  <a:chOff x="301273" y="3593672"/>
                  <a:chExt cx="11717299" cy="3207541"/>
                </a:xfrm>
              </p:grpSpPr>
              <p:grpSp>
                <p:nvGrpSpPr>
                  <p:cNvPr id="61" name="Group 60">
                    <a:extLst>
                      <a:ext uri="{FF2B5EF4-FFF2-40B4-BE49-F238E27FC236}">
                        <a16:creationId xmlns:a16="http://schemas.microsoft.com/office/drawing/2014/main" id="{FACE8469-4FFB-4067-B1D6-5445D18B0DBA}"/>
                      </a:ext>
                    </a:extLst>
                  </p:cNvPr>
                  <p:cNvGrpSpPr/>
                  <p:nvPr/>
                </p:nvGrpSpPr>
                <p:grpSpPr>
                  <a:xfrm>
                    <a:off x="301273" y="3904437"/>
                    <a:ext cx="6147685" cy="2896776"/>
                    <a:chOff x="6044310" y="364916"/>
                    <a:chExt cx="6147685" cy="2896776"/>
                  </a:xfrm>
                </p:grpSpPr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AD297702-72E1-E866-96EC-D1C7FF0013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44310" y="1332964"/>
                      <a:ext cx="964593" cy="646331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Naïve</a:t>
                      </a:r>
                    </a:p>
                    <a:p>
                      <a:pPr algn="ctr"/>
                      <a:r>
                        <a:rPr lang="en-US" dirty="0"/>
                        <a:t>B cell</a:t>
                      </a:r>
                    </a:p>
                  </p:txBody>
                </p:sp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CDCEAD18-7095-2A48-A409-79D96E4C4B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74635" y="1332963"/>
                      <a:ext cx="964593" cy="646331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 err="1"/>
                        <a:t>Prolif</a:t>
                      </a:r>
                      <a:r>
                        <a:rPr lang="en-US" dirty="0"/>
                        <a:t>.  GC</a:t>
                      </a:r>
                    </a:p>
                  </p:txBody>
                </p:sp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CD708520-C14F-419D-5817-F6E94CB5D6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75660" y="364916"/>
                      <a:ext cx="964593" cy="923330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Long-lived PC</a:t>
                      </a:r>
                    </a:p>
                  </p:txBody>
                </p:sp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E7EDB397-5909-FF2A-6E8E-8B11431B82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01903" y="1979294"/>
                      <a:ext cx="1051857" cy="923330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Long lived MBC</a:t>
                      </a:r>
                    </a:p>
                  </p:txBody>
                </p:sp>
                <p:cxnSp>
                  <p:nvCxnSpPr>
                    <p:cNvPr id="66" name="Straight Arrow Connector 65">
                      <a:extLst>
                        <a:ext uri="{FF2B5EF4-FFF2-40B4-BE49-F238E27FC236}">
                          <a16:creationId xmlns:a16="http://schemas.microsoft.com/office/drawing/2014/main" id="{4FD34EDD-6279-0FAA-ABFB-E8108BDEB5B1}"/>
                        </a:ext>
                      </a:extLst>
                    </p:cNvPr>
                    <p:cNvCxnSpPr>
                      <a:stCxn id="62" idx="3"/>
                      <a:endCxn id="63" idx="1"/>
                    </p:cNvCxnSpPr>
                    <p:nvPr/>
                  </p:nvCxnSpPr>
                  <p:spPr>
                    <a:xfrm flipV="1">
                      <a:off x="7008903" y="1656129"/>
                      <a:ext cx="665732" cy="1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Straight Arrow Connector 66">
                      <a:extLst>
                        <a:ext uri="{FF2B5EF4-FFF2-40B4-BE49-F238E27FC236}">
                          <a16:creationId xmlns:a16="http://schemas.microsoft.com/office/drawing/2014/main" id="{2C53CA31-AF15-A838-CB18-7FC519576109}"/>
                        </a:ext>
                      </a:extLst>
                    </p:cNvPr>
                    <p:cNvCxnSpPr>
                      <a:cxnSpLocks/>
                      <a:endCxn id="64" idx="1"/>
                    </p:cNvCxnSpPr>
                    <p:nvPr/>
                  </p:nvCxnSpPr>
                  <p:spPr>
                    <a:xfrm flipV="1">
                      <a:off x="8639228" y="826581"/>
                      <a:ext cx="936432" cy="504097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8" name="Straight Arrow Connector 67">
                      <a:extLst>
                        <a:ext uri="{FF2B5EF4-FFF2-40B4-BE49-F238E27FC236}">
                          <a16:creationId xmlns:a16="http://schemas.microsoft.com/office/drawing/2014/main" id="{1525B1D6-0664-9019-F87D-5A5059936916}"/>
                        </a:ext>
                      </a:extLst>
                    </p:cNvPr>
                    <p:cNvCxnSpPr>
                      <a:cxnSpLocks/>
                      <a:endCxn id="65" idx="1"/>
                    </p:cNvCxnSpPr>
                    <p:nvPr/>
                  </p:nvCxnSpPr>
                  <p:spPr>
                    <a:xfrm>
                      <a:off x="8639228" y="1979294"/>
                      <a:ext cx="862675" cy="461665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9" name="Freeform 68">
                      <a:extLst>
                        <a:ext uri="{FF2B5EF4-FFF2-40B4-BE49-F238E27FC236}">
                          <a16:creationId xmlns:a16="http://schemas.microsoft.com/office/drawing/2014/main" id="{21605031-062F-16F2-90E9-D9403FFF98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85721" y="777488"/>
                      <a:ext cx="586458" cy="541551"/>
                    </a:xfrm>
                    <a:custGeom>
                      <a:avLst/>
                      <a:gdLst>
                        <a:gd name="connsiteX0" fmla="*/ 335294 w 586458"/>
                        <a:gd name="connsiteY0" fmla="*/ 541551 h 541551"/>
                        <a:gd name="connsiteX1" fmla="*/ 586432 w 586458"/>
                        <a:gd name="connsiteY1" fmla="*/ 303292 h 541551"/>
                        <a:gd name="connsiteX2" fmla="*/ 322415 w 586458"/>
                        <a:gd name="connsiteY2" fmla="*/ 639 h 541551"/>
                        <a:gd name="connsiteX3" fmla="*/ 6883 w 586458"/>
                        <a:gd name="connsiteY3" fmla="*/ 232458 h 541551"/>
                        <a:gd name="connsiteX4" fmla="*/ 135672 w 586458"/>
                        <a:gd name="connsiteY4" fmla="*/ 535112 h 5415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86458" h="541551">
                          <a:moveTo>
                            <a:pt x="335294" y="541551"/>
                          </a:moveTo>
                          <a:cubicBezTo>
                            <a:pt x="461936" y="467497"/>
                            <a:pt x="588578" y="393444"/>
                            <a:pt x="586432" y="303292"/>
                          </a:cubicBezTo>
                          <a:cubicBezTo>
                            <a:pt x="584286" y="213140"/>
                            <a:pt x="419006" y="12445"/>
                            <a:pt x="322415" y="639"/>
                          </a:cubicBezTo>
                          <a:cubicBezTo>
                            <a:pt x="225824" y="-11167"/>
                            <a:pt x="38007" y="143379"/>
                            <a:pt x="6883" y="232458"/>
                          </a:cubicBezTo>
                          <a:cubicBezTo>
                            <a:pt x="-24241" y="321537"/>
                            <a:pt x="55715" y="428324"/>
                            <a:pt x="135672" y="535112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70" name="Freeform 69">
                      <a:extLst>
                        <a:ext uri="{FF2B5EF4-FFF2-40B4-BE49-F238E27FC236}">
                          <a16:creationId xmlns:a16="http://schemas.microsoft.com/office/drawing/2014/main" id="{BFEC19DE-5A06-37C5-FBB1-5BFD526940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1592" y="777487"/>
                      <a:ext cx="586458" cy="541551"/>
                    </a:xfrm>
                    <a:custGeom>
                      <a:avLst/>
                      <a:gdLst>
                        <a:gd name="connsiteX0" fmla="*/ 335294 w 586458"/>
                        <a:gd name="connsiteY0" fmla="*/ 541551 h 541551"/>
                        <a:gd name="connsiteX1" fmla="*/ 586432 w 586458"/>
                        <a:gd name="connsiteY1" fmla="*/ 303292 h 541551"/>
                        <a:gd name="connsiteX2" fmla="*/ 322415 w 586458"/>
                        <a:gd name="connsiteY2" fmla="*/ 639 h 541551"/>
                        <a:gd name="connsiteX3" fmla="*/ 6883 w 586458"/>
                        <a:gd name="connsiteY3" fmla="*/ 232458 h 541551"/>
                        <a:gd name="connsiteX4" fmla="*/ 135672 w 586458"/>
                        <a:gd name="connsiteY4" fmla="*/ 535112 h 5415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86458" h="541551">
                          <a:moveTo>
                            <a:pt x="335294" y="541551"/>
                          </a:moveTo>
                          <a:cubicBezTo>
                            <a:pt x="461936" y="467497"/>
                            <a:pt x="588578" y="393444"/>
                            <a:pt x="586432" y="303292"/>
                          </a:cubicBezTo>
                          <a:cubicBezTo>
                            <a:pt x="584286" y="213140"/>
                            <a:pt x="419006" y="12445"/>
                            <a:pt x="322415" y="639"/>
                          </a:cubicBezTo>
                          <a:cubicBezTo>
                            <a:pt x="225824" y="-11167"/>
                            <a:pt x="38007" y="143379"/>
                            <a:pt x="6883" y="232458"/>
                          </a:cubicBezTo>
                          <a:cubicBezTo>
                            <a:pt x="-24241" y="321537"/>
                            <a:pt x="55715" y="428324"/>
                            <a:pt x="135672" y="535112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71" name="Straight Arrow Connector 70">
                      <a:extLst>
                        <a:ext uri="{FF2B5EF4-FFF2-40B4-BE49-F238E27FC236}">
                          <a16:creationId xmlns:a16="http://schemas.microsoft.com/office/drawing/2014/main" id="{431DF03C-F267-25CD-2B31-AC57A70BF42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8653818" y="913124"/>
                      <a:ext cx="936432" cy="504097"/>
                    </a:xfrm>
                    <a:prstGeom prst="straightConnector1">
                      <a:avLst/>
                    </a:prstGeom>
                    <a:ln w="25400"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Straight Arrow Connector 71">
                      <a:extLst>
                        <a:ext uri="{FF2B5EF4-FFF2-40B4-BE49-F238E27FC236}">
                          <a16:creationId xmlns:a16="http://schemas.microsoft.com/office/drawing/2014/main" id="{6699734D-01B9-9EA3-EE15-94B04A3173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604986" y="2063552"/>
                      <a:ext cx="862675" cy="461665"/>
                    </a:xfrm>
                    <a:prstGeom prst="straightConnector1">
                      <a:avLst/>
                    </a:prstGeom>
                    <a:ln w="25400"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3" name="Straight Arrow Connector 72">
                      <a:extLst>
                        <a:ext uri="{FF2B5EF4-FFF2-40B4-BE49-F238E27FC236}">
                          <a16:creationId xmlns:a16="http://schemas.microsoft.com/office/drawing/2014/main" id="{4360E4AB-28B9-48A3-9DCF-02FD76335B4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>
                      <a:off x="9980683" y="1430124"/>
                      <a:ext cx="255908" cy="0"/>
                    </a:xfrm>
                    <a:prstGeom prst="straightConnector1">
                      <a:avLst/>
                    </a:prstGeom>
                    <a:ln w="12700"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4" name="Freeform 73">
                      <a:extLst>
                        <a:ext uri="{FF2B5EF4-FFF2-40B4-BE49-F238E27FC236}">
                          <a16:creationId xmlns:a16="http://schemas.microsoft.com/office/drawing/2014/main" id="{F0C5E6B8-D505-2A6A-718F-5B90F6D270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24947" y="2033300"/>
                      <a:ext cx="1425997" cy="701065"/>
                    </a:xfrm>
                    <a:custGeom>
                      <a:avLst/>
                      <a:gdLst>
                        <a:gd name="connsiteX0" fmla="*/ 1374629 w 1425997"/>
                        <a:gd name="connsiteY0" fmla="*/ 689020 h 701065"/>
                        <a:gd name="connsiteX1" fmla="*/ 1284477 w 1425997"/>
                        <a:gd name="connsiteY1" fmla="*/ 695459 h 701065"/>
                        <a:gd name="connsiteX2" fmla="*/ 170454 w 1425997"/>
                        <a:gd name="connsiteY2" fmla="*/ 618186 h 701065"/>
                        <a:gd name="connsiteX3" fmla="*/ 22347 w 1425997"/>
                        <a:gd name="connsiteY3" fmla="*/ 0 h 7010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425997" h="701065">
                          <a:moveTo>
                            <a:pt x="1374629" y="689020"/>
                          </a:moveTo>
                          <a:cubicBezTo>
                            <a:pt x="1429901" y="698142"/>
                            <a:pt x="1485173" y="707265"/>
                            <a:pt x="1284477" y="695459"/>
                          </a:cubicBezTo>
                          <a:cubicBezTo>
                            <a:pt x="1083781" y="683653"/>
                            <a:pt x="380809" y="734096"/>
                            <a:pt x="170454" y="618186"/>
                          </a:cubicBezTo>
                          <a:cubicBezTo>
                            <a:pt x="-39901" y="502276"/>
                            <a:pt x="-8777" y="251138"/>
                            <a:pt x="22347" y="0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75" name="Straight Arrow Connector 74">
                      <a:extLst>
                        <a:ext uri="{FF2B5EF4-FFF2-40B4-BE49-F238E27FC236}">
                          <a16:creationId xmlns:a16="http://schemas.microsoft.com/office/drawing/2014/main" id="{13AC4218-2AD3-87EF-3BCA-429359AF2CD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10627025" y="777487"/>
                      <a:ext cx="431615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6" name="TextBox 75">
                      <a:extLst>
                        <a:ext uri="{FF2B5EF4-FFF2-40B4-BE49-F238E27FC236}">
                          <a16:creationId xmlns:a16="http://schemas.microsoft.com/office/drawing/2014/main" id="{95F5ED3C-4136-B1EF-6925-4750EF7BEF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30755" y="364916"/>
                      <a:ext cx="1161240" cy="9233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dirty="0"/>
                        <a:t>Secreted antibody</a:t>
                      </a:r>
                    </a:p>
                    <a:p>
                      <a:r>
                        <a:rPr lang="en-US" dirty="0"/>
                        <a:t>(T</a:t>
                      </a:r>
                      <a:r>
                        <a:rPr lang="en-US" baseline="-25000" dirty="0"/>
                        <a:t>1/2</a:t>
                      </a:r>
                      <a:r>
                        <a:rPr lang="en-US" dirty="0"/>
                        <a:t>~21d)</a:t>
                      </a:r>
                    </a:p>
                  </p:txBody>
                </p:sp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5C871103-AD85-DCB7-7A42-0EA4EEB0AC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602097" y="1423766"/>
                      <a:ext cx="2177776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400" dirty="0"/>
                        <a:t>death  follows Power Law </a:t>
                      </a:r>
                      <a:br>
                        <a:rPr lang="en-US" sz="1400" dirty="0"/>
                      </a:br>
                      <a:r>
                        <a:rPr lang="en-US" sz="1400" dirty="0" err="1"/>
                        <a:t>m</a:t>
                      </a:r>
                      <a:r>
                        <a:rPr lang="en-US" sz="1400" baseline="-25000" dirty="0" err="1"/>
                        <a:t>p</a:t>
                      </a:r>
                      <a:r>
                        <a:rPr lang="en-US" sz="1400" dirty="0"/>
                        <a:t> (prime) and m</a:t>
                      </a:r>
                      <a:r>
                        <a:rPr lang="en-US" sz="1400" baseline="-25000" dirty="0"/>
                        <a:t>b</a:t>
                      </a:r>
                      <a:r>
                        <a:rPr lang="en-US" sz="1400" dirty="0"/>
                        <a:t> (boost)</a:t>
                      </a:r>
                    </a:p>
                  </p:txBody>
                </p:sp>
                <p:cxnSp>
                  <p:nvCxnSpPr>
                    <p:cNvPr id="78" name="Straight Arrow Connector 77">
                      <a:extLst>
                        <a:ext uri="{FF2B5EF4-FFF2-40B4-BE49-F238E27FC236}">
                          <a16:creationId xmlns:a16="http://schemas.microsoft.com/office/drawing/2014/main" id="{7BCA254A-21DB-CE97-357D-C29E959B5E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 flipV="1">
                      <a:off x="9955543" y="3029444"/>
                      <a:ext cx="255908" cy="0"/>
                    </a:xfrm>
                    <a:prstGeom prst="straightConnector1">
                      <a:avLst/>
                    </a:prstGeom>
                    <a:ln w="12700"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78A96F3C-58C9-2DC8-6806-36FDA6B8E5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80065" y="2953915"/>
                      <a:ext cx="631904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400" dirty="0"/>
                        <a:t>death</a:t>
                      </a:r>
                    </a:p>
                  </p:txBody>
                </p:sp>
              </p:grpSp>
              <p:pic>
                <p:nvPicPr>
                  <p:cNvPr id="5" name="Content Placeholder 4" descr="A graph of a graph with a line&#10;&#10;Description automatically generated">
                    <a:extLst>
                      <a:ext uri="{FF2B5EF4-FFF2-40B4-BE49-F238E27FC236}">
                        <a16:creationId xmlns:a16="http://schemas.microsoft.com/office/drawing/2014/main" id="{2D88332F-25E5-0A99-5906-60EB99BC1C6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6983127" y="3593672"/>
                    <a:ext cx="4876794" cy="2990924"/>
                  </a:xfrm>
                  <a:prstGeom prst="rect">
                    <a:avLst/>
                  </a:prstGeom>
                </p:spPr>
              </p:pic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B043819E-F070-76E1-D2ED-2BD612579E15}"/>
                      </a:ext>
                    </a:extLst>
                  </p:cNvPr>
                  <p:cNvSpPr txBox="1"/>
                  <p:nvPr/>
                </p:nvSpPr>
                <p:spPr>
                  <a:xfrm>
                    <a:off x="7566215" y="6307189"/>
                    <a:ext cx="4390946" cy="33855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0                                          1.0                                           2.0</a:t>
                    </a:r>
                  </a:p>
                </p:txBody>
              </p:sp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5C8F3164-D175-511A-B415-C2E6B7320D95}"/>
                      </a:ext>
                    </a:extLst>
                  </p:cNvPr>
                  <p:cNvSpPr txBox="1"/>
                  <p:nvPr/>
                </p:nvSpPr>
                <p:spPr>
                  <a:xfrm>
                    <a:off x="10029185" y="6413871"/>
                    <a:ext cx="765274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years </a:t>
                    </a:r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5FA88167-A114-A4F4-E12C-7DF5F133B36E}"/>
                      </a:ext>
                    </a:extLst>
                  </p:cNvPr>
                  <p:cNvSpPr txBox="1"/>
                  <p:nvPr/>
                </p:nvSpPr>
                <p:spPr>
                  <a:xfrm>
                    <a:off x="10304641" y="4467097"/>
                    <a:ext cx="171393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dirty="0"/>
                      <a:t>simulations from </a:t>
                    </a:r>
                    <a:r>
                      <a:rPr lang="en-US" dirty="0" err="1"/>
                      <a:t>eqn</a:t>
                    </a:r>
                    <a:r>
                      <a:rPr lang="en-US" dirty="0"/>
                      <a:t> 4</a:t>
                    </a:r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281BBF7-122B-FE27-8633-831869AE6FD4}"/>
                      </a:ext>
                    </a:extLst>
                  </p:cNvPr>
                  <p:cNvSpPr txBox="1"/>
                  <p:nvPr/>
                </p:nvSpPr>
                <p:spPr>
                  <a:xfrm>
                    <a:off x="9472834" y="5657314"/>
                    <a:ext cx="1569981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solidFill>
                          <a:srgbClr val="FF0000"/>
                        </a:solidFill>
                      </a:rPr>
                      <a:t>simple power </a:t>
                    </a:r>
                    <a:br>
                      <a:rPr lang="en-US" dirty="0">
                        <a:solidFill>
                          <a:srgbClr val="FF0000"/>
                        </a:solidFill>
                      </a:rPr>
                    </a:br>
                    <a:r>
                      <a:rPr lang="en-US" dirty="0">
                        <a:solidFill>
                          <a:srgbClr val="FF0000"/>
                        </a:solidFill>
                      </a:rPr>
                      <a:t>law decay (m)</a:t>
                    </a:r>
                  </a:p>
                </p:txBody>
              </p:sp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1BCDBD38-367E-BCF4-BD2A-4BF840DFE86D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5798413" y="4863575"/>
                    <a:ext cx="2282100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Scaled antibody titer </a:t>
                    </a:r>
                  </a:p>
                </p:txBody>
              </p:sp>
            </p:grpSp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9A18ECD4-FAA2-6EFB-F2C6-9EF707B8AD0C}"/>
                    </a:ext>
                  </a:extLst>
                </p:cNvPr>
                <p:cNvSpPr/>
                <p:nvPr/>
              </p:nvSpPr>
              <p:spPr>
                <a:xfrm>
                  <a:off x="7497007" y="3634720"/>
                  <a:ext cx="4317168" cy="263916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DD9DAF-BB79-7E8E-6B31-CADA1E0D086E}"/>
                  </a:ext>
                </a:extLst>
              </p:cNvPr>
              <p:cNvSpPr txBox="1"/>
              <p:nvPr/>
            </p:nvSpPr>
            <p:spPr>
              <a:xfrm>
                <a:off x="171618" y="3521652"/>
                <a:ext cx="3658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D24633-F0FC-FA05-EE83-F64C1D2EF459}"/>
                  </a:ext>
                </a:extLst>
              </p:cNvPr>
              <p:cNvSpPr txBox="1"/>
              <p:nvPr/>
            </p:nvSpPr>
            <p:spPr>
              <a:xfrm>
                <a:off x="6484215" y="3593672"/>
                <a:ext cx="37061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B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5B1B01-040E-7AC7-2057-122A268DD51B}"/>
                  </a:ext>
                </a:extLst>
              </p:cNvPr>
              <p:cNvSpPr txBox="1"/>
              <p:nvPr/>
            </p:nvSpPr>
            <p:spPr>
              <a:xfrm>
                <a:off x="7494287" y="5084501"/>
                <a:ext cx="15699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simple power </a:t>
                </a:r>
                <a:br>
                  <a:rPr lang="en-US" dirty="0"/>
                </a:br>
                <a:r>
                  <a:rPr lang="en-US" dirty="0"/>
                  <a:t>law decay (m)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B51380E-A1F5-78F2-E8F2-098256C742A8}"/>
                </a:ext>
              </a:extLst>
            </p:cNvPr>
            <p:cNvSpPr txBox="1"/>
            <p:nvPr/>
          </p:nvSpPr>
          <p:spPr>
            <a:xfrm>
              <a:off x="7005868" y="3567809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5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1315A5-6C03-1025-6B56-5C56EA2557E7}"/>
                </a:ext>
              </a:extLst>
            </p:cNvPr>
            <p:cNvSpPr txBox="1"/>
            <p:nvPr/>
          </p:nvSpPr>
          <p:spPr>
            <a:xfrm>
              <a:off x="7006149" y="6077576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3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CCD46B-52A8-6059-B9D9-F7026FB9E6D5}"/>
                </a:ext>
              </a:extLst>
            </p:cNvPr>
            <p:cNvSpPr txBox="1"/>
            <p:nvPr/>
          </p:nvSpPr>
          <p:spPr>
            <a:xfrm>
              <a:off x="7016656" y="4811230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01326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graph of a graph showing the value of a graph&#10;&#10;Description automatically generated with medium confidence">
            <a:extLst>
              <a:ext uri="{FF2B5EF4-FFF2-40B4-BE49-F238E27FC236}">
                <a16:creationId xmlns:a16="http://schemas.microsoft.com/office/drawing/2014/main" id="{88E7ECFA-223F-30CE-F9A1-F06A67668F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7648" y="1825625"/>
            <a:ext cx="8536704" cy="4351338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351E83-3B93-75EA-A066-679F08092114}"/>
              </a:ext>
            </a:extLst>
          </p:cNvPr>
          <p:cNvSpPr txBox="1"/>
          <p:nvPr/>
        </p:nvSpPr>
        <p:spPr>
          <a:xfrm>
            <a:off x="3048000" y="32458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Times"/>
              </a:rPr>
              <a:t> 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CA1F9A-9FFC-C7F9-D7F3-2FD2790FBA4F}"/>
              </a:ext>
            </a:extLst>
          </p:cNvPr>
          <p:cNvSpPr/>
          <p:nvPr/>
        </p:nvSpPr>
        <p:spPr>
          <a:xfrm>
            <a:off x="1827648" y="1668483"/>
            <a:ext cx="1010555" cy="39010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E01A9-E00F-77EA-94C7-82EB809DF94E}"/>
              </a:ext>
            </a:extLst>
          </p:cNvPr>
          <p:cNvSpPr/>
          <p:nvPr/>
        </p:nvSpPr>
        <p:spPr>
          <a:xfrm rot="5400000">
            <a:off x="6358366" y="2170977"/>
            <a:ext cx="548059" cy="74639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845E63-56F0-B201-6E75-160197675224}"/>
              </a:ext>
            </a:extLst>
          </p:cNvPr>
          <p:cNvSpPr txBox="1"/>
          <p:nvPr/>
        </p:nvSpPr>
        <p:spPr>
          <a:xfrm>
            <a:off x="6011277" y="5838409"/>
            <a:ext cx="124223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time (years)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B5D2DD-EB6E-00F0-5938-62823657F26D}"/>
              </a:ext>
            </a:extLst>
          </p:cNvPr>
          <p:cNvSpPr txBox="1"/>
          <p:nvPr/>
        </p:nvSpPr>
        <p:spPr>
          <a:xfrm>
            <a:off x="2547420" y="5189517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225DA-5C62-ACE6-11CE-ACB1AD461B41}"/>
              </a:ext>
            </a:extLst>
          </p:cNvPr>
          <p:cNvSpPr txBox="1"/>
          <p:nvPr/>
        </p:nvSpPr>
        <p:spPr>
          <a:xfrm>
            <a:off x="2539008" y="3510218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06E3FD-2E56-138B-7235-538183C67FEE}"/>
              </a:ext>
            </a:extLst>
          </p:cNvPr>
          <p:cNvSpPr txBox="1"/>
          <p:nvPr/>
        </p:nvSpPr>
        <p:spPr>
          <a:xfrm>
            <a:off x="2541482" y="1830919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BBA9A-CCD2-8B71-F7AD-3992D03B56BC}"/>
              </a:ext>
            </a:extLst>
          </p:cNvPr>
          <p:cNvSpPr txBox="1"/>
          <p:nvPr/>
        </p:nvSpPr>
        <p:spPr>
          <a:xfrm>
            <a:off x="3095029" y="5586107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527110-6B4D-E0E9-8FEE-8177513036EE}"/>
              </a:ext>
            </a:extLst>
          </p:cNvPr>
          <p:cNvSpPr txBox="1"/>
          <p:nvPr/>
        </p:nvSpPr>
        <p:spPr>
          <a:xfrm>
            <a:off x="6471582" y="5593274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A4EED3-12FF-C3F2-EE34-B5F22B1505E7}"/>
              </a:ext>
            </a:extLst>
          </p:cNvPr>
          <p:cNvSpPr txBox="1"/>
          <p:nvPr/>
        </p:nvSpPr>
        <p:spPr>
          <a:xfrm>
            <a:off x="9842197" y="5592046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5B80CE-29F6-D6FB-2C44-6E2957EBDE68}"/>
              </a:ext>
            </a:extLst>
          </p:cNvPr>
          <p:cNvSpPr txBox="1"/>
          <p:nvPr/>
        </p:nvSpPr>
        <p:spPr>
          <a:xfrm rot="16200000">
            <a:off x="1226793" y="3259722"/>
            <a:ext cx="219693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log</a:t>
            </a:r>
            <a:r>
              <a:rPr lang="en-US" sz="1600" baseline="-25000" dirty="0"/>
              <a:t>10</a:t>
            </a:r>
            <a:r>
              <a:rPr lang="en-US" sz="1600" dirty="0"/>
              <a:t> scaled titer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AC22C99-D827-07F7-D0D6-3DD9C76FED39}"/>
              </a:ext>
            </a:extLst>
          </p:cNvPr>
          <p:cNvCxnSpPr>
            <a:cxnSpLocks/>
          </p:cNvCxnSpPr>
          <p:nvPr/>
        </p:nvCxnSpPr>
        <p:spPr>
          <a:xfrm flipV="1">
            <a:off x="3238702" y="4688919"/>
            <a:ext cx="0" cy="561250"/>
          </a:xfrm>
          <a:prstGeom prst="straightConnector1">
            <a:avLst/>
          </a:prstGeom>
          <a:ln>
            <a:solidFill>
              <a:srgbClr val="0432F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701B9BC-601E-03CF-F285-52E41F45E99C}"/>
              </a:ext>
            </a:extLst>
          </p:cNvPr>
          <p:cNvCxnSpPr>
            <a:cxnSpLocks/>
          </p:cNvCxnSpPr>
          <p:nvPr/>
        </p:nvCxnSpPr>
        <p:spPr>
          <a:xfrm flipV="1">
            <a:off x="6609315" y="4688919"/>
            <a:ext cx="0" cy="561250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F4BE12-C2D1-E52E-B522-F107C511BF61}"/>
              </a:ext>
            </a:extLst>
          </p:cNvPr>
          <p:cNvSpPr txBox="1"/>
          <p:nvPr/>
        </p:nvSpPr>
        <p:spPr>
          <a:xfrm>
            <a:off x="8162459" y="3670746"/>
            <a:ext cx="227845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observed (total) titer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D74D89-4D40-C7A4-905A-6F4336701226}"/>
              </a:ext>
            </a:extLst>
          </p:cNvPr>
          <p:cNvSpPr txBox="1"/>
          <p:nvPr/>
        </p:nvSpPr>
        <p:spPr>
          <a:xfrm>
            <a:off x="8875916" y="4062328"/>
            <a:ext cx="156499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from primary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A67C7E-C8D2-8D79-4E99-80FDB79E34D7}"/>
              </a:ext>
            </a:extLst>
          </p:cNvPr>
          <p:cNvSpPr txBox="1"/>
          <p:nvPr/>
        </p:nvSpPr>
        <p:spPr>
          <a:xfrm>
            <a:off x="9061603" y="4550188"/>
            <a:ext cx="125805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from boost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0F5A12-2A8A-5B31-5111-4F8DB84D22CA}"/>
              </a:ext>
            </a:extLst>
          </p:cNvPr>
          <p:cNvSpPr txBox="1"/>
          <p:nvPr/>
        </p:nvSpPr>
        <p:spPr>
          <a:xfrm>
            <a:off x="6574112" y="4881474"/>
            <a:ext cx="109815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4x boost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B8147B-B992-6AF0-2348-5ABC3C51B485}"/>
              </a:ext>
            </a:extLst>
          </p:cNvPr>
          <p:cNvSpPr txBox="1"/>
          <p:nvPr/>
        </p:nvSpPr>
        <p:spPr>
          <a:xfrm>
            <a:off x="3208226" y="4862323"/>
            <a:ext cx="202285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primary response</a:t>
            </a:r>
          </a:p>
        </p:txBody>
      </p:sp>
    </p:spTree>
    <p:extLst>
      <p:ext uri="{BB962C8B-B14F-4D97-AF65-F5344CB8AC3E}">
        <p14:creationId xmlns:p14="http://schemas.microsoft.com/office/powerpoint/2010/main" val="2717727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8347F1-242A-B59F-C678-A6FACF6EF54A}"/>
              </a:ext>
            </a:extLst>
          </p:cNvPr>
          <p:cNvGrpSpPr/>
          <p:nvPr/>
        </p:nvGrpSpPr>
        <p:grpSpPr>
          <a:xfrm>
            <a:off x="120398" y="235808"/>
            <a:ext cx="11951204" cy="5054317"/>
            <a:chOff x="120398" y="235808"/>
            <a:chExt cx="11951204" cy="5054317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614EAB6-2DA9-1058-C225-7696A7A3EE24}"/>
                </a:ext>
              </a:extLst>
            </p:cNvPr>
            <p:cNvGrpSpPr/>
            <p:nvPr/>
          </p:nvGrpSpPr>
          <p:grpSpPr>
            <a:xfrm>
              <a:off x="120398" y="235808"/>
              <a:ext cx="11951204" cy="4855176"/>
              <a:chOff x="120398" y="235808"/>
              <a:chExt cx="11951204" cy="485517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8C298B4-0A7E-27AB-AD02-E5975D29A3FC}"/>
                  </a:ext>
                </a:extLst>
              </p:cNvPr>
              <p:cNvGrpSpPr/>
              <p:nvPr/>
            </p:nvGrpSpPr>
            <p:grpSpPr>
              <a:xfrm>
                <a:off x="120398" y="235808"/>
                <a:ext cx="11951204" cy="4855176"/>
                <a:chOff x="120398" y="235808"/>
                <a:chExt cx="11951204" cy="4855176"/>
              </a:xfrm>
            </p:grpSpPr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36D72E44-C4E3-6CB3-481A-C3DC59ED5C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0398" y="235808"/>
                  <a:ext cx="11951204" cy="4855176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C79A37E-4BBF-CF1B-E992-5FD3AD7ADE09}"/>
                    </a:ext>
                  </a:extLst>
                </p:cNvPr>
                <p:cNvSpPr txBox="1"/>
                <p:nvPr/>
              </p:nvSpPr>
              <p:spPr>
                <a:xfrm>
                  <a:off x="4658497" y="345989"/>
                  <a:ext cx="490217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Primary vaccination  </a:t>
                  </a:r>
                  <a:r>
                    <a:rPr lang="en-US" dirty="0">
                      <a:solidFill>
                        <a:srgbClr val="0432FF"/>
                      </a:solidFill>
                    </a:rPr>
                    <a:t>First boost      </a:t>
                  </a:r>
                  <a:r>
                    <a:rPr lang="en-US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Second boost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B3D9CA-5F96-FB6D-480D-EC185489C0A2}"/>
                  </a:ext>
                </a:extLst>
              </p:cNvPr>
              <p:cNvSpPr txBox="1"/>
              <p:nvPr/>
            </p:nvSpPr>
            <p:spPr>
              <a:xfrm>
                <a:off x="2125362" y="2478730"/>
                <a:ext cx="889090" cy="369332"/>
              </a:xfrm>
              <a:prstGeom prst="rect">
                <a:avLst/>
              </a:prstGeom>
              <a:solidFill>
                <a:schemeClr val="bg1">
                  <a:alpha val="68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natural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2AFE769-56F1-C71D-997E-6D642B88F168}"/>
                </a:ext>
              </a:extLst>
            </p:cNvPr>
            <p:cNvSpPr txBox="1"/>
            <p:nvPr/>
          </p:nvSpPr>
          <p:spPr>
            <a:xfrm>
              <a:off x="1112363" y="4920793"/>
              <a:ext cx="1071665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March 2020                                          March 2021                                           March 2022                                          March 2023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1B88B65-5010-55C7-0E3F-849CD127AA32}"/>
                </a:ext>
              </a:extLst>
            </p:cNvPr>
            <p:cNvSpPr txBox="1"/>
            <p:nvPr/>
          </p:nvSpPr>
          <p:spPr>
            <a:xfrm rot="16200000">
              <a:off x="-1658037" y="2309091"/>
              <a:ext cx="392620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SARS-CoV-2 spike antibody titter         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335E43D-5F17-97A2-E1CB-49FFE7201ED6}"/>
                </a:ext>
              </a:extLst>
            </p:cNvPr>
            <p:cNvSpPr txBox="1"/>
            <p:nvPr/>
          </p:nvSpPr>
          <p:spPr>
            <a:xfrm>
              <a:off x="1112363" y="4166647"/>
              <a:ext cx="1136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threshold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52252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F3404AEF-8FA2-D346-8931-BBB6B9A6EADA}"/>
              </a:ext>
            </a:extLst>
          </p:cNvPr>
          <p:cNvGrpSpPr/>
          <p:nvPr/>
        </p:nvGrpSpPr>
        <p:grpSpPr>
          <a:xfrm>
            <a:off x="595083" y="291825"/>
            <a:ext cx="8491861" cy="2588523"/>
            <a:chOff x="1021803" y="312145"/>
            <a:chExt cx="8491861" cy="258852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DB5BFD4-CD4C-4466-8152-2EBEC31563DD}"/>
                </a:ext>
              </a:extLst>
            </p:cNvPr>
            <p:cNvSpPr/>
            <p:nvPr/>
          </p:nvSpPr>
          <p:spPr>
            <a:xfrm>
              <a:off x="1667933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FEFA5B3-7A9D-2B15-3694-2B2B46DDEC2A}"/>
                </a:ext>
              </a:extLst>
            </p:cNvPr>
            <p:cNvSpPr/>
            <p:nvPr/>
          </p:nvSpPr>
          <p:spPr>
            <a:xfrm>
              <a:off x="3585633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6EB0E08-3442-CF11-0870-72663374186B}"/>
                </a:ext>
              </a:extLst>
            </p:cNvPr>
            <p:cNvSpPr/>
            <p:nvPr/>
          </p:nvSpPr>
          <p:spPr>
            <a:xfrm>
              <a:off x="6451600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6C41B9-3D5A-A90C-1C8A-1DF1E02A7CC5}"/>
                </a:ext>
              </a:extLst>
            </p:cNvPr>
            <p:cNvCxnSpPr/>
            <p:nvPr/>
          </p:nvCxnSpPr>
          <p:spPr>
            <a:xfrm>
              <a:off x="2620433" y="1803400"/>
              <a:ext cx="952500" cy="0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7E7C06-7A5F-58FB-73EA-71760528CE04}"/>
                </a:ext>
              </a:extLst>
            </p:cNvPr>
            <p:cNvCxnSpPr/>
            <p:nvPr/>
          </p:nvCxnSpPr>
          <p:spPr>
            <a:xfrm>
              <a:off x="5499100" y="1803400"/>
              <a:ext cx="952500" cy="0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2535A0-E881-DFE2-1840-174140EF9C1A}"/>
                </a:ext>
              </a:extLst>
            </p:cNvPr>
            <p:cNvCxnSpPr/>
            <p:nvPr/>
          </p:nvCxnSpPr>
          <p:spPr>
            <a:xfrm>
              <a:off x="2620433" y="2057400"/>
              <a:ext cx="952500" cy="0"/>
            </a:xfrm>
            <a:prstGeom prst="straightConnector1">
              <a:avLst/>
            </a:prstGeom>
            <a:ln w="12700">
              <a:solidFill>
                <a:srgbClr val="0432FF"/>
              </a:solidFill>
              <a:headEnd type="stealth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8987EBC-E512-A166-9134-E48C2E0891B7}"/>
                </a:ext>
              </a:extLst>
            </p:cNvPr>
            <p:cNvCxnSpPr/>
            <p:nvPr/>
          </p:nvCxnSpPr>
          <p:spPr>
            <a:xfrm>
              <a:off x="5499100" y="2057400"/>
              <a:ext cx="952500" cy="0"/>
            </a:xfrm>
            <a:prstGeom prst="straightConnector1">
              <a:avLst/>
            </a:prstGeom>
            <a:ln w="12700">
              <a:solidFill>
                <a:srgbClr val="0432FF"/>
              </a:solidFill>
              <a:headEnd type="stealth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A3C984E-E8B0-5293-3AB9-0A6D25BC03CA}"/>
                </a:ext>
              </a:extLst>
            </p:cNvPr>
            <p:cNvSpPr txBox="1"/>
            <p:nvPr/>
          </p:nvSpPr>
          <p:spPr>
            <a:xfrm>
              <a:off x="1876067" y="1715357"/>
              <a:ext cx="5116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X</a:t>
              </a:r>
              <a:r>
                <a:rPr lang="en-US" sz="2800" baseline="-25000" dirty="0"/>
                <a:t>1</a:t>
              </a:r>
              <a:endParaRPr lang="en-US" sz="28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8F6B09F-E088-853C-682D-76A6756826AB}"/>
                </a:ext>
              </a:extLst>
            </p:cNvPr>
            <p:cNvSpPr txBox="1"/>
            <p:nvPr/>
          </p:nvSpPr>
          <p:spPr>
            <a:xfrm>
              <a:off x="3839193" y="1715357"/>
              <a:ext cx="5116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X</a:t>
              </a:r>
              <a:r>
                <a:rPr lang="en-US" sz="2800" baseline="-25000" dirty="0"/>
                <a:t>2</a:t>
              </a:r>
              <a:endParaRPr lang="en-US" sz="28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AAC927-A5A3-E46E-924E-137CA30A9A23}"/>
                </a:ext>
              </a:extLst>
            </p:cNvPr>
            <p:cNvSpPr txBox="1"/>
            <p:nvPr/>
          </p:nvSpPr>
          <p:spPr>
            <a:xfrm>
              <a:off x="6717397" y="1715357"/>
              <a:ext cx="51488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X</a:t>
              </a:r>
              <a:r>
                <a:rPr lang="en-US" sz="2800" baseline="-25000" dirty="0" err="1"/>
                <a:t>n</a:t>
              </a:r>
              <a:endParaRPr lang="en-US" sz="28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60394F-93DC-402D-F7C5-C71C5D301645}"/>
                </a:ext>
              </a:extLst>
            </p:cNvPr>
            <p:cNvSpPr txBox="1"/>
            <p:nvPr/>
          </p:nvSpPr>
          <p:spPr>
            <a:xfrm>
              <a:off x="4846320" y="1803400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…..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1323816-59B4-2BD0-B437-39FEB529D2E3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2137833" y="2446867"/>
              <a:ext cx="3630" cy="40809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4E40174-7EF3-C648-6A1B-CCFF35D5E40E}"/>
                </a:ext>
              </a:extLst>
            </p:cNvPr>
            <p:cNvCxnSpPr/>
            <p:nvPr/>
          </p:nvCxnSpPr>
          <p:spPr>
            <a:xfrm>
              <a:off x="4190153" y="2446866"/>
              <a:ext cx="3630" cy="4080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5FE9CF4-59BD-7997-C1C1-FE46E3F736BD}"/>
                </a:ext>
              </a:extLst>
            </p:cNvPr>
            <p:cNvCxnSpPr/>
            <p:nvPr/>
          </p:nvCxnSpPr>
          <p:spPr>
            <a:xfrm>
              <a:off x="7075593" y="2446866"/>
              <a:ext cx="3630" cy="408093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7FF535F-2429-5F36-C109-C9801A50FF11}"/>
                </a:ext>
              </a:extLst>
            </p:cNvPr>
            <p:cNvSpPr txBox="1"/>
            <p:nvPr/>
          </p:nvSpPr>
          <p:spPr>
            <a:xfrm>
              <a:off x="2235288" y="2516200"/>
              <a:ext cx="396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  <a:r>
                <a:rPr lang="en-US" baseline="-25000" dirty="0"/>
                <a:t>1</a:t>
              </a:r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B434F50-4470-24DF-9CAE-E95410DF6C37}"/>
                </a:ext>
              </a:extLst>
            </p:cNvPr>
            <p:cNvSpPr txBox="1"/>
            <p:nvPr/>
          </p:nvSpPr>
          <p:spPr>
            <a:xfrm>
              <a:off x="4259900" y="2466246"/>
              <a:ext cx="396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  <a:r>
                <a:rPr lang="en-US" baseline="-25000" dirty="0"/>
                <a:t>2</a:t>
              </a:r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021356-EFF7-1009-5A19-452B24C688A8}"/>
                </a:ext>
              </a:extLst>
            </p:cNvPr>
            <p:cNvSpPr txBox="1"/>
            <p:nvPr/>
          </p:nvSpPr>
          <p:spPr>
            <a:xfrm>
              <a:off x="6672668" y="2531336"/>
              <a:ext cx="3994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</a:t>
              </a:r>
              <a:r>
                <a:rPr lang="en-US" baseline="-25000" dirty="0" err="1"/>
                <a:t>n</a:t>
              </a:r>
              <a:endParaRPr lang="en-US" dirty="0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8D81277F-F4E7-B534-A7EF-C37CA766DCEB}"/>
                </a:ext>
              </a:extLst>
            </p:cNvPr>
            <p:cNvSpPr/>
            <p:nvPr/>
          </p:nvSpPr>
          <p:spPr>
            <a:xfrm rot="10800000">
              <a:off x="1284172" y="671502"/>
              <a:ext cx="803126" cy="1227006"/>
            </a:xfrm>
            <a:prstGeom prst="arc">
              <a:avLst>
                <a:gd name="adj1" fmla="val 16200000"/>
                <a:gd name="adj2" fmla="val 21330930"/>
              </a:avLst>
            </a:prstGeom>
            <a:ln>
              <a:solidFill>
                <a:srgbClr val="0432FF"/>
              </a:solidFill>
              <a:headEnd type="stealth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F2FE18-993C-ABED-807D-93F410F024AD}"/>
                </a:ext>
              </a:extLst>
            </p:cNvPr>
            <p:cNvSpPr txBox="1"/>
            <p:nvPr/>
          </p:nvSpPr>
          <p:spPr>
            <a:xfrm>
              <a:off x="1021803" y="683548"/>
              <a:ext cx="10740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432FF"/>
                  </a:solidFill>
                </a:rPr>
                <a:t>extrinsic </a:t>
              </a:r>
              <a:br>
                <a:rPr lang="en-US" dirty="0">
                  <a:solidFill>
                    <a:srgbClr val="0432FF"/>
                  </a:solidFill>
                </a:rPr>
              </a:br>
              <a:r>
                <a:rPr lang="en-US" dirty="0">
                  <a:solidFill>
                    <a:srgbClr val="0432FF"/>
                  </a:solidFill>
                </a:rPr>
                <a:t>model</a:t>
              </a:r>
            </a:p>
            <a:p>
              <a:pPr algn="ctr"/>
              <a:r>
                <a:rPr lang="en-US" dirty="0">
                  <a:solidFill>
                    <a:srgbClr val="0432FF"/>
                  </a:solidFill>
                </a:rPr>
                <a:t>a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92D487C-4723-5411-5F94-75DEABF3F3BB}"/>
                </a:ext>
              </a:extLst>
            </p:cNvPr>
            <p:cNvSpPr txBox="1"/>
            <p:nvPr/>
          </p:nvSpPr>
          <p:spPr>
            <a:xfrm>
              <a:off x="2408669" y="312145"/>
              <a:ext cx="3822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Influx after immunization or infection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1F36B5C-2CF8-335C-EF96-BA18DB7C9307}"/>
                </a:ext>
              </a:extLst>
            </p:cNvPr>
            <p:cNvCxnSpPr/>
            <p:nvPr/>
          </p:nvCxnSpPr>
          <p:spPr>
            <a:xfrm>
              <a:off x="2137833" y="1094730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765718-D709-9AB0-14EA-CE26AFC0B9A3}"/>
                </a:ext>
              </a:extLst>
            </p:cNvPr>
            <p:cNvCxnSpPr/>
            <p:nvPr/>
          </p:nvCxnSpPr>
          <p:spPr>
            <a:xfrm>
              <a:off x="4186523" y="1079595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C2CD1D2-E11F-2B86-71FA-8A1F8F688C1A}"/>
                </a:ext>
              </a:extLst>
            </p:cNvPr>
            <p:cNvCxnSpPr/>
            <p:nvPr/>
          </p:nvCxnSpPr>
          <p:spPr>
            <a:xfrm>
              <a:off x="6971209" y="1094730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30465A4-9A15-BA28-B94C-3D69CCFB89CE}"/>
                </a:ext>
              </a:extLst>
            </p:cNvPr>
            <p:cNvSpPr txBox="1"/>
            <p:nvPr/>
          </p:nvSpPr>
          <p:spPr>
            <a:xfrm>
              <a:off x="3408758" y="671503"/>
              <a:ext cx="17203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intrinsic model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02311B0-661D-81CA-CA56-5B9348DE2CFC}"/>
                </a:ext>
              </a:extLst>
            </p:cNvPr>
            <p:cNvSpPr txBox="1"/>
            <p:nvPr/>
          </p:nvSpPr>
          <p:spPr>
            <a:xfrm>
              <a:off x="2137833" y="1040835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7C1595-C11E-9F73-3F22-4E75922F98D3}"/>
                </a:ext>
              </a:extLst>
            </p:cNvPr>
            <p:cNvSpPr txBox="1"/>
            <p:nvPr/>
          </p:nvSpPr>
          <p:spPr>
            <a:xfrm>
              <a:off x="4220706" y="1060214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2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F4C33E-9383-511D-9957-FEB58CF06543}"/>
                </a:ext>
              </a:extLst>
            </p:cNvPr>
            <p:cNvSpPr txBox="1"/>
            <p:nvPr/>
          </p:nvSpPr>
          <p:spPr>
            <a:xfrm>
              <a:off x="6988185" y="1006036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n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7E9B68-2D0F-C365-423E-907428225A39}"/>
                </a:ext>
              </a:extLst>
            </p:cNvPr>
            <p:cNvSpPr txBox="1"/>
            <p:nvPr/>
          </p:nvSpPr>
          <p:spPr>
            <a:xfrm>
              <a:off x="7589163" y="462633"/>
              <a:ext cx="1924501" cy="230832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Homeostasis:</a:t>
              </a:r>
            </a:p>
            <a:p>
              <a:pPr algn="ctr"/>
              <a:r>
                <a:rPr lang="en-US" dirty="0"/>
                <a:t>d</a:t>
              </a:r>
              <a:r>
                <a:rPr lang="en-US" baseline="-25000" dirty="0"/>
                <a:t>i</a:t>
              </a:r>
              <a:r>
                <a:rPr lang="en-US" dirty="0"/>
                <a:t> = h</a:t>
              </a:r>
              <a:r>
                <a:rPr lang="en-US" baseline="-25000" dirty="0"/>
                <a:t>i</a:t>
              </a:r>
              <a:r>
                <a:rPr lang="en-US" dirty="0"/>
                <a:t>(x</a:t>
              </a:r>
              <a:r>
                <a:rPr lang="en-US" baseline="-25000" dirty="0"/>
                <a:t>1, … </a:t>
              </a:r>
              <a:r>
                <a:rPr lang="en-US" dirty="0" err="1"/>
                <a:t>x</a:t>
              </a:r>
              <a:r>
                <a:rPr lang="en-US" baseline="-25000" dirty="0" err="1"/>
                <a:t>n</a:t>
              </a:r>
              <a:r>
                <a:rPr lang="en-US" dirty="0"/>
                <a:t>)</a:t>
              </a:r>
            </a:p>
            <a:p>
              <a:pPr algn="ctr"/>
              <a:endParaRPr lang="en-US" dirty="0"/>
            </a:p>
            <a:p>
              <a:pPr algn="ctr"/>
              <a:r>
                <a:rPr lang="en-US" dirty="0"/>
                <a:t>Antibody</a:t>
              </a:r>
            </a:p>
            <a:p>
              <a:pPr algn="ctr"/>
              <a:r>
                <a:rPr lang="en-US" dirty="0" err="1"/>
                <a:t>dA</a:t>
              </a:r>
              <a:r>
                <a:rPr lang="en-US" dirty="0"/>
                <a:t>/dt = p </a:t>
              </a:r>
              <a:r>
                <a:rPr lang="el-GR" dirty="0"/>
                <a:t>Σ</a:t>
              </a:r>
              <a:r>
                <a:rPr lang="en-US" dirty="0"/>
                <a:t>x</a:t>
              </a:r>
              <a:r>
                <a:rPr lang="en-US" baseline="-25000" dirty="0"/>
                <a:t>i</a:t>
              </a:r>
              <a:r>
                <a:rPr lang="en-US" dirty="0"/>
                <a:t> – </a:t>
              </a:r>
              <a:r>
                <a:rPr lang="en-US" dirty="0" err="1"/>
                <a:t>d</a:t>
              </a:r>
              <a:r>
                <a:rPr lang="en-US" baseline="-25000" dirty="0" err="1"/>
                <a:t>A</a:t>
              </a:r>
              <a:r>
                <a:rPr lang="en-US" dirty="0" err="1"/>
                <a:t>A</a:t>
              </a:r>
              <a:endParaRPr lang="en-US" dirty="0"/>
            </a:p>
            <a:p>
              <a:pPr algn="ctr"/>
              <a:endParaRPr lang="en-US" dirty="0"/>
            </a:p>
            <a:p>
              <a:pPr algn="ctr"/>
              <a:r>
                <a:rPr lang="en-US" dirty="0"/>
                <a:t>Death rates</a:t>
              </a:r>
            </a:p>
            <a:p>
              <a:pPr algn="ctr"/>
              <a:r>
                <a:rPr lang="en-US" dirty="0"/>
                <a:t>d</a:t>
              </a:r>
              <a:r>
                <a:rPr lang="en-US" baseline="-25000" dirty="0"/>
                <a:t>1</a:t>
              </a:r>
              <a:r>
                <a:rPr lang="en-US" dirty="0"/>
                <a:t>&gt;d</a:t>
              </a:r>
              <a:r>
                <a:rPr lang="en-US" baseline="-25000" dirty="0"/>
                <a:t>2</a:t>
              </a:r>
              <a:r>
                <a:rPr lang="en-US" dirty="0"/>
                <a:t>&gt;…&gt;</a:t>
              </a:r>
              <a:r>
                <a:rPr lang="en-US" dirty="0" err="1"/>
                <a:t>d</a:t>
              </a:r>
              <a:r>
                <a:rPr lang="en-US" baseline="-25000" dirty="0" err="1"/>
                <a:t>n</a:t>
              </a:r>
              <a:endParaRPr 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99D2B3D-8D33-FB1F-450C-4C39831B7FAA}"/>
                </a:ext>
              </a:extLst>
            </p:cNvPr>
            <p:cNvSpPr txBox="1"/>
            <p:nvPr/>
          </p:nvSpPr>
          <p:spPr>
            <a:xfrm>
              <a:off x="2947970" y="1472729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f</a:t>
              </a:r>
              <a:r>
                <a:rPr lang="en-US" baseline="-25000" dirty="0">
                  <a:solidFill>
                    <a:srgbClr val="0432FF"/>
                  </a:solidFill>
                </a:rPr>
                <a:t>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C6FCC22-ADB9-5C78-7B03-08F97D4D5817}"/>
                </a:ext>
              </a:extLst>
            </p:cNvPr>
            <p:cNvSpPr txBox="1"/>
            <p:nvPr/>
          </p:nvSpPr>
          <p:spPr>
            <a:xfrm>
              <a:off x="2927366" y="1988066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b</a:t>
              </a:r>
              <a:r>
                <a:rPr lang="en-US" baseline="-25000" dirty="0">
                  <a:solidFill>
                    <a:srgbClr val="0432FF"/>
                  </a:solidFill>
                </a:rPr>
                <a:t>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6261CB1-BAAF-240E-62BC-13B0C7A8EFB6}"/>
                </a:ext>
              </a:extLst>
            </p:cNvPr>
            <p:cNvSpPr txBox="1"/>
            <p:nvPr/>
          </p:nvSpPr>
          <p:spPr>
            <a:xfrm>
              <a:off x="5894595" y="1485431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f</a:t>
              </a:r>
              <a:r>
                <a:rPr lang="en-US" baseline="-25000" dirty="0">
                  <a:solidFill>
                    <a:srgbClr val="0432FF"/>
                  </a:solidFill>
                </a:rPr>
                <a:t>n-1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3DFD4EB-C62A-7B07-3514-20FDC04DF0E0}"/>
                </a:ext>
              </a:extLst>
            </p:cNvPr>
            <p:cNvSpPr txBox="1"/>
            <p:nvPr/>
          </p:nvSpPr>
          <p:spPr>
            <a:xfrm>
              <a:off x="5884151" y="2000768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b</a:t>
              </a:r>
              <a:r>
                <a:rPr lang="en-US" baseline="-25000" dirty="0">
                  <a:solidFill>
                    <a:srgbClr val="0432FF"/>
                  </a:solidFill>
                </a:rPr>
                <a:t>n-1</a:t>
              </a:r>
              <a:endParaRPr lang="en-US" dirty="0">
                <a:solidFill>
                  <a:srgbClr val="0432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1885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B039A1F-7E07-7277-5B9B-38AF17317DB8}"/>
              </a:ext>
            </a:extLst>
          </p:cNvPr>
          <p:cNvSpPr txBox="1"/>
          <p:nvPr/>
        </p:nvSpPr>
        <p:spPr>
          <a:xfrm>
            <a:off x="6970013" y="1381582"/>
            <a:ext cx="16024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lumen</a:t>
            </a:r>
          </a:p>
          <a:p>
            <a:r>
              <a:rPr lang="en-US" dirty="0"/>
              <a:t>(infection site)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1107A5D-BB7B-C0C7-BEAC-8BA82BABE348}"/>
              </a:ext>
            </a:extLst>
          </p:cNvPr>
          <p:cNvSpPr/>
          <p:nvPr/>
        </p:nvSpPr>
        <p:spPr>
          <a:xfrm rot="5400000">
            <a:off x="5103583" y="4176322"/>
            <a:ext cx="1263298" cy="13319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C259299-BA34-209E-FF31-BC1BC9DA6CAB}"/>
              </a:ext>
            </a:extLst>
          </p:cNvPr>
          <p:cNvSpPr/>
          <p:nvPr/>
        </p:nvSpPr>
        <p:spPr>
          <a:xfrm rot="5400000">
            <a:off x="5224220" y="1590991"/>
            <a:ext cx="1034793" cy="13983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125E10E-66DB-C4A9-7D00-4FBBE4029868}"/>
              </a:ext>
            </a:extLst>
          </p:cNvPr>
          <p:cNvSpPr/>
          <p:nvPr/>
        </p:nvSpPr>
        <p:spPr>
          <a:xfrm rot="5400000">
            <a:off x="5080276" y="2800720"/>
            <a:ext cx="1399019" cy="13983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7D89E26-59B8-E74E-2AC5-2A8E5C01A26A}"/>
              </a:ext>
            </a:extLst>
          </p:cNvPr>
          <p:cNvSpPr/>
          <p:nvPr/>
        </p:nvSpPr>
        <p:spPr>
          <a:xfrm rot="5400000">
            <a:off x="6250298" y="1987412"/>
            <a:ext cx="912036" cy="610268"/>
          </a:xfrm>
          <a:custGeom>
            <a:avLst/>
            <a:gdLst>
              <a:gd name="csX0" fmla="*/ 0 w 934342"/>
              <a:gd name="csY0" fmla="*/ 485425 h 645742"/>
              <a:gd name="csX1" fmla="*/ 77190 w 934342"/>
              <a:gd name="csY1" fmla="*/ 402298 h 645742"/>
              <a:gd name="csX2" fmla="*/ 95003 w 934342"/>
              <a:gd name="csY2" fmla="*/ 40100 h 645742"/>
              <a:gd name="csX3" fmla="*/ 118753 w 934342"/>
              <a:gd name="csY3" fmla="*/ 10412 h 645742"/>
              <a:gd name="csX4" fmla="*/ 160317 w 934342"/>
              <a:gd name="csY4" fmla="*/ 51976 h 645742"/>
              <a:gd name="csX5" fmla="*/ 160317 w 934342"/>
              <a:gd name="csY5" fmla="*/ 437924 h 645742"/>
              <a:gd name="csX6" fmla="*/ 219693 w 934342"/>
              <a:gd name="csY6" fmla="*/ 509176 h 645742"/>
              <a:gd name="csX7" fmla="*/ 273132 w 934342"/>
              <a:gd name="csY7" fmla="*/ 426049 h 645742"/>
              <a:gd name="csX8" fmla="*/ 273132 w 934342"/>
              <a:gd name="csY8" fmla="*/ 57913 h 645742"/>
              <a:gd name="csX9" fmla="*/ 326571 w 934342"/>
              <a:gd name="csY9" fmla="*/ 16350 h 645742"/>
              <a:gd name="csX10" fmla="*/ 356260 w 934342"/>
              <a:gd name="csY10" fmla="*/ 93539 h 645742"/>
              <a:gd name="csX11" fmla="*/ 356260 w 934342"/>
              <a:gd name="csY11" fmla="*/ 467612 h 645742"/>
              <a:gd name="csX12" fmla="*/ 463138 w 934342"/>
              <a:gd name="csY12" fmla="*/ 491363 h 645742"/>
              <a:gd name="csX13" fmla="*/ 469075 w 934342"/>
              <a:gd name="csY13" fmla="*/ 63851 h 645742"/>
              <a:gd name="csX14" fmla="*/ 504701 w 934342"/>
              <a:gd name="csY14" fmla="*/ 22287 h 645742"/>
              <a:gd name="csX15" fmla="*/ 552203 w 934342"/>
              <a:gd name="csY15" fmla="*/ 81664 h 645742"/>
              <a:gd name="csX16" fmla="*/ 581891 w 934342"/>
              <a:gd name="csY16" fmla="*/ 503238 h 645742"/>
              <a:gd name="csX17" fmla="*/ 665018 w 934342"/>
              <a:gd name="csY17" fmla="*/ 437924 h 645742"/>
              <a:gd name="csX18" fmla="*/ 665018 w 934342"/>
              <a:gd name="csY18" fmla="*/ 75726 h 645742"/>
              <a:gd name="csX19" fmla="*/ 742208 w 934342"/>
              <a:gd name="csY19" fmla="*/ 46038 h 645742"/>
              <a:gd name="csX20" fmla="*/ 748145 w 934342"/>
              <a:gd name="csY20" fmla="*/ 265732 h 645742"/>
              <a:gd name="csX21" fmla="*/ 765958 w 934342"/>
              <a:gd name="csY21" fmla="*/ 479487 h 645742"/>
              <a:gd name="csX22" fmla="*/ 843148 w 934342"/>
              <a:gd name="csY22" fmla="*/ 473550 h 645742"/>
              <a:gd name="csX23" fmla="*/ 866899 w 934342"/>
              <a:gd name="csY23" fmla="*/ 69789 h 645742"/>
              <a:gd name="csX24" fmla="*/ 926275 w 934342"/>
              <a:gd name="csY24" fmla="*/ 75726 h 645742"/>
              <a:gd name="csX25" fmla="*/ 932213 w 934342"/>
              <a:gd name="csY25" fmla="*/ 645742 h 645742"/>
              <a:gd name="csX0" fmla="*/ 0 w 903080"/>
              <a:gd name="csY0" fmla="*/ 575302 h 645742"/>
              <a:gd name="csX1" fmla="*/ 45928 w 903080"/>
              <a:gd name="csY1" fmla="*/ 402298 h 645742"/>
              <a:gd name="csX2" fmla="*/ 63741 w 903080"/>
              <a:gd name="csY2" fmla="*/ 40100 h 645742"/>
              <a:gd name="csX3" fmla="*/ 87491 w 903080"/>
              <a:gd name="csY3" fmla="*/ 10412 h 645742"/>
              <a:gd name="csX4" fmla="*/ 129055 w 903080"/>
              <a:gd name="csY4" fmla="*/ 51976 h 645742"/>
              <a:gd name="csX5" fmla="*/ 129055 w 903080"/>
              <a:gd name="csY5" fmla="*/ 437924 h 645742"/>
              <a:gd name="csX6" fmla="*/ 188431 w 903080"/>
              <a:gd name="csY6" fmla="*/ 509176 h 645742"/>
              <a:gd name="csX7" fmla="*/ 241870 w 903080"/>
              <a:gd name="csY7" fmla="*/ 426049 h 645742"/>
              <a:gd name="csX8" fmla="*/ 241870 w 903080"/>
              <a:gd name="csY8" fmla="*/ 57913 h 645742"/>
              <a:gd name="csX9" fmla="*/ 295309 w 903080"/>
              <a:gd name="csY9" fmla="*/ 16350 h 645742"/>
              <a:gd name="csX10" fmla="*/ 324998 w 903080"/>
              <a:gd name="csY10" fmla="*/ 93539 h 645742"/>
              <a:gd name="csX11" fmla="*/ 324998 w 903080"/>
              <a:gd name="csY11" fmla="*/ 467612 h 645742"/>
              <a:gd name="csX12" fmla="*/ 431876 w 903080"/>
              <a:gd name="csY12" fmla="*/ 491363 h 645742"/>
              <a:gd name="csX13" fmla="*/ 437813 w 903080"/>
              <a:gd name="csY13" fmla="*/ 63851 h 645742"/>
              <a:gd name="csX14" fmla="*/ 473439 w 903080"/>
              <a:gd name="csY14" fmla="*/ 22287 h 645742"/>
              <a:gd name="csX15" fmla="*/ 520941 w 903080"/>
              <a:gd name="csY15" fmla="*/ 81664 h 645742"/>
              <a:gd name="csX16" fmla="*/ 550629 w 903080"/>
              <a:gd name="csY16" fmla="*/ 503238 h 645742"/>
              <a:gd name="csX17" fmla="*/ 633756 w 903080"/>
              <a:gd name="csY17" fmla="*/ 437924 h 645742"/>
              <a:gd name="csX18" fmla="*/ 633756 w 903080"/>
              <a:gd name="csY18" fmla="*/ 75726 h 645742"/>
              <a:gd name="csX19" fmla="*/ 710946 w 903080"/>
              <a:gd name="csY19" fmla="*/ 46038 h 645742"/>
              <a:gd name="csX20" fmla="*/ 716883 w 903080"/>
              <a:gd name="csY20" fmla="*/ 265732 h 645742"/>
              <a:gd name="csX21" fmla="*/ 734696 w 903080"/>
              <a:gd name="csY21" fmla="*/ 479487 h 645742"/>
              <a:gd name="csX22" fmla="*/ 811886 w 903080"/>
              <a:gd name="csY22" fmla="*/ 473550 h 645742"/>
              <a:gd name="csX23" fmla="*/ 835637 w 903080"/>
              <a:gd name="csY23" fmla="*/ 69789 h 645742"/>
              <a:gd name="csX24" fmla="*/ 895013 w 903080"/>
              <a:gd name="csY24" fmla="*/ 75726 h 645742"/>
              <a:gd name="csX25" fmla="*/ 900951 w 903080"/>
              <a:gd name="csY25" fmla="*/ 645742 h 645742"/>
              <a:gd name="csX0" fmla="*/ 0 w 902297"/>
              <a:gd name="csY0" fmla="*/ 575302 h 646159"/>
              <a:gd name="csX1" fmla="*/ 45928 w 902297"/>
              <a:gd name="csY1" fmla="*/ 402298 h 646159"/>
              <a:gd name="csX2" fmla="*/ 63741 w 902297"/>
              <a:gd name="csY2" fmla="*/ 40100 h 646159"/>
              <a:gd name="csX3" fmla="*/ 87491 w 902297"/>
              <a:gd name="csY3" fmla="*/ 10412 h 646159"/>
              <a:gd name="csX4" fmla="*/ 129055 w 902297"/>
              <a:gd name="csY4" fmla="*/ 51976 h 646159"/>
              <a:gd name="csX5" fmla="*/ 129055 w 902297"/>
              <a:gd name="csY5" fmla="*/ 437924 h 646159"/>
              <a:gd name="csX6" fmla="*/ 188431 w 902297"/>
              <a:gd name="csY6" fmla="*/ 509176 h 646159"/>
              <a:gd name="csX7" fmla="*/ 241870 w 902297"/>
              <a:gd name="csY7" fmla="*/ 426049 h 646159"/>
              <a:gd name="csX8" fmla="*/ 241870 w 902297"/>
              <a:gd name="csY8" fmla="*/ 57913 h 646159"/>
              <a:gd name="csX9" fmla="*/ 295309 w 902297"/>
              <a:gd name="csY9" fmla="*/ 16350 h 646159"/>
              <a:gd name="csX10" fmla="*/ 324998 w 902297"/>
              <a:gd name="csY10" fmla="*/ 93539 h 646159"/>
              <a:gd name="csX11" fmla="*/ 324998 w 902297"/>
              <a:gd name="csY11" fmla="*/ 467612 h 646159"/>
              <a:gd name="csX12" fmla="*/ 431876 w 902297"/>
              <a:gd name="csY12" fmla="*/ 491363 h 646159"/>
              <a:gd name="csX13" fmla="*/ 437813 w 902297"/>
              <a:gd name="csY13" fmla="*/ 63851 h 646159"/>
              <a:gd name="csX14" fmla="*/ 473439 w 902297"/>
              <a:gd name="csY14" fmla="*/ 22287 h 646159"/>
              <a:gd name="csX15" fmla="*/ 520941 w 902297"/>
              <a:gd name="csY15" fmla="*/ 81664 h 646159"/>
              <a:gd name="csX16" fmla="*/ 550629 w 902297"/>
              <a:gd name="csY16" fmla="*/ 503238 h 646159"/>
              <a:gd name="csX17" fmla="*/ 633756 w 902297"/>
              <a:gd name="csY17" fmla="*/ 437924 h 646159"/>
              <a:gd name="csX18" fmla="*/ 633756 w 902297"/>
              <a:gd name="csY18" fmla="*/ 75726 h 646159"/>
              <a:gd name="csX19" fmla="*/ 710946 w 902297"/>
              <a:gd name="csY19" fmla="*/ 46038 h 646159"/>
              <a:gd name="csX20" fmla="*/ 716883 w 902297"/>
              <a:gd name="csY20" fmla="*/ 265732 h 646159"/>
              <a:gd name="csX21" fmla="*/ 734696 w 902297"/>
              <a:gd name="csY21" fmla="*/ 479487 h 646159"/>
              <a:gd name="csX22" fmla="*/ 811886 w 902297"/>
              <a:gd name="csY22" fmla="*/ 473550 h 646159"/>
              <a:gd name="csX23" fmla="*/ 835637 w 902297"/>
              <a:gd name="csY23" fmla="*/ 69789 h 646159"/>
              <a:gd name="csX24" fmla="*/ 895013 w 902297"/>
              <a:gd name="csY24" fmla="*/ 75726 h 646159"/>
              <a:gd name="csX25" fmla="*/ 901964 w 902297"/>
              <a:gd name="csY25" fmla="*/ 582104 h 646159"/>
              <a:gd name="csX26" fmla="*/ 900951 w 902297"/>
              <a:gd name="csY26" fmla="*/ 645742 h 646159"/>
              <a:gd name="csX0" fmla="*/ 0 w 902297"/>
              <a:gd name="csY0" fmla="*/ 575302 h 637726"/>
              <a:gd name="csX1" fmla="*/ 45928 w 902297"/>
              <a:gd name="csY1" fmla="*/ 402298 h 637726"/>
              <a:gd name="csX2" fmla="*/ 63741 w 902297"/>
              <a:gd name="csY2" fmla="*/ 40100 h 637726"/>
              <a:gd name="csX3" fmla="*/ 87491 w 902297"/>
              <a:gd name="csY3" fmla="*/ 10412 h 637726"/>
              <a:gd name="csX4" fmla="*/ 129055 w 902297"/>
              <a:gd name="csY4" fmla="*/ 51976 h 637726"/>
              <a:gd name="csX5" fmla="*/ 129055 w 902297"/>
              <a:gd name="csY5" fmla="*/ 437924 h 637726"/>
              <a:gd name="csX6" fmla="*/ 188431 w 902297"/>
              <a:gd name="csY6" fmla="*/ 509176 h 637726"/>
              <a:gd name="csX7" fmla="*/ 241870 w 902297"/>
              <a:gd name="csY7" fmla="*/ 426049 h 637726"/>
              <a:gd name="csX8" fmla="*/ 241870 w 902297"/>
              <a:gd name="csY8" fmla="*/ 57913 h 637726"/>
              <a:gd name="csX9" fmla="*/ 295309 w 902297"/>
              <a:gd name="csY9" fmla="*/ 16350 h 637726"/>
              <a:gd name="csX10" fmla="*/ 324998 w 902297"/>
              <a:gd name="csY10" fmla="*/ 93539 h 637726"/>
              <a:gd name="csX11" fmla="*/ 324998 w 902297"/>
              <a:gd name="csY11" fmla="*/ 467612 h 637726"/>
              <a:gd name="csX12" fmla="*/ 431876 w 902297"/>
              <a:gd name="csY12" fmla="*/ 491363 h 637726"/>
              <a:gd name="csX13" fmla="*/ 437813 w 902297"/>
              <a:gd name="csY13" fmla="*/ 63851 h 637726"/>
              <a:gd name="csX14" fmla="*/ 473439 w 902297"/>
              <a:gd name="csY14" fmla="*/ 22287 h 637726"/>
              <a:gd name="csX15" fmla="*/ 520941 w 902297"/>
              <a:gd name="csY15" fmla="*/ 81664 h 637726"/>
              <a:gd name="csX16" fmla="*/ 550629 w 902297"/>
              <a:gd name="csY16" fmla="*/ 503238 h 637726"/>
              <a:gd name="csX17" fmla="*/ 633756 w 902297"/>
              <a:gd name="csY17" fmla="*/ 437924 h 637726"/>
              <a:gd name="csX18" fmla="*/ 633756 w 902297"/>
              <a:gd name="csY18" fmla="*/ 75726 h 637726"/>
              <a:gd name="csX19" fmla="*/ 710946 w 902297"/>
              <a:gd name="csY19" fmla="*/ 46038 h 637726"/>
              <a:gd name="csX20" fmla="*/ 716883 w 902297"/>
              <a:gd name="csY20" fmla="*/ 265732 h 637726"/>
              <a:gd name="csX21" fmla="*/ 734696 w 902297"/>
              <a:gd name="csY21" fmla="*/ 479487 h 637726"/>
              <a:gd name="csX22" fmla="*/ 811886 w 902297"/>
              <a:gd name="csY22" fmla="*/ 473550 h 637726"/>
              <a:gd name="csX23" fmla="*/ 835637 w 902297"/>
              <a:gd name="csY23" fmla="*/ 69789 h 637726"/>
              <a:gd name="csX24" fmla="*/ 895013 w 902297"/>
              <a:gd name="csY24" fmla="*/ 75726 h 637726"/>
              <a:gd name="csX25" fmla="*/ 901964 w 902297"/>
              <a:gd name="csY25" fmla="*/ 582104 h 637726"/>
              <a:gd name="csX26" fmla="*/ 181 w 902297"/>
              <a:gd name="csY26" fmla="*/ 629833 h 637726"/>
              <a:gd name="csX0" fmla="*/ 0 w 902297"/>
              <a:gd name="csY0" fmla="*/ 575302 h 621152"/>
              <a:gd name="csX1" fmla="*/ 45928 w 902297"/>
              <a:gd name="csY1" fmla="*/ 402298 h 621152"/>
              <a:gd name="csX2" fmla="*/ 63741 w 902297"/>
              <a:gd name="csY2" fmla="*/ 40100 h 621152"/>
              <a:gd name="csX3" fmla="*/ 87491 w 902297"/>
              <a:gd name="csY3" fmla="*/ 10412 h 621152"/>
              <a:gd name="csX4" fmla="*/ 129055 w 902297"/>
              <a:gd name="csY4" fmla="*/ 51976 h 621152"/>
              <a:gd name="csX5" fmla="*/ 129055 w 902297"/>
              <a:gd name="csY5" fmla="*/ 437924 h 621152"/>
              <a:gd name="csX6" fmla="*/ 188431 w 902297"/>
              <a:gd name="csY6" fmla="*/ 509176 h 621152"/>
              <a:gd name="csX7" fmla="*/ 241870 w 902297"/>
              <a:gd name="csY7" fmla="*/ 426049 h 621152"/>
              <a:gd name="csX8" fmla="*/ 241870 w 902297"/>
              <a:gd name="csY8" fmla="*/ 57913 h 621152"/>
              <a:gd name="csX9" fmla="*/ 295309 w 902297"/>
              <a:gd name="csY9" fmla="*/ 16350 h 621152"/>
              <a:gd name="csX10" fmla="*/ 324998 w 902297"/>
              <a:gd name="csY10" fmla="*/ 93539 h 621152"/>
              <a:gd name="csX11" fmla="*/ 324998 w 902297"/>
              <a:gd name="csY11" fmla="*/ 467612 h 621152"/>
              <a:gd name="csX12" fmla="*/ 431876 w 902297"/>
              <a:gd name="csY12" fmla="*/ 491363 h 621152"/>
              <a:gd name="csX13" fmla="*/ 437813 w 902297"/>
              <a:gd name="csY13" fmla="*/ 63851 h 621152"/>
              <a:gd name="csX14" fmla="*/ 473439 w 902297"/>
              <a:gd name="csY14" fmla="*/ 22287 h 621152"/>
              <a:gd name="csX15" fmla="*/ 520941 w 902297"/>
              <a:gd name="csY15" fmla="*/ 81664 h 621152"/>
              <a:gd name="csX16" fmla="*/ 550629 w 902297"/>
              <a:gd name="csY16" fmla="*/ 503238 h 621152"/>
              <a:gd name="csX17" fmla="*/ 633756 w 902297"/>
              <a:gd name="csY17" fmla="*/ 437924 h 621152"/>
              <a:gd name="csX18" fmla="*/ 633756 w 902297"/>
              <a:gd name="csY18" fmla="*/ 75726 h 621152"/>
              <a:gd name="csX19" fmla="*/ 710946 w 902297"/>
              <a:gd name="csY19" fmla="*/ 46038 h 621152"/>
              <a:gd name="csX20" fmla="*/ 716883 w 902297"/>
              <a:gd name="csY20" fmla="*/ 265732 h 621152"/>
              <a:gd name="csX21" fmla="*/ 734696 w 902297"/>
              <a:gd name="csY21" fmla="*/ 479487 h 621152"/>
              <a:gd name="csX22" fmla="*/ 811886 w 902297"/>
              <a:gd name="csY22" fmla="*/ 473550 h 621152"/>
              <a:gd name="csX23" fmla="*/ 835637 w 902297"/>
              <a:gd name="csY23" fmla="*/ 69789 h 621152"/>
              <a:gd name="csX24" fmla="*/ 895013 w 902297"/>
              <a:gd name="csY24" fmla="*/ 75726 h 621152"/>
              <a:gd name="csX25" fmla="*/ 901964 w 902297"/>
              <a:gd name="csY25" fmla="*/ 582104 h 621152"/>
              <a:gd name="csX26" fmla="*/ 181 w 902297"/>
              <a:gd name="csY26" fmla="*/ 578127 h 6211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902297" h="621152">
                <a:moveTo>
                  <a:pt x="0" y="575302"/>
                </a:moveTo>
                <a:cubicBezTo>
                  <a:pt x="30678" y="570849"/>
                  <a:pt x="35305" y="491498"/>
                  <a:pt x="45928" y="402298"/>
                </a:cubicBezTo>
                <a:cubicBezTo>
                  <a:pt x="56552" y="313098"/>
                  <a:pt x="63741" y="40100"/>
                  <a:pt x="63741" y="40100"/>
                </a:cubicBezTo>
                <a:cubicBezTo>
                  <a:pt x="70668" y="-25214"/>
                  <a:pt x="76605" y="8433"/>
                  <a:pt x="87491" y="10412"/>
                </a:cubicBezTo>
                <a:cubicBezTo>
                  <a:pt x="98377" y="12391"/>
                  <a:pt x="122128" y="-19276"/>
                  <a:pt x="129055" y="51976"/>
                </a:cubicBezTo>
                <a:cubicBezTo>
                  <a:pt x="135982" y="123228"/>
                  <a:pt x="119159" y="361724"/>
                  <a:pt x="129055" y="437924"/>
                </a:cubicBezTo>
                <a:cubicBezTo>
                  <a:pt x="138951" y="514124"/>
                  <a:pt x="169629" y="511155"/>
                  <a:pt x="188431" y="509176"/>
                </a:cubicBezTo>
                <a:cubicBezTo>
                  <a:pt x="207233" y="507197"/>
                  <a:pt x="232964" y="501260"/>
                  <a:pt x="241870" y="426049"/>
                </a:cubicBezTo>
                <a:cubicBezTo>
                  <a:pt x="250777" y="350838"/>
                  <a:pt x="232964" y="126196"/>
                  <a:pt x="241870" y="57913"/>
                </a:cubicBezTo>
                <a:cubicBezTo>
                  <a:pt x="250777" y="-10370"/>
                  <a:pt x="281454" y="10412"/>
                  <a:pt x="295309" y="16350"/>
                </a:cubicBezTo>
                <a:cubicBezTo>
                  <a:pt x="309164" y="22288"/>
                  <a:pt x="320050" y="18329"/>
                  <a:pt x="324998" y="93539"/>
                </a:cubicBezTo>
                <a:cubicBezTo>
                  <a:pt x="329946" y="168749"/>
                  <a:pt x="307185" y="401308"/>
                  <a:pt x="324998" y="467612"/>
                </a:cubicBezTo>
                <a:cubicBezTo>
                  <a:pt x="342811" y="533916"/>
                  <a:pt x="413074" y="558657"/>
                  <a:pt x="431876" y="491363"/>
                </a:cubicBezTo>
                <a:cubicBezTo>
                  <a:pt x="450679" y="424069"/>
                  <a:pt x="430886" y="142030"/>
                  <a:pt x="437813" y="63851"/>
                </a:cubicBezTo>
                <a:cubicBezTo>
                  <a:pt x="444740" y="-14328"/>
                  <a:pt x="459584" y="19318"/>
                  <a:pt x="473439" y="22287"/>
                </a:cubicBezTo>
                <a:cubicBezTo>
                  <a:pt x="487294" y="25256"/>
                  <a:pt x="508076" y="1506"/>
                  <a:pt x="520941" y="81664"/>
                </a:cubicBezTo>
                <a:cubicBezTo>
                  <a:pt x="533806" y="161822"/>
                  <a:pt x="531827" y="443861"/>
                  <a:pt x="550629" y="503238"/>
                </a:cubicBezTo>
                <a:cubicBezTo>
                  <a:pt x="569431" y="562615"/>
                  <a:pt x="619901" y="509176"/>
                  <a:pt x="633756" y="437924"/>
                </a:cubicBezTo>
                <a:cubicBezTo>
                  <a:pt x="647611" y="366672"/>
                  <a:pt x="620891" y="141040"/>
                  <a:pt x="633756" y="75726"/>
                </a:cubicBezTo>
                <a:cubicBezTo>
                  <a:pt x="646621" y="10412"/>
                  <a:pt x="697092" y="14370"/>
                  <a:pt x="710946" y="46038"/>
                </a:cubicBezTo>
                <a:cubicBezTo>
                  <a:pt x="724800" y="77706"/>
                  <a:pt x="712925" y="193491"/>
                  <a:pt x="716883" y="265732"/>
                </a:cubicBezTo>
                <a:cubicBezTo>
                  <a:pt x="720841" y="337973"/>
                  <a:pt x="718862" y="444851"/>
                  <a:pt x="734696" y="479487"/>
                </a:cubicBezTo>
                <a:cubicBezTo>
                  <a:pt x="750530" y="514123"/>
                  <a:pt x="795063" y="541833"/>
                  <a:pt x="811886" y="473550"/>
                </a:cubicBezTo>
                <a:cubicBezTo>
                  <a:pt x="828709" y="405267"/>
                  <a:pt x="821783" y="136093"/>
                  <a:pt x="835637" y="69789"/>
                </a:cubicBezTo>
                <a:cubicBezTo>
                  <a:pt x="849491" y="3485"/>
                  <a:pt x="883959" y="-9660"/>
                  <a:pt x="895013" y="75726"/>
                </a:cubicBezTo>
                <a:cubicBezTo>
                  <a:pt x="906068" y="161112"/>
                  <a:pt x="900974" y="487101"/>
                  <a:pt x="901964" y="582104"/>
                </a:cubicBezTo>
                <a:cubicBezTo>
                  <a:pt x="902954" y="677107"/>
                  <a:pt x="350" y="567521"/>
                  <a:pt x="181" y="578127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E978F5-3FA8-6BEA-1D5B-2851766C921A}"/>
              </a:ext>
            </a:extLst>
          </p:cNvPr>
          <p:cNvSpPr txBox="1"/>
          <p:nvPr/>
        </p:nvSpPr>
        <p:spPr>
          <a:xfrm rot="5400000">
            <a:off x="6209407" y="24292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74B4295A-2F92-D15D-E050-107D0145FCA4}"/>
              </a:ext>
            </a:extLst>
          </p:cNvPr>
          <p:cNvSpPr/>
          <p:nvPr/>
        </p:nvSpPr>
        <p:spPr>
          <a:xfrm rot="5400000">
            <a:off x="6057053" y="3203135"/>
            <a:ext cx="1269581" cy="610268"/>
          </a:xfrm>
          <a:custGeom>
            <a:avLst/>
            <a:gdLst>
              <a:gd name="csX0" fmla="*/ 0 w 934342"/>
              <a:gd name="csY0" fmla="*/ 485425 h 645742"/>
              <a:gd name="csX1" fmla="*/ 77190 w 934342"/>
              <a:gd name="csY1" fmla="*/ 402298 h 645742"/>
              <a:gd name="csX2" fmla="*/ 95003 w 934342"/>
              <a:gd name="csY2" fmla="*/ 40100 h 645742"/>
              <a:gd name="csX3" fmla="*/ 118753 w 934342"/>
              <a:gd name="csY3" fmla="*/ 10412 h 645742"/>
              <a:gd name="csX4" fmla="*/ 160317 w 934342"/>
              <a:gd name="csY4" fmla="*/ 51976 h 645742"/>
              <a:gd name="csX5" fmla="*/ 160317 w 934342"/>
              <a:gd name="csY5" fmla="*/ 437924 h 645742"/>
              <a:gd name="csX6" fmla="*/ 219693 w 934342"/>
              <a:gd name="csY6" fmla="*/ 509176 h 645742"/>
              <a:gd name="csX7" fmla="*/ 273132 w 934342"/>
              <a:gd name="csY7" fmla="*/ 426049 h 645742"/>
              <a:gd name="csX8" fmla="*/ 273132 w 934342"/>
              <a:gd name="csY8" fmla="*/ 57913 h 645742"/>
              <a:gd name="csX9" fmla="*/ 326571 w 934342"/>
              <a:gd name="csY9" fmla="*/ 16350 h 645742"/>
              <a:gd name="csX10" fmla="*/ 356260 w 934342"/>
              <a:gd name="csY10" fmla="*/ 93539 h 645742"/>
              <a:gd name="csX11" fmla="*/ 356260 w 934342"/>
              <a:gd name="csY11" fmla="*/ 467612 h 645742"/>
              <a:gd name="csX12" fmla="*/ 463138 w 934342"/>
              <a:gd name="csY12" fmla="*/ 491363 h 645742"/>
              <a:gd name="csX13" fmla="*/ 469075 w 934342"/>
              <a:gd name="csY13" fmla="*/ 63851 h 645742"/>
              <a:gd name="csX14" fmla="*/ 504701 w 934342"/>
              <a:gd name="csY14" fmla="*/ 22287 h 645742"/>
              <a:gd name="csX15" fmla="*/ 552203 w 934342"/>
              <a:gd name="csY15" fmla="*/ 81664 h 645742"/>
              <a:gd name="csX16" fmla="*/ 581891 w 934342"/>
              <a:gd name="csY16" fmla="*/ 503238 h 645742"/>
              <a:gd name="csX17" fmla="*/ 665018 w 934342"/>
              <a:gd name="csY17" fmla="*/ 437924 h 645742"/>
              <a:gd name="csX18" fmla="*/ 665018 w 934342"/>
              <a:gd name="csY18" fmla="*/ 75726 h 645742"/>
              <a:gd name="csX19" fmla="*/ 742208 w 934342"/>
              <a:gd name="csY19" fmla="*/ 46038 h 645742"/>
              <a:gd name="csX20" fmla="*/ 748145 w 934342"/>
              <a:gd name="csY20" fmla="*/ 265732 h 645742"/>
              <a:gd name="csX21" fmla="*/ 765958 w 934342"/>
              <a:gd name="csY21" fmla="*/ 479487 h 645742"/>
              <a:gd name="csX22" fmla="*/ 843148 w 934342"/>
              <a:gd name="csY22" fmla="*/ 473550 h 645742"/>
              <a:gd name="csX23" fmla="*/ 866899 w 934342"/>
              <a:gd name="csY23" fmla="*/ 69789 h 645742"/>
              <a:gd name="csX24" fmla="*/ 926275 w 934342"/>
              <a:gd name="csY24" fmla="*/ 75726 h 645742"/>
              <a:gd name="csX25" fmla="*/ 932213 w 934342"/>
              <a:gd name="csY25" fmla="*/ 645742 h 645742"/>
              <a:gd name="csX0" fmla="*/ 0 w 903080"/>
              <a:gd name="csY0" fmla="*/ 575302 h 645742"/>
              <a:gd name="csX1" fmla="*/ 45928 w 903080"/>
              <a:gd name="csY1" fmla="*/ 402298 h 645742"/>
              <a:gd name="csX2" fmla="*/ 63741 w 903080"/>
              <a:gd name="csY2" fmla="*/ 40100 h 645742"/>
              <a:gd name="csX3" fmla="*/ 87491 w 903080"/>
              <a:gd name="csY3" fmla="*/ 10412 h 645742"/>
              <a:gd name="csX4" fmla="*/ 129055 w 903080"/>
              <a:gd name="csY4" fmla="*/ 51976 h 645742"/>
              <a:gd name="csX5" fmla="*/ 129055 w 903080"/>
              <a:gd name="csY5" fmla="*/ 437924 h 645742"/>
              <a:gd name="csX6" fmla="*/ 188431 w 903080"/>
              <a:gd name="csY6" fmla="*/ 509176 h 645742"/>
              <a:gd name="csX7" fmla="*/ 241870 w 903080"/>
              <a:gd name="csY7" fmla="*/ 426049 h 645742"/>
              <a:gd name="csX8" fmla="*/ 241870 w 903080"/>
              <a:gd name="csY8" fmla="*/ 57913 h 645742"/>
              <a:gd name="csX9" fmla="*/ 295309 w 903080"/>
              <a:gd name="csY9" fmla="*/ 16350 h 645742"/>
              <a:gd name="csX10" fmla="*/ 324998 w 903080"/>
              <a:gd name="csY10" fmla="*/ 93539 h 645742"/>
              <a:gd name="csX11" fmla="*/ 324998 w 903080"/>
              <a:gd name="csY11" fmla="*/ 467612 h 645742"/>
              <a:gd name="csX12" fmla="*/ 431876 w 903080"/>
              <a:gd name="csY12" fmla="*/ 491363 h 645742"/>
              <a:gd name="csX13" fmla="*/ 437813 w 903080"/>
              <a:gd name="csY13" fmla="*/ 63851 h 645742"/>
              <a:gd name="csX14" fmla="*/ 473439 w 903080"/>
              <a:gd name="csY14" fmla="*/ 22287 h 645742"/>
              <a:gd name="csX15" fmla="*/ 520941 w 903080"/>
              <a:gd name="csY15" fmla="*/ 81664 h 645742"/>
              <a:gd name="csX16" fmla="*/ 550629 w 903080"/>
              <a:gd name="csY16" fmla="*/ 503238 h 645742"/>
              <a:gd name="csX17" fmla="*/ 633756 w 903080"/>
              <a:gd name="csY17" fmla="*/ 437924 h 645742"/>
              <a:gd name="csX18" fmla="*/ 633756 w 903080"/>
              <a:gd name="csY18" fmla="*/ 75726 h 645742"/>
              <a:gd name="csX19" fmla="*/ 710946 w 903080"/>
              <a:gd name="csY19" fmla="*/ 46038 h 645742"/>
              <a:gd name="csX20" fmla="*/ 716883 w 903080"/>
              <a:gd name="csY20" fmla="*/ 265732 h 645742"/>
              <a:gd name="csX21" fmla="*/ 734696 w 903080"/>
              <a:gd name="csY21" fmla="*/ 479487 h 645742"/>
              <a:gd name="csX22" fmla="*/ 811886 w 903080"/>
              <a:gd name="csY22" fmla="*/ 473550 h 645742"/>
              <a:gd name="csX23" fmla="*/ 835637 w 903080"/>
              <a:gd name="csY23" fmla="*/ 69789 h 645742"/>
              <a:gd name="csX24" fmla="*/ 895013 w 903080"/>
              <a:gd name="csY24" fmla="*/ 75726 h 645742"/>
              <a:gd name="csX25" fmla="*/ 900951 w 903080"/>
              <a:gd name="csY25" fmla="*/ 645742 h 645742"/>
              <a:gd name="csX0" fmla="*/ 0 w 902297"/>
              <a:gd name="csY0" fmla="*/ 575302 h 646159"/>
              <a:gd name="csX1" fmla="*/ 45928 w 902297"/>
              <a:gd name="csY1" fmla="*/ 402298 h 646159"/>
              <a:gd name="csX2" fmla="*/ 63741 w 902297"/>
              <a:gd name="csY2" fmla="*/ 40100 h 646159"/>
              <a:gd name="csX3" fmla="*/ 87491 w 902297"/>
              <a:gd name="csY3" fmla="*/ 10412 h 646159"/>
              <a:gd name="csX4" fmla="*/ 129055 w 902297"/>
              <a:gd name="csY4" fmla="*/ 51976 h 646159"/>
              <a:gd name="csX5" fmla="*/ 129055 w 902297"/>
              <a:gd name="csY5" fmla="*/ 437924 h 646159"/>
              <a:gd name="csX6" fmla="*/ 188431 w 902297"/>
              <a:gd name="csY6" fmla="*/ 509176 h 646159"/>
              <a:gd name="csX7" fmla="*/ 241870 w 902297"/>
              <a:gd name="csY7" fmla="*/ 426049 h 646159"/>
              <a:gd name="csX8" fmla="*/ 241870 w 902297"/>
              <a:gd name="csY8" fmla="*/ 57913 h 646159"/>
              <a:gd name="csX9" fmla="*/ 295309 w 902297"/>
              <a:gd name="csY9" fmla="*/ 16350 h 646159"/>
              <a:gd name="csX10" fmla="*/ 324998 w 902297"/>
              <a:gd name="csY10" fmla="*/ 93539 h 646159"/>
              <a:gd name="csX11" fmla="*/ 324998 w 902297"/>
              <a:gd name="csY11" fmla="*/ 467612 h 646159"/>
              <a:gd name="csX12" fmla="*/ 431876 w 902297"/>
              <a:gd name="csY12" fmla="*/ 491363 h 646159"/>
              <a:gd name="csX13" fmla="*/ 437813 w 902297"/>
              <a:gd name="csY13" fmla="*/ 63851 h 646159"/>
              <a:gd name="csX14" fmla="*/ 473439 w 902297"/>
              <a:gd name="csY14" fmla="*/ 22287 h 646159"/>
              <a:gd name="csX15" fmla="*/ 520941 w 902297"/>
              <a:gd name="csY15" fmla="*/ 81664 h 646159"/>
              <a:gd name="csX16" fmla="*/ 550629 w 902297"/>
              <a:gd name="csY16" fmla="*/ 503238 h 646159"/>
              <a:gd name="csX17" fmla="*/ 633756 w 902297"/>
              <a:gd name="csY17" fmla="*/ 437924 h 646159"/>
              <a:gd name="csX18" fmla="*/ 633756 w 902297"/>
              <a:gd name="csY18" fmla="*/ 75726 h 646159"/>
              <a:gd name="csX19" fmla="*/ 710946 w 902297"/>
              <a:gd name="csY19" fmla="*/ 46038 h 646159"/>
              <a:gd name="csX20" fmla="*/ 716883 w 902297"/>
              <a:gd name="csY20" fmla="*/ 265732 h 646159"/>
              <a:gd name="csX21" fmla="*/ 734696 w 902297"/>
              <a:gd name="csY21" fmla="*/ 479487 h 646159"/>
              <a:gd name="csX22" fmla="*/ 811886 w 902297"/>
              <a:gd name="csY22" fmla="*/ 473550 h 646159"/>
              <a:gd name="csX23" fmla="*/ 835637 w 902297"/>
              <a:gd name="csY23" fmla="*/ 69789 h 646159"/>
              <a:gd name="csX24" fmla="*/ 895013 w 902297"/>
              <a:gd name="csY24" fmla="*/ 75726 h 646159"/>
              <a:gd name="csX25" fmla="*/ 901964 w 902297"/>
              <a:gd name="csY25" fmla="*/ 582104 h 646159"/>
              <a:gd name="csX26" fmla="*/ 900951 w 902297"/>
              <a:gd name="csY26" fmla="*/ 645742 h 646159"/>
              <a:gd name="csX0" fmla="*/ 0 w 902297"/>
              <a:gd name="csY0" fmla="*/ 575302 h 637726"/>
              <a:gd name="csX1" fmla="*/ 45928 w 902297"/>
              <a:gd name="csY1" fmla="*/ 402298 h 637726"/>
              <a:gd name="csX2" fmla="*/ 63741 w 902297"/>
              <a:gd name="csY2" fmla="*/ 40100 h 637726"/>
              <a:gd name="csX3" fmla="*/ 87491 w 902297"/>
              <a:gd name="csY3" fmla="*/ 10412 h 637726"/>
              <a:gd name="csX4" fmla="*/ 129055 w 902297"/>
              <a:gd name="csY4" fmla="*/ 51976 h 637726"/>
              <a:gd name="csX5" fmla="*/ 129055 w 902297"/>
              <a:gd name="csY5" fmla="*/ 437924 h 637726"/>
              <a:gd name="csX6" fmla="*/ 188431 w 902297"/>
              <a:gd name="csY6" fmla="*/ 509176 h 637726"/>
              <a:gd name="csX7" fmla="*/ 241870 w 902297"/>
              <a:gd name="csY7" fmla="*/ 426049 h 637726"/>
              <a:gd name="csX8" fmla="*/ 241870 w 902297"/>
              <a:gd name="csY8" fmla="*/ 57913 h 637726"/>
              <a:gd name="csX9" fmla="*/ 295309 w 902297"/>
              <a:gd name="csY9" fmla="*/ 16350 h 637726"/>
              <a:gd name="csX10" fmla="*/ 324998 w 902297"/>
              <a:gd name="csY10" fmla="*/ 93539 h 637726"/>
              <a:gd name="csX11" fmla="*/ 324998 w 902297"/>
              <a:gd name="csY11" fmla="*/ 467612 h 637726"/>
              <a:gd name="csX12" fmla="*/ 431876 w 902297"/>
              <a:gd name="csY12" fmla="*/ 491363 h 637726"/>
              <a:gd name="csX13" fmla="*/ 437813 w 902297"/>
              <a:gd name="csY13" fmla="*/ 63851 h 637726"/>
              <a:gd name="csX14" fmla="*/ 473439 w 902297"/>
              <a:gd name="csY14" fmla="*/ 22287 h 637726"/>
              <a:gd name="csX15" fmla="*/ 520941 w 902297"/>
              <a:gd name="csY15" fmla="*/ 81664 h 637726"/>
              <a:gd name="csX16" fmla="*/ 550629 w 902297"/>
              <a:gd name="csY16" fmla="*/ 503238 h 637726"/>
              <a:gd name="csX17" fmla="*/ 633756 w 902297"/>
              <a:gd name="csY17" fmla="*/ 437924 h 637726"/>
              <a:gd name="csX18" fmla="*/ 633756 w 902297"/>
              <a:gd name="csY18" fmla="*/ 75726 h 637726"/>
              <a:gd name="csX19" fmla="*/ 710946 w 902297"/>
              <a:gd name="csY19" fmla="*/ 46038 h 637726"/>
              <a:gd name="csX20" fmla="*/ 716883 w 902297"/>
              <a:gd name="csY20" fmla="*/ 265732 h 637726"/>
              <a:gd name="csX21" fmla="*/ 734696 w 902297"/>
              <a:gd name="csY21" fmla="*/ 479487 h 637726"/>
              <a:gd name="csX22" fmla="*/ 811886 w 902297"/>
              <a:gd name="csY22" fmla="*/ 473550 h 637726"/>
              <a:gd name="csX23" fmla="*/ 835637 w 902297"/>
              <a:gd name="csY23" fmla="*/ 69789 h 637726"/>
              <a:gd name="csX24" fmla="*/ 895013 w 902297"/>
              <a:gd name="csY24" fmla="*/ 75726 h 637726"/>
              <a:gd name="csX25" fmla="*/ 901964 w 902297"/>
              <a:gd name="csY25" fmla="*/ 582104 h 637726"/>
              <a:gd name="csX26" fmla="*/ 181 w 902297"/>
              <a:gd name="csY26" fmla="*/ 629833 h 637726"/>
              <a:gd name="csX0" fmla="*/ 0 w 902297"/>
              <a:gd name="csY0" fmla="*/ 575302 h 621152"/>
              <a:gd name="csX1" fmla="*/ 45928 w 902297"/>
              <a:gd name="csY1" fmla="*/ 402298 h 621152"/>
              <a:gd name="csX2" fmla="*/ 63741 w 902297"/>
              <a:gd name="csY2" fmla="*/ 40100 h 621152"/>
              <a:gd name="csX3" fmla="*/ 87491 w 902297"/>
              <a:gd name="csY3" fmla="*/ 10412 h 621152"/>
              <a:gd name="csX4" fmla="*/ 129055 w 902297"/>
              <a:gd name="csY4" fmla="*/ 51976 h 621152"/>
              <a:gd name="csX5" fmla="*/ 129055 w 902297"/>
              <a:gd name="csY5" fmla="*/ 437924 h 621152"/>
              <a:gd name="csX6" fmla="*/ 188431 w 902297"/>
              <a:gd name="csY6" fmla="*/ 509176 h 621152"/>
              <a:gd name="csX7" fmla="*/ 241870 w 902297"/>
              <a:gd name="csY7" fmla="*/ 426049 h 621152"/>
              <a:gd name="csX8" fmla="*/ 241870 w 902297"/>
              <a:gd name="csY8" fmla="*/ 57913 h 621152"/>
              <a:gd name="csX9" fmla="*/ 295309 w 902297"/>
              <a:gd name="csY9" fmla="*/ 16350 h 621152"/>
              <a:gd name="csX10" fmla="*/ 324998 w 902297"/>
              <a:gd name="csY10" fmla="*/ 93539 h 621152"/>
              <a:gd name="csX11" fmla="*/ 324998 w 902297"/>
              <a:gd name="csY11" fmla="*/ 467612 h 621152"/>
              <a:gd name="csX12" fmla="*/ 431876 w 902297"/>
              <a:gd name="csY12" fmla="*/ 491363 h 621152"/>
              <a:gd name="csX13" fmla="*/ 437813 w 902297"/>
              <a:gd name="csY13" fmla="*/ 63851 h 621152"/>
              <a:gd name="csX14" fmla="*/ 473439 w 902297"/>
              <a:gd name="csY14" fmla="*/ 22287 h 621152"/>
              <a:gd name="csX15" fmla="*/ 520941 w 902297"/>
              <a:gd name="csY15" fmla="*/ 81664 h 621152"/>
              <a:gd name="csX16" fmla="*/ 550629 w 902297"/>
              <a:gd name="csY16" fmla="*/ 503238 h 621152"/>
              <a:gd name="csX17" fmla="*/ 633756 w 902297"/>
              <a:gd name="csY17" fmla="*/ 437924 h 621152"/>
              <a:gd name="csX18" fmla="*/ 633756 w 902297"/>
              <a:gd name="csY18" fmla="*/ 75726 h 621152"/>
              <a:gd name="csX19" fmla="*/ 710946 w 902297"/>
              <a:gd name="csY19" fmla="*/ 46038 h 621152"/>
              <a:gd name="csX20" fmla="*/ 716883 w 902297"/>
              <a:gd name="csY20" fmla="*/ 265732 h 621152"/>
              <a:gd name="csX21" fmla="*/ 734696 w 902297"/>
              <a:gd name="csY21" fmla="*/ 479487 h 621152"/>
              <a:gd name="csX22" fmla="*/ 811886 w 902297"/>
              <a:gd name="csY22" fmla="*/ 473550 h 621152"/>
              <a:gd name="csX23" fmla="*/ 835637 w 902297"/>
              <a:gd name="csY23" fmla="*/ 69789 h 621152"/>
              <a:gd name="csX24" fmla="*/ 895013 w 902297"/>
              <a:gd name="csY24" fmla="*/ 75726 h 621152"/>
              <a:gd name="csX25" fmla="*/ 901964 w 902297"/>
              <a:gd name="csY25" fmla="*/ 582104 h 621152"/>
              <a:gd name="csX26" fmla="*/ 181 w 902297"/>
              <a:gd name="csY26" fmla="*/ 578127 h 6211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902297" h="621152">
                <a:moveTo>
                  <a:pt x="0" y="575302"/>
                </a:moveTo>
                <a:cubicBezTo>
                  <a:pt x="30678" y="570849"/>
                  <a:pt x="35305" y="491498"/>
                  <a:pt x="45928" y="402298"/>
                </a:cubicBezTo>
                <a:cubicBezTo>
                  <a:pt x="56552" y="313098"/>
                  <a:pt x="63741" y="40100"/>
                  <a:pt x="63741" y="40100"/>
                </a:cubicBezTo>
                <a:cubicBezTo>
                  <a:pt x="70668" y="-25214"/>
                  <a:pt x="76605" y="8433"/>
                  <a:pt x="87491" y="10412"/>
                </a:cubicBezTo>
                <a:cubicBezTo>
                  <a:pt x="98377" y="12391"/>
                  <a:pt x="122128" y="-19276"/>
                  <a:pt x="129055" y="51976"/>
                </a:cubicBezTo>
                <a:cubicBezTo>
                  <a:pt x="135982" y="123228"/>
                  <a:pt x="119159" y="361724"/>
                  <a:pt x="129055" y="437924"/>
                </a:cubicBezTo>
                <a:cubicBezTo>
                  <a:pt x="138951" y="514124"/>
                  <a:pt x="169629" y="511155"/>
                  <a:pt x="188431" y="509176"/>
                </a:cubicBezTo>
                <a:cubicBezTo>
                  <a:pt x="207233" y="507197"/>
                  <a:pt x="232964" y="501260"/>
                  <a:pt x="241870" y="426049"/>
                </a:cubicBezTo>
                <a:cubicBezTo>
                  <a:pt x="250777" y="350838"/>
                  <a:pt x="232964" y="126196"/>
                  <a:pt x="241870" y="57913"/>
                </a:cubicBezTo>
                <a:cubicBezTo>
                  <a:pt x="250777" y="-10370"/>
                  <a:pt x="281454" y="10412"/>
                  <a:pt x="295309" y="16350"/>
                </a:cubicBezTo>
                <a:cubicBezTo>
                  <a:pt x="309164" y="22288"/>
                  <a:pt x="320050" y="18329"/>
                  <a:pt x="324998" y="93539"/>
                </a:cubicBezTo>
                <a:cubicBezTo>
                  <a:pt x="329946" y="168749"/>
                  <a:pt x="307185" y="401308"/>
                  <a:pt x="324998" y="467612"/>
                </a:cubicBezTo>
                <a:cubicBezTo>
                  <a:pt x="342811" y="533916"/>
                  <a:pt x="413074" y="558657"/>
                  <a:pt x="431876" y="491363"/>
                </a:cubicBezTo>
                <a:cubicBezTo>
                  <a:pt x="450679" y="424069"/>
                  <a:pt x="430886" y="142030"/>
                  <a:pt x="437813" y="63851"/>
                </a:cubicBezTo>
                <a:cubicBezTo>
                  <a:pt x="444740" y="-14328"/>
                  <a:pt x="459584" y="19318"/>
                  <a:pt x="473439" y="22287"/>
                </a:cubicBezTo>
                <a:cubicBezTo>
                  <a:pt x="487294" y="25256"/>
                  <a:pt x="508076" y="1506"/>
                  <a:pt x="520941" y="81664"/>
                </a:cubicBezTo>
                <a:cubicBezTo>
                  <a:pt x="533806" y="161822"/>
                  <a:pt x="531827" y="443861"/>
                  <a:pt x="550629" y="503238"/>
                </a:cubicBezTo>
                <a:cubicBezTo>
                  <a:pt x="569431" y="562615"/>
                  <a:pt x="619901" y="509176"/>
                  <a:pt x="633756" y="437924"/>
                </a:cubicBezTo>
                <a:cubicBezTo>
                  <a:pt x="647611" y="366672"/>
                  <a:pt x="620891" y="141040"/>
                  <a:pt x="633756" y="75726"/>
                </a:cubicBezTo>
                <a:cubicBezTo>
                  <a:pt x="646621" y="10412"/>
                  <a:pt x="697092" y="14370"/>
                  <a:pt x="710946" y="46038"/>
                </a:cubicBezTo>
                <a:cubicBezTo>
                  <a:pt x="724800" y="77706"/>
                  <a:pt x="712925" y="193491"/>
                  <a:pt x="716883" y="265732"/>
                </a:cubicBezTo>
                <a:cubicBezTo>
                  <a:pt x="720841" y="337973"/>
                  <a:pt x="718862" y="444851"/>
                  <a:pt x="734696" y="479487"/>
                </a:cubicBezTo>
                <a:cubicBezTo>
                  <a:pt x="750530" y="514123"/>
                  <a:pt x="795063" y="541833"/>
                  <a:pt x="811886" y="473550"/>
                </a:cubicBezTo>
                <a:cubicBezTo>
                  <a:pt x="828709" y="405267"/>
                  <a:pt x="821783" y="136093"/>
                  <a:pt x="835637" y="69789"/>
                </a:cubicBezTo>
                <a:cubicBezTo>
                  <a:pt x="849491" y="3485"/>
                  <a:pt x="883959" y="-9660"/>
                  <a:pt x="895013" y="75726"/>
                </a:cubicBezTo>
                <a:cubicBezTo>
                  <a:pt x="906068" y="161112"/>
                  <a:pt x="900974" y="487101"/>
                  <a:pt x="901964" y="582104"/>
                </a:cubicBezTo>
                <a:cubicBezTo>
                  <a:pt x="902954" y="677107"/>
                  <a:pt x="350" y="567521"/>
                  <a:pt x="181" y="578127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47F98F5-6308-A980-FCFB-FDF9EBB9DB8D}"/>
              </a:ext>
            </a:extLst>
          </p:cNvPr>
          <p:cNvSpPr/>
          <p:nvPr/>
        </p:nvSpPr>
        <p:spPr>
          <a:xfrm rot="5400000">
            <a:off x="5972875" y="2268576"/>
            <a:ext cx="858421" cy="7744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64A24FA-5344-04F7-E531-6D96D6A54938}"/>
              </a:ext>
            </a:extLst>
          </p:cNvPr>
          <p:cNvSpPr/>
          <p:nvPr/>
        </p:nvSpPr>
        <p:spPr>
          <a:xfrm rot="5400000">
            <a:off x="5733227" y="3432681"/>
            <a:ext cx="1254360" cy="15223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8D1F925-D415-BC95-D144-AC0B48217F93}"/>
              </a:ext>
            </a:extLst>
          </p:cNvPr>
          <p:cNvSpPr/>
          <p:nvPr/>
        </p:nvSpPr>
        <p:spPr>
          <a:xfrm rot="5400000">
            <a:off x="6032537" y="4535621"/>
            <a:ext cx="1160674" cy="610268"/>
          </a:xfrm>
          <a:custGeom>
            <a:avLst/>
            <a:gdLst>
              <a:gd name="csX0" fmla="*/ 0 w 934342"/>
              <a:gd name="csY0" fmla="*/ 485425 h 645742"/>
              <a:gd name="csX1" fmla="*/ 77190 w 934342"/>
              <a:gd name="csY1" fmla="*/ 402298 h 645742"/>
              <a:gd name="csX2" fmla="*/ 95003 w 934342"/>
              <a:gd name="csY2" fmla="*/ 40100 h 645742"/>
              <a:gd name="csX3" fmla="*/ 118753 w 934342"/>
              <a:gd name="csY3" fmla="*/ 10412 h 645742"/>
              <a:gd name="csX4" fmla="*/ 160317 w 934342"/>
              <a:gd name="csY4" fmla="*/ 51976 h 645742"/>
              <a:gd name="csX5" fmla="*/ 160317 w 934342"/>
              <a:gd name="csY5" fmla="*/ 437924 h 645742"/>
              <a:gd name="csX6" fmla="*/ 219693 w 934342"/>
              <a:gd name="csY6" fmla="*/ 509176 h 645742"/>
              <a:gd name="csX7" fmla="*/ 273132 w 934342"/>
              <a:gd name="csY7" fmla="*/ 426049 h 645742"/>
              <a:gd name="csX8" fmla="*/ 273132 w 934342"/>
              <a:gd name="csY8" fmla="*/ 57913 h 645742"/>
              <a:gd name="csX9" fmla="*/ 326571 w 934342"/>
              <a:gd name="csY9" fmla="*/ 16350 h 645742"/>
              <a:gd name="csX10" fmla="*/ 356260 w 934342"/>
              <a:gd name="csY10" fmla="*/ 93539 h 645742"/>
              <a:gd name="csX11" fmla="*/ 356260 w 934342"/>
              <a:gd name="csY11" fmla="*/ 467612 h 645742"/>
              <a:gd name="csX12" fmla="*/ 463138 w 934342"/>
              <a:gd name="csY12" fmla="*/ 491363 h 645742"/>
              <a:gd name="csX13" fmla="*/ 469075 w 934342"/>
              <a:gd name="csY13" fmla="*/ 63851 h 645742"/>
              <a:gd name="csX14" fmla="*/ 504701 w 934342"/>
              <a:gd name="csY14" fmla="*/ 22287 h 645742"/>
              <a:gd name="csX15" fmla="*/ 552203 w 934342"/>
              <a:gd name="csY15" fmla="*/ 81664 h 645742"/>
              <a:gd name="csX16" fmla="*/ 581891 w 934342"/>
              <a:gd name="csY16" fmla="*/ 503238 h 645742"/>
              <a:gd name="csX17" fmla="*/ 665018 w 934342"/>
              <a:gd name="csY17" fmla="*/ 437924 h 645742"/>
              <a:gd name="csX18" fmla="*/ 665018 w 934342"/>
              <a:gd name="csY18" fmla="*/ 75726 h 645742"/>
              <a:gd name="csX19" fmla="*/ 742208 w 934342"/>
              <a:gd name="csY19" fmla="*/ 46038 h 645742"/>
              <a:gd name="csX20" fmla="*/ 748145 w 934342"/>
              <a:gd name="csY20" fmla="*/ 265732 h 645742"/>
              <a:gd name="csX21" fmla="*/ 765958 w 934342"/>
              <a:gd name="csY21" fmla="*/ 479487 h 645742"/>
              <a:gd name="csX22" fmla="*/ 843148 w 934342"/>
              <a:gd name="csY22" fmla="*/ 473550 h 645742"/>
              <a:gd name="csX23" fmla="*/ 866899 w 934342"/>
              <a:gd name="csY23" fmla="*/ 69789 h 645742"/>
              <a:gd name="csX24" fmla="*/ 926275 w 934342"/>
              <a:gd name="csY24" fmla="*/ 75726 h 645742"/>
              <a:gd name="csX25" fmla="*/ 932213 w 934342"/>
              <a:gd name="csY25" fmla="*/ 645742 h 645742"/>
              <a:gd name="csX0" fmla="*/ 0 w 903080"/>
              <a:gd name="csY0" fmla="*/ 575302 h 645742"/>
              <a:gd name="csX1" fmla="*/ 45928 w 903080"/>
              <a:gd name="csY1" fmla="*/ 402298 h 645742"/>
              <a:gd name="csX2" fmla="*/ 63741 w 903080"/>
              <a:gd name="csY2" fmla="*/ 40100 h 645742"/>
              <a:gd name="csX3" fmla="*/ 87491 w 903080"/>
              <a:gd name="csY3" fmla="*/ 10412 h 645742"/>
              <a:gd name="csX4" fmla="*/ 129055 w 903080"/>
              <a:gd name="csY4" fmla="*/ 51976 h 645742"/>
              <a:gd name="csX5" fmla="*/ 129055 w 903080"/>
              <a:gd name="csY5" fmla="*/ 437924 h 645742"/>
              <a:gd name="csX6" fmla="*/ 188431 w 903080"/>
              <a:gd name="csY6" fmla="*/ 509176 h 645742"/>
              <a:gd name="csX7" fmla="*/ 241870 w 903080"/>
              <a:gd name="csY7" fmla="*/ 426049 h 645742"/>
              <a:gd name="csX8" fmla="*/ 241870 w 903080"/>
              <a:gd name="csY8" fmla="*/ 57913 h 645742"/>
              <a:gd name="csX9" fmla="*/ 295309 w 903080"/>
              <a:gd name="csY9" fmla="*/ 16350 h 645742"/>
              <a:gd name="csX10" fmla="*/ 324998 w 903080"/>
              <a:gd name="csY10" fmla="*/ 93539 h 645742"/>
              <a:gd name="csX11" fmla="*/ 324998 w 903080"/>
              <a:gd name="csY11" fmla="*/ 467612 h 645742"/>
              <a:gd name="csX12" fmla="*/ 431876 w 903080"/>
              <a:gd name="csY12" fmla="*/ 491363 h 645742"/>
              <a:gd name="csX13" fmla="*/ 437813 w 903080"/>
              <a:gd name="csY13" fmla="*/ 63851 h 645742"/>
              <a:gd name="csX14" fmla="*/ 473439 w 903080"/>
              <a:gd name="csY14" fmla="*/ 22287 h 645742"/>
              <a:gd name="csX15" fmla="*/ 520941 w 903080"/>
              <a:gd name="csY15" fmla="*/ 81664 h 645742"/>
              <a:gd name="csX16" fmla="*/ 550629 w 903080"/>
              <a:gd name="csY16" fmla="*/ 503238 h 645742"/>
              <a:gd name="csX17" fmla="*/ 633756 w 903080"/>
              <a:gd name="csY17" fmla="*/ 437924 h 645742"/>
              <a:gd name="csX18" fmla="*/ 633756 w 903080"/>
              <a:gd name="csY18" fmla="*/ 75726 h 645742"/>
              <a:gd name="csX19" fmla="*/ 710946 w 903080"/>
              <a:gd name="csY19" fmla="*/ 46038 h 645742"/>
              <a:gd name="csX20" fmla="*/ 716883 w 903080"/>
              <a:gd name="csY20" fmla="*/ 265732 h 645742"/>
              <a:gd name="csX21" fmla="*/ 734696 w 903080"/>
              <a:gd name="csY21" fmla="*/ 479487 h 645742"/>
              <a:gd name="csX22" fmla="*/ 811886 w 903080"/>
              <a:gd name="csY22" fmla="*/ 473550 h 645742"/>
              <a:gd name="csX23" fmla="*/ 835637 w 903080"/>
              <a:gd name="csY23" fmla="*/ 69789 h 645742"/>
              <a:gd name="csX24" fmla="*/ 895013 w 903080"/>
              <a:gd name="csY24" fmla="*/ 75726 h 645742"/>
              <a:gd name="csX25" fmla="*/ 900951 w 903080"/>
              <a:gd name="csY25" fmla="*/ 645742 h 645742"/>
              <a:gd name="csX0" fmla="*/ 0 w 902297"/>
              <a:gd name="csY0" fmla="*/ 575302 h 646159"/>
              <a:gd name="csX1" fmla="*/ 45928 w 902297"/>
              <a:gd name="csY1" fmla="*/ 402298 h 646159"/>
              <a:gd name="csX2" fmla="*/ 63741 w 902297"/>
              <a:gd name="csY2" fmla="*/ 40100 h 646159"/>
              <a:gd name="csX3" fmla="*/ 87491 w 902297"/>
              <a:gd name="csY3" fmla="*/ 10412 h 646159"/>
              <a:gd name="csX4" fmla="*/ 129055 w 902297"/>
              <a:gd name="csY4" fmla="*/ 51976 h 646159"/>
              <a:gd name="csX5" fmla="*/ 129055 w 902297"/>
              <a:gd name="csY5" fmla="*/ 437924 h 646159"/>
              <a:gd name="csX6" fmla="*/ 188431 w 902297"/>
              <a:gd name="csY6" fmla="*/ 509176 h 646159"/>
              <a:gd name="csX7" fmla="*/ 241870 w 902297"/>
              <a:gd name="csY7" fmla="*/ 426049 h 646159"/>
              <a:gd name="csX8" fmla="*/ 241870 w 902297"/>
              <a:gd name="csY8" fmla="*/ 57913 h 646159"/>
              <a:gd name="csX9" fmla="*/ 295309 w 902297"/>
              <a:gd name="csY9" fmla="*/ 16350 h 646159"/>
              <a:gd name="csX10" fmla="*/ 324998 w 902297"/>
              <a:gd name="csY10" fmla="*/ 93539 h 646159"/>
              <a:gd name="csX11" fmla="*/ 324998 w 902297"/>
              <a:gd name="csY11" fmla="*/ 467612 h 646159"/>
              <a:gd name="csX12" fmla="*/ 431876 w 902297"/>
              <a:gd name="csY12" fmla="*/ 491363 h 646159"/>
              <a:gd name="csX13" fmla="*/ 437813 w 902297"/>
              <a:gd name="csY13" fmla="*/ 63851 h 646159"/>
              <a:gd name="csX14" fmla="*/ 473439 w 902297"/>
              <a:gd name="csY14" fmla="*/ 22287 h 646159"/>
              <a:gd name="csX15" fmla="*/ 520941 w 902297"/>
              <a:gd name="csY15" fmla="*/ 81664 h 646159"/>
              <a:gd name="csX16" fmla="*/ 550629 w 902297"/>
              <a:gd name="csY16" fmla="*/ 503238 h 646159"/>
              <a:gd name="csX17" fmla="*/ 633756 w 902297"/>
              <a:gd name="csY17" fmla="*/ 437924 h 646159"/>
              <a:gd name="csX18" fmla="*/ 633756 w 902297"/>
              <a:gd name="csY18" fmla="*/ 75726 h 646159"/>
              <a:gd name="csX19" fmla="*/ 710946 w 902297"/>
              <a:gd name="csY19" fmla="*/ 46038 h 646159"/>
              <a:gd name="csX20" fmla="*/ 716883 w 902297"/>
              <a:gd name="csY20" fmla="*/ 265732 h 646159"/>
              <a:gd name="csX21" fmla="*/ 734696 w 902297"/>
              <a:gd name="csY21" fmla="*/ 479487 h 646159"/>
              <a:gd name="csX22" fmla="*/ 811886 w 902297"/>
              <a:gd name="csY22" fmla="*/ 473550 h 646159"/>
              <a:gd name="csX23" fmla="*/ 835637 w 902297"/>
              <a:gd name="csY23" fmla="*/ 69789 h 646159"/>
              <a:gd name="csX24" fmla="*/ 895013 w 902297"/>
              <a:gd name="csY24" fmla="*/ 75726 h 646159"/>
              <a:gd name="csX25" fmla="*/ 901964 w 902297"/>
              <a:gd name="csY25" fmla="*/ 582104 h 646159"/>
              <a:gd name="csX26" fmla="*/ 900951 w 902297"/>
              <a:gd name="csY26" fmla="*/ 645742 h 646159"/>
              <a:gd name="csX0" fmla="*/ 0 w 902297"/>
              <a:gd name="csY0" fmla="*/ 575302 h 637726"/>
              <a:gd name="csX1" fmla="*/ 45928 w 902297"/>
              <a:gd name="csY1" fmla="*/ 402298 h 637726"/>
              <a:gd name="csX2" fmla="*/ 63741 w 902297"/>
              <a:gd name="csY2" fmla="*/ 40100 h 637726"/>
              <a:gd name="csX3" fmla="*/ 87491 w 902297"/>
              <a:gd name="csY3" fmla="*/ 10412 h 637726"/>
              <a:gd name="csX4" fmla="*/ 129055 w 902297"/>
              <a:gd name="csY4" fmla="*/ 51976 h 637726"/>
              <a:gd name="csX5" fmla="*/ 129055 w 902297"/>
              <a:gd name="csY5" fmla="*/ 437924 h 637726"/>
              <a:gd name="csX6" fmla="*/ 188431 w 902297"/>
              <a:gd name="csY6" fmla="*/ 509176 h 637726"/>
              <a:gd name="csX7" fmla="*/ 241870 w 902297"/>
              <a:gd name="csY7" fmla="*/ 426049 h 637726"/>
              <a:gd name="csX8" fmla="*/ 241870 w 902297"/>
              <a:gd name="csY8" fmla="*/ 57913 h 637726"/>
              <a:gd name="csX9" fmla="*/ 295309 w 902297"/>
              <a:gd name="csY9" fmla="*/ 16350 h 637726"/>
              <a:gd name="csX10" fmla="*/ 324998 w 902297"/>
              <a:gd name="csY10" fmla="*/ 93539 h 637726"/>
              <a:gd name="csX11" fmla="*/ 324998 w 902297"/>
              <a:gd name="csY11" fmla="*/ 467612 h 637726"/>
              <a:gd name="csX12" fmla="*/ 431876 w 902297"/>
              <a:gd name="csY12" fmla="*/ 491363 h 637726"/>
              <a:gd name="csX13" fmla="*/ 437813 w 902297"/>
              <a:gd name="csY13" fmla="*/ 63851 h 637726"/>
              <a:gd name="csX14" fmla="*/ 473439 w 902297"/>
              <a:gd name="csY14" fmla="*/ 22287 h 637726"/>
              <a:gd name="csX15" fmla="*/ 520941 w 902297"/>
              <a:gd name="csY15" fmla="*/ 81664 h 637726"/>
              <a:gd name="csX16" fmla="*/ 550629 w 902297"/>
              <a:gd name="csY16" fmla="*/ 503238 h 637726"/>
              <a:gd name="csX17" fmla="*/ 633756 w 902297"/>
              <a:gd name="csY17" fmla="*/ 437924 h 637726"/>
              <a:gd name="csX18" fmla="*/ 633756 w 902297"/>
              <a:gd name="csY18" fmla="*/ 75726 h 637726"/>
              <a:gd name="csX19" fmla="*/ 710946 w 902297"/>
              <a:gd name="csY19" fmla="*/ 46038 h 637726"/>
              <a:gd name="csX20" fmla="*/ 716883 w 902297"/>
              <a:gd name="csY20" fmla="*/ 265732 h 637726"/>
              <a:gd name="csX21" fmla="*/ 734696 w 902297"/>
              <a:gd name="csY21" fmla="*/ 479487 h 637726"/>
              <a:gd name="csX22" fmla="*/ 811886 w 902297"/>
              <a:gd name="csY22" fmla="*/ 473550 h 637726"/>
              <a:gd name="csX23" fmla="*/ 835637 w 902297"/>
              <a:gd name="csY23" fmla="*/ 69789 h 637726"/>
              <a:gd name="csX24" fmla="*/ 895013 w 902297"/>
              <a:gd name="csY24" fmla="*/ 75726 h 637726"/>
              <a:gd name="csX25" fmla="*/ 901964 w 902297"/>
              <a:gd name="csY25" fmla="*/ 582104 h 637726"/>
              <a:gd name="csX26" fmla="*/ 181 w 902297"/>
              <a:gd name="csY26" fmla="*/ 629833 h 637726"/>
              <a:gd name="csX0" fmla="*/ 0 w 902297"/>
              <a:gd name="csY0" fmla="*/ 575302 h 621152"/>
              <a:gd name="csX1" fmla="*/ 45928 w 902297"/>
              <a:gd name="csY1" fmla="*/ 402298 h 621152"/>
              <a:gd name="csX2" fmla="*/ 63741 w 902297"/>
              <a:gd name="csY2" fmla="*/ 40100 h 621152"/>
              <a:gd name="csX3" fmla="*/ 87491 w 902297"/>
              <a:gd name="csY3" fmla="*/ 10412 h 621152"/>
              <a:gd name="csX4" fmla="*/ 129055 w 902297"/>
              <a:gd name="csY4" fmla="*/ 51976 h 621152"/>
              <a:gd name="csX5" fmla="*/ 129055 w 902297"/>
              <a:gd name="csY5" fmla="*/ 437924 h 621152"/>
              <a:gd name="csX6" fmla="*/ 188431 w 902297"/>
              <a:gd name="csY6" fmla="*/ 509176 h 621152"/>
              <a:gd name="csX7" fmla="*/ 241870 w 902297"/>
              <a:gd name="csY7" fmla="*/ 426049 h 621152"/>
              <a:gd name="csX8" fmla="*/ 241870 w 902297"/>
              <a:gd name="csY8" fmla="*/ 57913 h 621152"/>
              <a:gd name="csX9" fmla="*/ 295309 w 902297"/>
              <a:gd name="csY9" fmla="*/ 16350 h 621152"/>
              <a:gd name="csX10" fmla="*/ 324998 w 902297"/>
              <a:gd name="csY10" fmla="*/ 93539 h 621152"/>
              <a:gd name="csX11" fmla="*/ 324998 w 902297"/>
              <a:gd name="csY11" fmla="*/ 467612 h 621152"/>
              <a:gd name="csX12" fmla="*/ 431876 w 902297"/>
              <a:gd name="csY12" fmla="*/ 491363 h 621152"/>
              <a:gd name="csX13" fmla="*/ 437813 w 902297"/>
              <a:gd name="csY13" fmla="*/ 63851 h 621152"/>
              <a:gd name="csX14" fmla="*/ 473439 w 902297"/>
              <a:gd name="csY14" fmla="*/ 22287 h 621152"/>
              <a:gd name="csX15" fmla="*/ 520941 w 902297"/>
              <a:gd name="csY15" fmla="*/ 81664 h 621152"/>
              <a:gd name="csX16" fmla="*/ 550629 w 902297"/>
              <a:gd name="csY16" fmla="*/ 503238 h 621152"/>
              <a:gd name="csX17" fmla="*/ 633756 w 902297"/>
              <a:gd name="csY17" fmla="*/ 437924 h 621152"/>
              <a:gd name="csX18" fmla="*/ 633756 w 902297"/>
              <a:gd name="csY18" fmla="*/ 75726 h 621152"/>
              <a:gd name="csX19" fmla="*/ 710946 w 902297"/>
              <a:gd name="csY19" fmla="*/ 46038 h 621152"/>
              <a:gd name="csX20" fmla="*/ 716883 w 902297"/>
              <a:gd name="csY20" fmla="*/ 265732 h 621152"/>
              <a:gd name="csX21" fmla="*/ 734696 w 902297"/>
              <a:gd name="csY21" fmla="*/ 479487 h 621152"/>
              <a:gd name="csX22" fmla="*/ 811886 w 902297"/>
              <a:gd name="csY22" fmla="*/ 473550 h 621152"/>
              <a:gd name="csX23" fmla="*/ 835637 w 902297"/>
              <a:gd name="csY23" fmla="*/ 69789 h 621152"/>
              <a:gd name="csX24" fmla="*/ 895013 w 902297"/>
              <a:gd name="csY24" fmla="*/ 75726 h 621152"/>
              <a:gd name="csX25" fmla="*/ 901964 w 902297"/>
              <a:gd name="csY25" fmla="*/ 582104 h 621152"/>
              <a:gd name="csX26" fmla="*/ 181 w 902297"/>
              <a:gd name="csY26" fmla="*/ 578127 h 6211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902297" h="621152">
                <a:moveTo>
                  <a:pt x="0" y="575302"/>
                </a:moveTo>
                <a:cubicBezTo>
                  <a:pt x="30678" y="570849"/>
                  <a:pt x="35305" y="491498"/>
                  <a:pt x="45928" y="402298"/>
                </a:cubicBezTo>
                <a:cubicBezTo>
                  <a:pt x="56552" y="313098"/>
                  <a:pt x="63741" y="40100"/>
                  <a:pt x="63741" y="40100"/>
                </a:cubicBezTo>
                <a:cubicBezTo>
                  <a:pt x="70668" y="-25214"/>
                  <a:pt x="76605" y="8433"/>
                  <a:pt x="87491" y="10412"/>
                </a:cubicBezTo>
                <a:cubicBezTo>
                  <a:pt x="98377" y="12391"/>
                  <a:pt x="122128" y="-19276"/>
                  <a:pt x="129055" y="51976"/>
                </a:cubicBezTo>
                <a:cubicBezTo>
                  <a:pt x="135982" y="123228"/>
                  <a:pt x="119159" y="361724"/>
                  <a:pt x="129055" y="437924"/>
                </a:cubicBezTo>
                <a:cubicBezTo>
                  <a:pt x="138951" y="514124"/>
                  <a:pt x="169629" y="511155"/>
                  <a:pt x="188431" y="509176"/>
                </a:cubicBezTo>
                <a:cubicBezTo>
                  <a:pt x="207233" y="507197"/>
                  <a:pt x="232964" y="501260"/>
                  <a:pt x="241870" y="426049"/>
                </a:cubicBezTo>
                <a:cubicBezTo>
                  <a:pt x="250777" y="350838"/>
                  <a:pt x="232964" y="126196"/>
                  <a:pt x="241870" y="57913"/>
                </a:cubicBezTo>
                <a:cubicBezTo>
                  <a:pt x="250777" y="-10370"/>
                  <a:pt x="281454" y="10412"/>
                  <a:pt x="295309" y="16350"/>
                </a:cubicBezTo>
                <a:cubicBezTo>
                  <a:pt x="309164" y="22288"/>
                  <a:pt x="320050" y="18329"/>
                  <a:pt x="324998" y="93539"/>
                </a:cubicBezTo>
                <a:cubicBezTo>
                  <a:pt x="329946" y="168749"/>
                  <a:pt x="307185" y="401308"/>
                  <a:pt x="324998" y="467612"/>
                </a:cubicBezTo>
                <a:cubicBezTo>
                  <a:pt x="342811" y="533916"/>
                  <a:pt x="413074" y="558657"/>
                  <a:pt x="431876" y="491363"/>
                </a:cubicBezTo>
                <a:cubicBezTo>
                  <a:pt x="450679" y="424069"/>
                  <a:pt x="430886" y="142030"/>
                  <a:pt x="437813" y="63851"/>
                </a:cubicBezTo>
                <a:cubicBezTo>
                  <a:pt x="444740" y="-14328"/>
                  <a:pt x="459584" y="19318"/>
                  <a:pt x="473439" y="22287"/>
                </a:cubicBezTo>
                <a:cubicBezTo>
                  <a:pt x="487294" y="25256"/>
                  <a:pt x="508076" y="1506"/>
                  <a:pt x="520941" y="81664"/>
                </a:cubicBezTo>
                <a:cubicBezTo>
                  <a:pt x="533806" y="161822"/>
                  <a:pt x="531827" y="443861"/>
                  <a:pt x="550629" y="503238"/>
                </a:cubicBezTo>
                <a:cubicBezTo>
                  <a:pt x="569431" y="562615"/>
                  <a:pt x="619901" y="509176"/>
                  <a:pt x="633756" y="437924"/>
                </a:cubicBezTo>
                <a:cubicBezTo>
                  <a:pt x="647611" y="366672"/>
                  <a:pt x="620891" y="141040"/>
                  <a:pt x="633756" y="75726"/>
                </a:cubicBezTo>
                <a:cubicBezTo>
                  <a:pt x="646621" y="10412"/>
                  <a:pt x="697092" y="14370"/>
                  <a:pt x="710946" y="46038"/>
                </a:cubicBezTo>
                <a:cubicBezTo>
                  <a:pt x="724800" y="77706"/>
                  <a:pt x="712925" y="193491"/>
                  <a:pt x="716883" y="265732"/>
                </a:cubicBezTo>
                <a:cubicBezTo>
                  <a:pt x="720841" y="337973"/>
                  <a:pt x="718862" y="444851"/>
                  <a:pt x="734696" y="479487"/>
                </a:cubicBezTo>
                <a:cubicBezTo>
                  <a:pt x="750530" y="514123"/>
                  <a:pt x="795063" y="541833"/>
                  <a:pt x="811886" y="473550"/>
                </a:cubicBezTo>
                <a:cubicBezTo>
                  <a:pt x="828709" y="405267"/>
                  <a:pt x="821783" y="136093"/>
                  <a:pt x="835637" y="69789"/>
                </a:cubicBezTo>
                <a:cubicBezTo>
                  <a:pt x="849491" y="3485"/>
                  <a:pt x="883959" y="-9660"/>
                  <a:pt x="895013" y="75726"/>
                </a:cubicBezTo>
                <a:cubicBezTo>
                  <a:pt x="906068" y="161112"/>
                  <a:pt x="900974" y="487101"/>
                  <a:pt x="901964" y="582104"/>
                </a:cubicBezTo>
                <a:cubicBezTo>
                  <a:pt x="902954" y="677107"/>
                  <a:pt x="350" y="567521"/>
                  <a:pt x="181" y="578127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05A6D4E-2B4C-0415-E3BB-67752E65DB21}"/>
              </a:ext>
            </a:extLst>
          </p:cNvPr>
          <p:cNvSpPr/>
          <p:nvPr/>
        </p:nvSpPr>
        <p:spPr>
          <a:xfrm rot="5400000">
            <a:off x="5720337" y="4778063"/>
            <a:ext cx="1124440" cy="16161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9D12C13-9966-DA91-BFCB-619BC206F048}"/>
              </a:ext>
            </a:extLst>
          </p:cNvPr>
          <p:cNvSpPr/>
          <p:nvPr/>
        </p:nvSpPr>
        <p:spPr>
          <a:xfrm rot="5400000">
            <a:off x="5567638" y="2798049"/>
            <a:ext cx="327121" cy="56579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D98CA2-E38C-E2EF-9236-140F3F2F7CFF}"/>
              </a:ext>
            </a:extLst>
          </p:cNvPr>
          <p:cNvSpPr/>
          <p:nvPr/>
        </p:nvSpPr>
        <p:spPr>
          <a:xfrm rot="5400000">
            <a:off x="5553837" y="4147124"/>
            <a:ext cx="327121" cy="56579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2BE79E8-1E58-AE04-56AC-26795DB5F99F}"/>
              </a:ext>
            </a:extLst>
          </p:cNvPr>
          <p:cNvSpPr/>
          <p:nvPr/>
        </p:nvSpPr>
        <p:spPr>
          <a:xfrm rot="5400000">
            <a:off x="5502379" y="1721853"/>
            <a:ext cx="327121" cy="56579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2751809-300E-005D-C219-F1E7C680136B}"/>
              </a:ext>
            </a:extLst>
          </p:cNvPr>
          <p:cNvGrpSpPr/>
          <p:nvPr/>
        </p:nvGrpSpPr>
        <p:grpSpPr>
          <a:xfrm rot="5400000">
            <a:off x="4848739" y="944619"/>
            <a:ext cx="45719" cy="375264"/>
            <a:chOff x="6686062" y="3899868"/>
            <a:chExt cx="74130" cy="410527"/>
          </a:xfrm>
        </p:grpSpPr>
        <p:sp>
          <p:nvSpPr>
            <p:cNvPr id="1445" name="Rounded Rectangle 1444">
              <a:extLst>
                <a:ext uri="{FF2B5EF4-FFF2-40B4-BE49-F238E27FC236}">
                  <a16:creationId xmlns:a16="http://schemas.microsoft.com/office/drawing/2014/main" id="{B7279395-B9E4-F8A8-7533-D77BBFEA35C0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6" name="Rounded Rectangle 1445">
              <a:extLst>
                <a:ext uri="{FF2B5EF4-FFF2-40B4-BE49-F238E27FC236}">
                  <a16:creationId xmlns:a16="http://schemas.microsoft.com/office/drawing/2014/main" id="{47409CC3-7829-1A90-355E-C46F9884265E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7" name="Rounded Rectangle 1446">
              <a:extLst>
                <a:ext uri="{FF2B5EF4-FFF2-40B4-BE49-F238E27FC236}">
                  <a16:creationId xmlns:a16="http://schemas.microsoft.com/office/drawing/2014/main" id="{C9630FB1-C25F-1B81-1194-1853361F5891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8" name="Rounded Rectangle 1447">
              <a:extLst>
                <a:ext uri="{FF2B5EF4-FFF2-40B4-BE49-F238E27FC236}">
                  <a16:creationId xmlns:a16="http://schemas.microsoft.com/office/drawing/2014/main" id="{2B268F67-057A-1B42-4562-9D440F2DA64D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9" name="Rounded Rectangle 1448">
              <a:extLst>
                <a:ext uri="{FF2B5EF4-FFF2-40B4-BE49-F238E27FC236}">
                  <a16:creationId xmlns:a16="http://schemas.microsoft.com/office/drawing/2014/main" id="{2E8A80DD-F992-2919-B986-FCDE10BBAD48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50" name="Straight Connector 1449">
              <a:extLst>
                <a:ext uri="{FF2B5EF4-FFF2-40B4-BE49-F238E27FC236}">
                  <a16:creationId xmlns:a16="http://schemas.microsoft.com/office/drawing/2014/main" id="{301C65D7-3467-B3AE-1927-65236ED7A97A}"/>
                </a:ext>
              </a:extLst>
            </p:cNvPr>
            <p:cNvCxnSpPr>
              <a:cxnSpLocks/>
              <a:stCxn id="1445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4BFE321-20FB-9D1F-92B2-1D9FB84C72CE}"/>
              </a:ext>
            </a:extLst>
          </p:cNvPr>
          <p:cNvGrpSpPr/>
          <p:nvPr/>
        </p:nvGrpSpPr>
        <p:grpSpPr>
          <a:xfrm rot="5400000">
            <a:off x="4831935" y="2143871"/>
            <a:ext cx="45719" cy="375264"/>
            <a:chOff x="6686062" y="3899868"/>
            <a:chExt cx="74130" cy="410527"/>
          </a:xfrm>
        </p:grpSpPr>
        <p:sp>
          <p:nvSpPr>
            <p:cNvPr id="1439" name="Rounded Rectangle 1438">
              <a:extLst>
                <a:ext uri="{FF2B5EF4-FFF2-40B4-BE49-F238E27FC236}">
                  <a16:creationId xmlns:a16="http://schemas.microsoft.com/office/drawing/2014/main" id="{EB731A38-05C5-B13D-B2FA-2F37BD7663CF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0" name="Rounded Rectangle 1439">
              <a:extLst>
                <a:ext uri="{FF2B5EF4-FFF2-40B4-BE49-F238E27FC236}">
                  <a16:creationId xmlns:a16="http://schemas.microsoft.com/office/drawing/2014/main" id="{B19C8C0F-CBB9-2DBD-E50D-63831240AD1D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1" name="Rounded Rectangle 1440">
              <a:extLst>
                <a:ext uri="{FF2B5EF4-FFF2-40B4-BE49-F238E27FC236}">
                  <a16:creationId xmlns:a16="http://schemas.microsoft.com/office/drawing/2014/main" id="{4A450825-EDA1-30C9-CFF5-AE2AC2512869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2" name="Rounded Rectangle 1441">
              <a:extLst>
                <a:ext uri="{FF2B5EF4-FFF2-40B4-BE49-F238E27FC236}">
                  <a16:creationId xmlns:a16="http://schemas.microsoft.com/office/drawing/2014/main" id="{9C63C38C-4061-0CBC-FE6D-A1116126E3F9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3" name="Rounded Rectangle 1442">
              <a:extLst>
                <a:ext uri="{FF2B5EF4-FFF2-40B4-BE49-F238E27FC236}">
                  <a16:creationId xmlns:a16="http://schemas.microsoft.com/office/drawing/2014/main" id="{87D2CAAF-5796-B31D-C308-A61C729AA244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44" name="Straight Connector 1443">
              <a:extLst>
                <a:ext uri="{FF2B5EF4-FFF2-40B4-BE49-F238E27FC236}">
                  <a16:creationId xmlns:a16="http://schemas.microsoft.com/office/drawing/2014/main" id="{E6318901-9C6E-6D9F-4D32-3635C761CFC2}"/>
                </a:ext>
              </a:extLst>
            </p:cNvPr>
            <p:cNvCxnSpPr>
              <a:cxnSpLocks/>
              <a:stCxn id="1439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C63C415-39B1-2F49-E0C1-B63B98328093}"/>
              </a:ext>
            </a:extLst>
          </p:cNvPr>
          <p:cNvGrpSpPr/>
          <p:nvPr/>
        </p:nvGrpSpPr>
        <p:grpSpPr>
          <a:xfrm rot="5400000">
            <a:off x="4877975" y="2858208"/>
            <a:ext cx="45719" cy="375264"/>
            <a:chOff x="6686062" y="3899868"/>
            <a:chExt cx="74130" cy="410527"/>
          </a:xfrm>
        </p:grpSpPr>
        <p:sp>
          <p:nvSpPr>
            <p:cNvPr id="1433" name="Rounded Rectangle 1432">
              <a:extLst>
                <a:ext uri="{FF2B5EF4-FFF2-40B4-BE49-F238E27FC236}">
                  <a16:creationId xmlns:a16="http://schemas.microsoft.com/office/drawing/2014/main" id="{B8147F84-9472-4C61-A06B-2B06B04E54B0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4" name="Rounded Rectangle 1433">
              <a:extLst>
                <a:ext uri="{FF2B5EF4-FFF2-40B4-BE49-F238E27FC236}">
                  <a16:creationId xmlns:a16="http://schemas.microsoft.com/office/drawing/2014/main" id="{F180E000-3590-7788-6BAF-D73DA09328AF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5" name="Rounded Rectangle 1434">
              <a:extLst>
                <a:ext uri="{FF2B5EF4-FFF2-40B4-BE49-F238E27FC236}">
                  <a16:creationId xmlns:a16="http://schemas.microsoft.com/office/drawing/2014/main" id="{87A7A3BD-AC3B-0ADC-2F37-79BFF82BCAA0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6" name="Rounded Rectangle 1435">
              <a:extLst>
                <a:ext uri="{FF2B5EF4-FFF2-40B4-BE49-F238E27FC236}">
                  <a16:creationId xmlns:a16="http://schemas.microsoft.com/office/drawing/2014/main" id="{1C5FC580-182D-6DA9-2466-61CC88513B39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7" name="Rounded Rectangle 1436">
              <a:extLst>
                <a:ext uri="{FF2B5EF4-FFF2-40B4-BE49-F238E27FC236}">
                  <a16:creationId xmlns:a16="http://schemas.microsoft.com/office/drawing/2014/main" id="{FB0D89FB-3340-61C3-89C3-7963791933EA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38" name="Straight Connector 1437">
              <a:extLst>
                <a:ext uri="{FF2B5EF4-FFF2-40B4-BE49-F238E27FC236}">
                  <a16:creationId xmlns:a16="http://schemas.microsoft.com/office/drawing/2014/main" id="{B9ACC546-9B5E-2618-67F0-F096ED8FF56B}"/>
                </a:ext>
              </a:extLst>
            </p:cNvPr>
            <p:cNvCxnSpPr>
              <a:cxnSpLocks/>
              <a:stCxn id="1433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53E0F0B-A624-EBF3-E2F0-777E321298DC}"/>
              </a:ext>
            </a:extLst>
          </p:cNvPr>
          <p:cNvGrpSpPr/>
          <p:nvPr/>
        </p:nvGrpSpPr>
        <p:grpSpPr>
          <a:xfrm rot="5400000">
            <a:off x="4872064" y="3156843"/>
            <a:ext cx="45719" cy="375264"/>
            <a:chOff x="6686062" y="3899868"/>
            <a:chExt cx="74130" cy="410527"/>
          </a:xfrm>
        </p:grpSpPr>
        <p:sp>
          <p:nvSpPr>
            <p:cNvPr id="1427" name="Rounded Rectangle 1426">
              <a:extLst>
                <a:ext uri="{FF2B5EF4-FFF2-40B4-BE49-F238E27FC236}">
                  <a16:creationId xmlns:a16="http://schemas.microsoft.com/office/drawing/2014/main" id="{E1F27FAD-AAAC-7E0D-AE46-560A1E70924E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8" name="Rounded Rectangle 1427">
              <a:extLst>
                <a:ext uri="{FF2B5EF4-FFF2-40B4-BE49-F238E27FC236}">
                  <a16:creationId xmlns:a16="http://schemas.microsoft.com/office/drawing/2014/main" id="{D800AD09-4640-4CD4-E1D6-CA54D867849B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9" name="Rounded Rectangle 1428">
              <a:extLst>
                <a:ext uri="{FF2B5EF4-FFF2-40B4-BE49-F238E27FC236}">
                  <a16:creationId xmlns:a16="http://schemas.microsoft.com/office/drawing/2014/main" id="{C3267B13-F686-A92E-CCD4-9052C809FA11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0" name="Rounded Rectangle 1429">
              <a:extLst>
                <a:ext uri="{FF2B5EF4-FFF2-40B4-BE49-F238E27FC236}">
                  <a16:creationId xmlns:a16="http://schemas.microsoft.com/office/drawing/2014/main" id="{49FA4E94-D7A2-C4B9-3AAD-CEAE7356BFD6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1" name="Rounded Rectangle 1430">
              <a:extLst>
                <a:ext uri="{FF2B5EF4-FFF2-40B4-BE49-F238E27FC236}">
                  <a16:creationId xmlns:a16="http://schemas.microsoft.com/office/drawing/2014/main" id="{0E2F5635-68AD-5E12-7680-E270EC9C6D92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32" name="Straight Connector 1431">
              <a:extLst>
                <a:ext uri="{FF2B5EF4-FFF2-40B4-BE49-F238E27FC236}">
                  <a16:creationId xmlns:a16="http://schemas.microsoft.com/office/drawing/2014/main" id="{B5421A62-A18A-DA51-EAB1-E478A9638AFA}"/>
                </a:ext>
              </a:extLst>
            </p:cNvPr>
            <p:cNvCxnSpPr>
              <a:cxnSpLocks/>
              <a:stCxn id="1427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5490E5D-1654-C94D-5A7E-1E8539C0B4B6}"/>
              </a:ext>
            </a:extLst>
          </p:cNvPr>
          <p:cNvGrpSpPr/>
          <p:nvPr/>
        </p:nvGrpSpPr>
        <p:grpSpPr>
          <a:xfrm rot="5400000">
            <a:off x="4860399" y="3457571"/>
            <a:ext cx="45719" cy="375264"/>
            <a:chOff x="6686062" y="3899868"/>
            <a:chExt cx="74130" cy="410527"/>
          </a:xfrm>
        </p:grpSpPr>
        <p:sp>
          <p:nvSpPr>
            <p:cNvPr id="1421" name="Rounded Rectangle 1420">
              <a:extLst>
                <a:ext uri="{FF2B5EF4-FFF2-40B4-BE49-F238E27FC236}">
                  <a16:creationId xmlns:a16="http://schemas.microsoft.com/office/drawing/2014/main" id="{A8822C47-AC25-F97A-E5D9-67F97B3BA680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2" name="Rounded Rectangle 1421">
              <a:extLst>
                <a:ext uri="{FF2B5EF4-FFF2-40B4-BE49-F238E27FC236}">
                  <a16:creationId xmlns:a16="http://schemas.microsoft.com/office/drawing/2014/main" id="{9C676B5F-5DC0-5606-D2F6-55DD96510602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3" name="Rounded Rectangle 1422">
              <a:extLst>
                <a:ext uri="{FF2B5EF4-FFF2-40B4-BE49-F238E27FC236}">
                  <a16:creationId xmlns:a16="http://schemas.microsoft.com/office/drawing/2014/main" id="{94530451-9A55-B960-B43F-EA5C5A7D3DCD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4" name="Rounded Rectangle 1423">
              <a:extLst>
                <a:ext uri="{FF2B5EF4-FFF2-40B4-BE49-F238E27FC236}">
                  <a16:creationId xmlns:a16="http://schemas.microsoft.com/office/drawing/2014/main" id="{E464C60C-41E0-72E7-17FF-E31E44B11E08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5" name="Rounded Rectangle 1424">
              <a:extLst>
                <a:ext uri="{FF2B5EF4-FFF2-40B4-BE49-F238E27FC236}">
                  <a16:creationId xmlns:a16="http://schemas.microsoft.com/office/drawing/2014/main" id="{5E9D227E-A760-0979-418E-2CBF59300C45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6" name="Straight Connector 1425">
              <a:extLst>
                <a:ext uri="{FF2B5EF4-FFF2-40B4-BE49-F238E27FC236}">
                  <a16:creationId xmlns:a16="http://schemas.microsoft.com/office/drawing/2014/main" id="{F93D39A1-190D-7A45-E3C5-0705AAF47923}"/>
                </a:ext>
              </a:extLst>
            </p:cNvPr>
            <p:cNvCxnSpPr>
              <a:cxnSpLocks/>
              <a:stCxn id="1421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56D4A6E-81DB-62CF-B8A1-54A0F7D1DAAF}"/>
              </a:ext>
            </a:extLst>
          </p:cNvPr>
          <p:cNvGrpSpPr/>
          <p:nvPr/>
        </p:nvGrpSpPr>
        <p:grpSpPr>
          <a:xfrm rot="5400000">
            <a:off x="4866399" y="4274031"/>
            <a:ext cx="45719" cy="375264"/>
            <a:chOff x="6686062" y="3899868"/>
            <a:chExt cx="74130" cy="410527"/>
          </a:xfrm>
        </p:grpSpPr>
        <p:sp>
          <p:nvSpPr>
            <p:cNvPr id="1415" name="Rounded Rectangle 1414">
              <a:extLst>
                <a:ext uri="{FF2B5EF4-FFF2-40B4-BE49-F238E27FC236}">
                  <a16:creationId xmlns:a16="http://schemas.microsoft.com/office/drawing/2014/main" id="{7B17FD54-6B6B-05E8-2E5E-B63549BD1FD8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6" name="Rounded Rectangle 1415">
              <a:extLst>
                <a:ext uri="{FF2B5EF4-FFF2-40B4-BE49-F238E27FC236}">
                  <a16:creationId xmlns:a16="http://schemas.microsoft.com/office/drawing/2014/main" id="{D7EAA1E2-4670-CC14-7D18-C9CFD0A4F3B6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7" name="Rounded Rectangle 1416">
              <a:extLst>
                <a:ext uri="{FF2B5EF4-FFF2-40B4-BE49-F238E27FC236}">
                  <a16:creationId xmlns:a16="http://schemas.microsoft.com/office/drawing/2014/main" id="{8279AD01-76A9-573D-FF83-C8BAF0448A52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8" name="Rounded Rectangle 1417">
              <a:extLst>
                <a:ext uri="{FF2B5EF4-FFF2-40B4-BE49-F238E27FC236}">
                  <a16:creationId xmlns:a16="http://schemas.microsoft.com/office/drawing/2014/main" id="{1A00B66F-4896-08A1-8083-CDE94346B03B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9" name="Rounded Rectangle 1418">
              <a:extLst>
                <a:ext uri="{FF2B5EF4-FFF2-40B4-BE49-F238E27FC236}">
                  <a16:creationId xmlns:a16="http://schemas.microsoft.com/office/drawing/2014/main" id="{38F13901-EE45-5ECA-46C9-9ECEEB6040F4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0" name="Straight Connector 1419">
              <a:extLst>
                <a:ext uri="{FF2B5EF4-FFF2-40B4-BE49-F238E27FC236}">
                  <a16:creationId xmlns:a16="http://schemas.microsoft.com/office/drawing/2014/main" id="{1B3C541F-DC2A-188A-6695-0822E94A2AEF}"/>
                </a:ext>
              </a:extLst>
            </p:cNvPr>
            <p:cNvCxnSpPr>
              <a:cxnSpLocks/>
              <a:stCxn id="1415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299BEC4-3338-A3E2-A934-921CD246549C}"/>
              </a:ext>
            </a:extLst>
          </p:cNvPr>
          <p:cNvGrpSpPr/>
          <p:nvPr/>
        </p:nvGrpSpPr>
        <p:grpSpPr>
          <a:xfrm rot="5400000">
            <a:off x="4855453" y="4839450"/>
            <a:ext cx="45719" cy="375264"/>
            <a:chOff x="6686062" y="3899868"/>
            <a:chExt cx="74130" cy="410527"/>
          </a:xfrm>
        </p:grpSpPr>
        <p:sp>
          <p:nvSpPr>
            <p:cNvPr id="1409" name="Rounded Rectangle 1408">
              <a:extLst>
                <a:ext uri="{FF2B5EF4-FFF2-40B4-BE49-F238E27FC236}">
                  <a16:creationId xmlns:a16="http://schemas.microsoft.com/office/drawing/2014/main" id="{8F6272AD-407B-B342-CC89-B19B940A6FA6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0" name="Rounded Rectangle 1409">
              <a:extLst>
                <a:ext uri="{FF2B5EF4-FFF2-40B4-BE49-F238E27FC236}">
                  <a16:creationId xmlns:a16="http://schemas.microsoft.com/office/drawing/2014/main" id="{9BAD8F04-5056-3F90-1DC9-28B4498EAB6D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1" name="Rounded Rectangle 1410">
              <a:extLst>
                <a:ext uri="{FF2B5EF4-FFF2-40B4-BE49-F238E27FC236}">
                  <a16:creationId xmlns:a16="http://schemas.microsoft.com/office/drawing/2014/main" id="{0CBCF078-8CFE-6943-19A4-59A42F451BC3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2" name="Rounded Rectangle 1411">
              <a:extLst>
                <a:ext uri="{FF2B5EF4-FFF2-40B4-BE49-F238E27FC236}">
                  <a16:creationId xmlns:a16="http://schemas.microsoft.com/office/drawing/2014/main" id="{0061F804-C00F-67FA-8CCD-73D28ED8F61A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3" name="Rounded Rectangle 1412">
              <a:extLst>
                <a:ext uri="{FF2B5EF4-FFF2-40B4-BE49-F238E27FC236}">
                  <a16:creationId xmlns:a16="http://schemas.microsoft.com/office/drawing/2014/main" id="{D7803249-F168-45AE-4CA4-E3177C2C0E5D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14" name="Straight Connector 1413">
              <a:extLst>
                <a:ext uri="{FF2B5EF4-FFF2-40B4-BE49-F238E27FC236}">
                  <a16:creationId xmlns:a16="http://schemas.microsoft.com/office/drawing/2014/main" id="{E5272F47-DDE0-AE26-9838-D4F4992E6618}"/>
                </a:ext>
              </a:extLst>
            </p:cNvPr>
            <p:cNvCxnSpPr>
              <a:cxnSpLocks/>
              <a:stCxn id="1409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Down Arrow 30">
            <a:extLst>
              <a:ext uri="{FF2B5EF4-FFF2-40B4-BE49-F238E27FC236}">
                <a16:creationId xmlns:a16="http://schemas.microsoft.com/office/drawing/2014/main" id="{E8A2E517-C591-3E31-CADC-60A5DB155574}"/>
              </a:ext>
            </a:extLst>
          </p:cNvPr>
          <p:cNvSpPr/>
          <p:nvPr/>
        </p:nvSpPr>
        <p:spPr>
          <a:xfrm rot="16398758">
            <a:off x="6635792" y="3286102"/>
            <a:ext cx="176985" cy="944688"/>
          </a:xfrm>
          <a:prstGeom prst="downArrow">
            <a:avLst/>
          </a:prstGeom>
          <a:solidFill>
            <a:schemeClr val="accent2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11B979C6-43A4-9509-230C-AF8600F1DFC7}"/>
              </a:ext>
            </a:extLst>
          </p:cNvPr>
          <p:cNvSpPr/>
          <p:nvPr/>
        </p:nvSpPr>
        <p:spPr>
          <a:xfrm rot="16398758">
            <a:off x="5219980" y="3410892"/>
            <a:ext cx="162427" cy="344503"/>
          </a:xfrm>
          <a:prstGeom prst="downArrow">
            <a:avLst/>
          </a:prstGeom>
          <a:solidFill>
            <a:schemeClr val="accent2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4CE4F00-7AF1-B7DC-924C-D0B3DB27C366}"/>
              </a:ext>
            </a:extLst>
          </p:cNvPr>
          <p:cNvGrpSpPr/>
          <p:nvPr/>
        </p:nvGrpSpPr>
        <p:grpSpPr>
          <a:xfrm>
            <a:off x="5471660" y="4738452"/>
            <a:ext cx="714579" cy="561864"/>
            <a:chOff x="10309720" y="4212349"/>
            <a:chExt cx="714579" cy="561864"/>
          </a:xfrm>
        </p:grpSpPr>
        <p:sp>
          <p:nvSpPr>
            <p:cNvPr id="1274" name="Oval 1273">
              <a:extLst>
                <a:ext uri="{FF2B5EF4-FFF2-40B4-BE49-F238E27FC236}">
                  <a16:creationId xmlns:a16="http://schemas.microsoft.com/office/drawing/2014/main" id="{85AF0648-F8D2-E18D-2F79-07BB54B8E4E4}"/>
                </a:ext>
              </a:extLst>
            </p:cNvPr>
            <p:cNvSpPr/>
            <p:nvPr/>
          </p:nvSpPr>
          <p:spPr>
            <a:xfrm rot="5400000">
              <a:off x="10386078" y="4135991"/>
              <a:ext cx="561864" cy="71457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75" name="Group 1274">
              <a:extLst>
                <a:ext uri="{FF2B5EF4-FFF2-40B4-BE49-F238E27FC236}">
                  <a16:creationId xmlns:a16="http://schemas.microsoft.com/office/drawing/2014/main" id="{F59E3DD5-5581-7982-E385-06DA65E85FEC}"/>
                </a:ext>
              </a:extLst>
            </p:cNvPr>
            <p:cNvGrpSpPr/>
            <p:nvPr/>
          </p:nvGrpSpPr>
          <p:grpSpPr>
            <a:xfrm rot="20357241">
              <a:off x="10503199" y="4236927"/>
              <a:ext cx="45719" cy="375264"/>
              <a:chOff x="6686062" y="3899868"/>
              <a:chExt cx="74130" cy="410527"/>
            </a:xfrm>
          </p:grpSpPr>
          <p:sp>
            <p:nvSpPr>
              <p:cNvPr id="1403" name="Rounded Rectangle 1402">
                <a:extLst>
                  <a:ext uri="{FF2B5EF4-FFF2-40B4-BE49-F238E27FC236}">
                    <a16:creationId xmlns:a16="http://schemas.microsoft.com/office/drawing/2014/main" id="{3D584D2E-309B-5E03-4A5A-25819906CBC5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4" name="Rounded Rectangle 1403">
                <a:extLst>
                  <a:ext uri="{FF2B5EF4-FFF2-40B4-BE49-F238E27FC236}">
                    <a16:creationId xmlns:a16="http://schemas.microsoft.com/office/drawing/2014/main" id="{485D2CEC-4F65-4E54-EAC5-457111BAC32C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5" name="Rounded Rectangle 1404">
                <a:extLst>
                  <a:ext uri="{FF2B5EF4-FFF2-40B4-BE49-F238E27FC236}">
                    <a16:creationId xmlns:a16="http://schemas.microsoft.com/office/drawing/2014/main" id="{EF9F0FFC-AD5C-F6E6-AB54-59DC7978AA3A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6" name="Rounded Rectangle 1405">
                <a:extLst>
                  <a:ext uri="{FF2B5EF4-FFF2-40B4-BE49-F238E27FC236}">
                    <a16:creationId xmlns:a16="http://schemas.microsoft.com/office/drawing/2014/main" id="{FF54924F-347F-98E9-945E-1C36B24793C8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7" name="Rounded Rectangle 1406">
                <a:extLst>
                  <a:ext uri="{FF2B5EF4-FFF2-40B4-BE49-F238E27FC236}">
                    <a16:creationId xmlns:a16="http://schemas.microsoft.com/office/drawing/2014/main" id="{F8BB0C67-6869-705D-AB71-4E082209D51E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08" name="Straight Connector 1407">
                <a:extLst>
                  <a:ext uri="{FF2B5EF4-FFF2-40B4-BE49-F238E27FC236}">
                    <a16:creationId xmlns:a16="http://schemas.microsoft.com/office/drawing/2014/main" id="{0A896CA9-5D22-F329-8E34-C31BF333DB28}"/>
                  </a:ext>
                </a:extLst>
              </p:cNvPr>
              <p:cNvCxnSpPr>
                <a:cxnSpLocks/>
                <a:stCxn id="1403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76" name="Group 1275">
              <a:extLst>
                <a:ext uri="{FF2B5EF4-FFF2-40B4-BE49-F238E27FC236}">
                  <a16:creationId xmlns:a16="http://schemas.microsoft.com/office/drawing/2014/main" id="{914F5428-7E70-0E36-0204-378D5BA5332F}"/>
                </a:ext>
              </a:extLst>
            </p:cNvPr>
            <p:cNvGrpSpPr/>
            <p:nvPr/>
          </p:nvGrpSpPr>
          <p:grpSpPr>
            <a:xfrm rot="9928240" flipH="1" flipV="1">
              <a:off x="10452295" y="4362413"/>
              <a:ext cx="144704" cy="348791"/>
              <a:chOff x="8901293" y="933753"/>
              <a:chExt cx="2135899" cy="5148330"/>
            </a:xfrm>
            <a:solidFill>
              <a:srgbClr val="FFFF00"/>
            </a:solidFill>
          </p:grpSpPr>
          <p:grpSp>
            <p:nvGrpSpPr>
              <p:cNvPr id="1344" name="Group 1343">
                <a:extLst>
                  <a:ext uri="{FF2B5EF4-FFF2-40B4-BE49-F238E27FC236}">
                    <a16:creationId xmlns:a16="http://schemas.microsoft.com/office/drawing/2014/main" id="{AD36128B-FE4C-2358-8505-ABB7895D288C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379" name="Group 1378">
                  <a:extLst>
                    <a:ext uri="{FF2B5EF4-FFF2-40B4-BE49-F238E27FC236}">
                      <a16:creationId xmlns:a16="http://schemas.microsoft.com/office/drawing/2014/main" id="{0B88385A-BCEF-DB45-E614-1EC3F06D5B7E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93" name="Oval 1392">
                    <a:extLst>
                      <a:ext uri="{FF2B5EF4-FFF2-40B4-BE49-F238E27FC236}">
                        <a16:creationId xmlns:a16="http://schemas.microsoft.com/office/drawing/2014/main" id="{2629D933-7423-A9FC-7BE2-F84B099D9517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94" name="Group 1393">
                    <a:extLst>
                      <a:ext uri="{FF2B5EF4-FFF2-40B4-BE49-F238E27FC236}">
                        <a16:creationId xmlns:a16="http://schemas.microsoft.com/office/drawing/2014/main" id="{C60AF484-85D6-6296-4322-66CBB4B973A8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95" name="Oval 1394">
                      <a:extLst>
                        <a:ext uri="{FF2B5EF4-FFF2-40B4-BE49-F238E27FC236}">
                          <a16:creationId xmlns:a16="http://schemas.microsoft.com/office/drawing/2014/main" id="{8F9ADF14-D2EF-7BBB-854E-92FBFFBA91A4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6" name="Oval 1395">
                      <a:extLst>
                        <a:ext uri="{FF2B5EF4-FFF2-40B4-BE49-F238E27FC236}">
                          <a16:creationId xmlns:a16="http://schemas.microsoft.com/office/drawing/2014/main" id="{74AC6F3F-8E93-7B88-8B03-ED23880CBD1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7" name="Oval 1396">
                      <a:extLst>
                        <a:ext uri="{FF2B5EF4-FFF2-40B4-BE49-F238E27FC236}">
                          <a16:creationId xmlns:a16="http://schemas.microsoft.com/office/drawing/2014/main" id="{9A1AECB2-7606-9428-3431-26D9840A3C9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8" name="Oval 1397">
                      <a:extLst>
                        <a:ext uri="{FF2B5EF4-FFF2-40B4-BE49-F238E27FC236}">
                          <a16:creationId xmlns:a16="http://schemas.microsoft.com/office/drawing/2014/main" id="{3E4AD535-84BD-BF3E-2047-07C631380795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9" name="Arc 1398">
                      <a:extLst>
                        <a:ext uri="{FF2B5EF4-FFF2-40B4-BE49-F238E27FC236}">
                          <a16:creationId xmlns:a16="http://schemas.microsoft.com/office/drawing/2014/main" id="{04308104-FE11-6D87-7500-D1CD98075E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00" name="Oval 1399">
                      <a:extLst>
                        <a:ext uri="{FF2B5EF4-FFF2-40B4-BE49-F238E27FC236}">
                          <a16:creationId xmlns:a16="http://schemas.microsoft.com/office/drawing/2014/main" id="{086E9186-4333-4EA8-BB14-13B18CF7ED7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01" name="Arc 1400">
                      <a:extLst>
                        <a:ext uri="{FF2B5EF4-FFF2-40B4-BE49-F238E27FC236}">
                          <a16:creationId xmlns:a16="http://schemas.microsoft.com/office/drawing/2014/main" id="{52D1325D-A980-FCD3-31F1-4DF304459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02" name="Arc 1401">
                      <a:extLst>
                        <a:ext uri="{FF2B5EF4-FFF2-40B4-BE49-F238E27FC236}">
                          <a16:creationId xmlns:a16="http://schemas.microsoft.com/office/drawing/2014/main" id="{F23A79D2-8391-9AAE-8D03-711E5662EF4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380" name="Group 1379">
                  <a:extLst>
                    <a:ext uri="{FF2B5EF4-FFF2-40B4-BE49-F238E27FC236}">
                      <a16:creationId xmlns:a16="http://schemas.microsoft.com/office/drawing/2014/main" id="{89E249A1-5FE9-69D8-F5ED-BF554A9DFCDF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83" name="Oval 1382">
                    <a:extLst>
                      <a:ext uri="{FF2B5EF4-FFF2-40B4-BE49-F238E27FC236}">
                        <a16:creationId xmlns:a16="http://schemas.microsoft.com/office/drawing/2014/main" id="{0C72C244-106A-02D7-7538-C9EFDB03DE2C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84" name="Group 1383">
                    <a:extLst>
                      <a:ext uri="{FF2B5EF4-FFF2-40B4-BE49-F238E27FC236}">
                        <a16:creationId xmlns:a16="http://schemas.microsoft.com/office/drawing/2014/main" id="{825743FD-53E8-15FE-4891-423C0EF627E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85" name="Oval 1384">
                      <a:extLst>
                        <a:ext uri="{FF2B5EF4-FFF2-40B4-BE49-F238E27FC236}">
                          <a16:creationId xmlns:a16="http://schemas.microsoft.com/office/drawing/2014/main" id="{72C64099-2BA5-B453-C703-734EA36E7C23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6" name="Oval 1385">
                      <a:extLst>
                        <a:ext uri="{FF2B5EF4-FFF2-40B4-BE49-F238E27FC236}">
                          <a16:creationId xmlns:a16="http://schemas.microsoft.com/office/drawing/2014/main" id="{898BD202-0D88-0188-1418-B4945895C484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7" name="Oval 1386">
                      <a:extLst>
                        <a:ext uri="{FF2B5EF4-FFF2-40B4-BE49-F238E27FC236}">
                          <a16:creationId xmlns:a16="http://schemas.microsoft.com/office/drawing/2014/main" id="{ED57C3AF-74A2-EC00-1396-5F49FC4068D9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8" name="Oval 1387">
                      <a:extLst>
                        <a:ext uri="{FF2B5EF4-FFF2-40B4-BE49-F238E27FC236}">
                          <a16:creationId xmlns:a16="http://schemas.microsoft.com/office/drawing/2014/main" id="{0CD22C9E-25DD-3ED7-CE13-C1B371B328E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89" name="Arc 1388">
                      <a:extLst>
                        <a:ext uri="{FF2B5EF4-FFF2-40B4-BE49-F238E27FC236}">
                          <a16:creationId xmlns:a16="http://schemas.microsoft.com/office/drawing/2014/main" id="{D0F850E6-F9E3-C152-015B-50B15598F9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90" name="Oval 1389">
                      <a:extLst>
                        <a:ext uri="{FF2B5EF4-FFF2-40B4-BE49-F238E27FC236}">
                          <a16:creationId xmlns:a16="http://schemas.microsoft.com/office/drawing/2014/main" id="{43F0F064-0CD9-7CBC-D843-4124B3A183E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91" name="Arc 1390">
                      <a:extLst>
                        <a:ext uri="{FF2B5EF4-FFF2-40B4-BE49-F238E27FC236}">
                          <a16:creationId xmlns:a16="http://schemas.microsoft.com/office/drawing/2014/main" id="{EF919309-5B91-F5F9-EA5B-08ECCF73EF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92" name="Arc 1391">
                      <a:extLst>
                        <a:ext uri="{FF2B5EF4-FFF2-40B4-BE49-F238E27FC236}">
                          <a16:creationId xmlns:a16="http://schemas.microsoft.com/office/drawing/2014/main" id="{21826CFB-0729-CFF4-1CB3-CC68B383FAA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381" name="Straight Connector 1380">
                  <a:extLst>
                    <a:ext uri="{FF2B5EF4-FFF2-40B4-BE49-F238E27FC236}">
                      <a16:creationId xmlns:a16="http://schemas.microsoft.com/office/drawing/2014/main" id="{C87DB3BF-981B-5F99-21EF-9CCAA8461650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2" name="Straight Connector 1381">
                  <a:extLst>
                    <a:ext uri="{FF2B5EF4-FFF2-40B4-BE49-F238E27FC236}">
                      <a16:creationId xmlns:a16="http://schemas.microsoft.com/office/drawing/2014/main" id="{956EB925-7480-26A9-BDFE-7780ED33E54C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45" name="Group 1344">
                <a:extLst>
                  <a:ext uri="{FF2B5EF4-FFF2-40B4-BE49-F238E27FC236}">
                    <a16:creationId xmlns:a16="http://schemas.microsoft.com/office/drawing/2014/main" id="{2C9FE3CF-885A-7356-5219-B504622BA8D7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355" name="Group 1354">
                  <a:extLst>
                    <a:ext uri="{FF2B5EF4-FFF2-40B4-BE49-F238E27FC236}">
                      <a16:creationId xmlns:a16="http://schemas.microsoft.com/office/drawing/2014/main" id="{11745AC6-25AA-07FB-CE67-797BD1E3DDF4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69" name="Oval 1368">
                    <a:extLst>
                      <a:ext uri="{FF2B5EF4-FFF2-40B4-BE49-F238E27FC236}">
                        <a16:creationId xmlns:a16="http://schemas.microsoft.com/office/drawing/2014/main" id="{32AF900C-17A3-8068-E01C-CD0D661A1D0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70" name="Group 1369">
                    <a:extLst>
                      <a:ext uri="{FF2B5EF4-FFF2-40B4-BE49-F238E27FC236}">
                        <a16:creationId xmlns:a16="http://schemas.microsoft.com/office/drawing/2014/main" id="{DC2146C4-251D-81C4-4391-376B7F996F2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71" name="Oval 1370">
                      <a:extLst>
                        <a:ext uri="{FF2B5EF4-FFF2-40B4-BE49-F238E27FC236}">
                          <a16:creationId xmlns:a16="http://schemas.microsoft.com/office/drawing/2014/main" id="{D6FD9276-6218-2FB4-CE9F-54E66B9F702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72" name="Oval 1371">
                      <a:extLst>
                        <a:ext uri="{FF2B5EF4-FFF2-40B4-BE49-F238E27FC236}">
                          <a16:creationId xmlns:a16="http://schemas.microsoft.com/office/drawing/2014/main" id="{50639C9C-A76F-069E-8548-1816CC7AC77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73" name="Oval 1372">
                      <a:extLst>
                        <a:ext uri="{FF2B5EF4-FFF2-40B4-BE49-F238E27FC236}">
                          <a16:creationId xmlns:a16="http://schemas.microsoft.com/office/drawing/2014/main" id="{5B7B0C5A-E17C-4B26-D39B-51910818B4CD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74" name="Oval 1373">
                      <a:extLst>
                        <a:ext uri="{FF2B5EF4-FFF2-40B4-BE49-F238E27FC236}">
                          <a16:creationId xmlns:a16="http://schemas.microsoft.com/office/drawing/2014/main" id="{BB57B1AF-F7AF-9AE9-BD94-E0A68DBC109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75" name="Arc 1374">
                      <a:extLst>
                        <a:ext uri="{FF2B5EF4-FFF2-40B4-BE49-F238E27FC236}">
                          <a16:creationId xmlns:a16="http://schemas.microsoft.com/office/drawing/2014/main" id="{DF71A2B9-0E38-2F7B-FD88-89A1D5A73F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76" name="Oval 1375">
                      <a:extLst>
                        <a:ext uri="{FF2B5EF4-FFF2-40B4-BE49-F238E27FC236}">
                          <a16:creationId xmlns:a16="http://schemas.microsoft.com/office/drawing/2014/main" id="{FD7463B2-46E6-4E69-436D-1BBB2EDB430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77" name="Arc 1376">
                      <a:extLst>
                        <a:ext uri="{FF2B5EF4-FFF2-40B4-BE49-F238E27FC236}">
                          <a16:creationId xmlns:a16="http://schemas.microsoft.com/office/drawing/2014/main" id="{CF22FAC1-A066-8D8A-41F9-580328EAB1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78" name="Arc 1377">
                      <a:extLst>
                        <a:ext uri="{FF2B5EF4-FFF2-40B4-BE49-F238E27FC236}">
                          <a16:creationId xmlns:a16="http://schemas.microsoft.com/office/drawing/2014/main" id="{A6531DBC-231F-03FB-4052-D603B4D9F0E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356" name="Group 1355">
                  <a:extLst>
                    <a:ext uri="{FF2B5EF4-FFF2-40B4-BE49-F238E27FC236}">
                      <a16:creationId xmlns:a16="http://schemas.microsoft.com/office/drawing/2014/main" id="{EE6F04BF-BF00-D5B3-3F41-29C1C2762924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59" name="Oval 1358">
                    <a:extLst>
                      <a:ext uri="{FF2B5EF4-FFF2-40B4-BE49-F238E27FC236}">
                        <a16:creationId xmlns:a16="http://schemas.microsoft.com/office/drawing/2014/main" id="{F4141621-85D3-2B88-3DA6-2CC9F7164CFC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60" name="Group 1359">
                    <a:extLst>
                      <a:ext uri="{FF2B5EF4-FFF2-40B4-BE49-F238E27FC236}">
                        <a16:creationId xmlns:a16="http://schemas.microsoft.com/office/drawing/2014/main" id="{3A8B5DC2-8DD1-3DBF-E0DD-5FB8EB4D561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61" name="Oval 1360">
                      <a:extLst>
                        <a:ext uri="{FF2B5EF4-FFF2-40B4-BE49-F238E27FC236}">
                          <a16:creationId xmlns:a16="http://schemas.microsoft.com/office/drawing/2014/main" id="{9C60EE4D-12C2-B470-53C5-F8CD8A9243E8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62" name="Oval 1361">
                      <a:extLst>
                        <a:ext uri="{FF2B5EF4-FFF2-40B4-BE49-F238E27FC236}">
                          <a16:creationId xmlns:a16="http://schemas.microsoft.com/office/drawing/2014/main" id="{66463CCF-15B7-1F0F-D014-16DFF15D3DC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63" name="Oval 1362">
                      <a:extLst>
                        <a:ext uri="{FF2B5EF4-FFF2-40B4-BE49-F238E27FC236}">
                          <a16:creationId xmlns:a16="http://schemas.microsoft.com/office/drawing/2014/main" id="{20D17ECC-E0F2-AA5A-D4B1-C00040B7C64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64" name="Oval 1363">
                      <a:extLst>
                        <a:ext uri="{FF2B5EF4-FFF2-40B4-BE49-F238E27FC236}">
                          <a16:creationId xmlns:a16="http://schemas.microsoft.com/office/drawing/2014/main" id="{02CE9C09-AFCF-FE3A-7658-10633F1D7D4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65" name="Arc 1364">
                      <a:extLst>
                        <a:ext uri="{FF2B5EF4-FFF2-40B4-BE49-F238E27FC236}">
                          <a16:creationId xmlns:a16="http://schemas.microsoft.com/office/drawing/2014/main" id="{A66E19A8-2558-D7E8-7A20-CCF95E7BAE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66" name="Oval 1365">
                      <a:extLst>
                        <a:ext uri="{FF2B5EF4-FFF2-40B4-BE49-F238E27FC236}">
                          <a16:creationId xmlns:a16="http://schemas.microsoft.com/office/drawing/2014/main" id="{431356E7-49C1-9E93-728E-93B0A3AF5691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67" name="Arc 1366">
                      <a:extLst>
                        <a:ext uri="{FF2B5EF4-FFF2-40B4-BE49-F238E27FC236}">
                          <a16:creationId xmlns:a16="http://schemas.microsoft.com/office/drawing/2014/main" id="{399E8F80-8AB0-042C-D535-72EF90CA4A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68" name="Arc 1367">
                      <a:extLst>
                        <a:ext uri="{FF2B5EF4-FFF2-40B4-BE49-F238E27FC236}">
                          <a16:creationId xmlns:a16="http://schemas.microsoft.com/office/drawing/2014/main" id="{D4EAF456-E469-1BE8-ED7F-71A51E2788B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357" name="Straight Connector 1356">
                  <a:extLst>
                    <a:ext uri="{FF2B5EF4-FFF2-40B4-BE49-F238E27FC236}">
                      <a16:creationId xmlns:a16="http://schemas.microsoft.com/office/drawing/2014/main" id="{6AE95FB2-CC7D-4CD3-D777-3DBA91C03CE4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8" name="Straight Connector 1357">
                  <a:extLst>
                    <a:ext uri="{FF2B5EF4-FFF2-40B4-BE49-F238E27FC236}">
                      <a16:creationId xmlns:a16="http://schemas.microsoft.com/office/drawing/2014/main" id="{EC1D39B3-3F45-D734-DB84-7C3DF2F928B0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46" name="Group 1345">
                <a:extLst>
                  <a:ext uri="{FF2B5EF4-FFF2-40B4-BE49-F238E27FC236}">
                    <a16:creationId xmlns:a16="http://schemas.microsoft.com/office/drawing/2014/main" id="{FDEB8743-8910-46B7-D665-0EED02DE182B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347" name="Moon 1346">
                  <a:extLst>
                    <a:ext uri="{FF2B5EF4-FFF2-40B4-BE49-F238E27FC236}">
                      <a16:creationId xmlns:a16="http://schemas.microsoft.com/office/drawing/2014/main" id="{2173BC88-71EE-45F1-D947-E6EA7C5F3AB9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8" name="Oval 1347">
                  <a:extLst>
                    <a:ext uri="{FF2B5EF4-FFF2-40B4-BE49-F238E27FC236}">
                      <a16:creationId xmlns:a16="http://schemas.microsoft.com/office/drawing/2014/main" id="{70808035-0144-887D-66B7-6173842B06FE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9" name="Oval 1348">
                  <a:extLst>
                    <a:ext uri="{FF2B5EF4-FFF2-40B4-BE49-F238E27FC236}">
                      <a16:creationId xmlns:a16="http://schemas.microsoft.com/office/drawing/2014/main" id="{77B7029B-9E64-96DF-58C2-CA0327141D50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0" name="Oval 1349">
                  <a:extLst>
                    <a:ext uri="{FF2B5EF4-FFF2-40B4-BE49-F238E27FC236}">
                      <a16:creationId xmlns:a16="http://schemas.microsoft.com/office/drawing/2014/main" id="{28E50086-265D-3A3E-D87F-7EC891330716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1" name="Oval 1350">
                  <a:extLst>
                    <a:ext uri="{FF2B5EF4-FFF2-40B4-BE49-F238E27FC236}">
                      <a16:creationId xmlns:a16="http://schemas.microsoft.com/office/drawing/2014/main" id="{5F55FC72-9C24-E2D4-0877-964C7727E62F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2" name="Oval 1351">
                  <a:extLst>
                    <a:ext uri="{FF2B5EF4-FFF2-40B4-BE49-F238E27FC236}">
                      <a16:creationId xmlns:a16="http://schemas.microsoft.com/office/drawing/2014/main" id="{7DC24DED-42D4-B3CA-DF78-DA5C7D8B3E19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3" name="Oval 1352">
                  <a:extLst>
                    <a:ext uri="{FF2B5EF4-FFF2-40B4-BE49-F238E27FC236}">
                      <a16:creationId xmlns:a16="http://schemas.microsoft.com/office/drawing/2014/main" id="{7F5AE673-AEA6-4F12-7CA0-C85E5D67305A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4" name="Oval 1353">
                  <a:extLst>
                    <a:ext uri="{FF2B5EF4-FFF2-40B4-BE49-F238E27FC236}">
                      <a16:creationId xmlns:a16="http://schemas.microsoft.com/office/drawing/2014/main" id="{8F8A9042-8350-423E-70BD-F0F282700DDE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277" name="Group 1276">
              <a:extLst>
                <a:ext uri="{FF2B5EF4-FFF2-40B4-BE49-F238E27FC236}">
                  <a16:creationId xmlns:a16="http://schemas.microsoft.com/office/drawing/2014/main" id="{375AE5A3-5BDA-229C-4D26-BE7A4A3DBC63}"/>
                </a:ext>
              </a:extLst>
            </p:cNvPr>
            <p:cNvGrpSpPr/>
            <p:nvPr/>
          </p:nvGrpSpPr>
          <p:grpSpPr>
            <a:xfrm rot="9179632">
              <a:off x="10779424" y="4378246"/>
              <a:ext cx="45719" cy="375264"/>
              <a:chOff x="6686062" y="3899868"/>
              <a:chExt cx="74130" cy="410527"/>
            </a:xfrm>
          </p:grpSpPr>
          <p:sp>
            <p:nvSpPr>
              <p:cNvPr id="1338" name="Rounded Rectangle 1337">
                <a:extLst>
                  <a:ext uri="{FF2B5EF4-FFF2-40B4-BE49-F238E27FC236}">
                    <a16:creationId xmlns:a16="http://schemas.microsoft.com/office/drawing/2014/main" id="{C1BB7544-0FC2-6CBF-D8D7-967CF0342F5A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9" name="Rounded Rectangle 1338">
                <a:extLst>
                  <a:ext uri="{FF2B5EF4-FFF2-40B4-BE49-F238E27FC236}">
                    <a16:creationId xmlns:a16="http://schemas.microsoft.com/office/drawing/2014/main" id="{251EFE72-7A7F-0C27-987E-C7B4D6A30FCE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0" name="Rounded Rectangle 1339">
                <a:extLst>
                  <a:ext uri="{FF2B5EF4-FFF2-40B4-BE49-F238E27FC236}">
                    <a16:creationId xmlns:a16="http://schemas.microsoft.com/office/drawing/2014/main" id="{EAA48BC7-A592-76EB-3158-83F5A06683AD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1" name="Rounded Rectangle 1340">
                <a:extLst>
                  <a:ext uri="{FF2B5EF4-FFF2-40B4-BE49-F238E27FC236}">
                    <a16:creationId xmlns:a16="http://schemas.microsoft.com/office/drawing/2014/main" id="{80493833-60AE-ECA0-FCCB-1F7796782418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2" name="Rounded Rectangle 1341">
                <a:extLst>
                  <a:ext uri="{FF2B5EF4-FFF2-40B4-BE49-F238E27FC236}">
                    <a16:creationId xmlns:a16="http://schemas.microsoft.com/office/drawing/2014/main" id="{016DB22F-375C-07BD-C968-8CBCDCD8CFF8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43" name="Straight Connector 1342">
                <a:extLst>
                  <a:ext uri="{FF2B5EF4-FFF2-40B4-BE49-F238E27FC236}">
                    <a16:creationId xmlns:a16="http://schemas.microsoft.com/office/drawing/2014/main" id="{591E1883-6A80-3CA9-E96A-4E588A3DDC32}"/>
                  </a:ext>
                </a:extLst>
              </p:cNvPr>
              <p:cNvCxnSpPr>
                <a:cxnSpLocks/>
                <a:stCxn id="1338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78" name="Group 1277">
              <a:extLst>
                <a:ext uri="{FF2B5EF4-FFF2-40B4-BE49-F238E27FC236}">
                  <a16:creationId xmlns:a16="http://schemas.microsoft.com/office/drawing/2014/main" id="{5D7A08E7-9921-2C4D-4A72-854A8086D3D5}"/>
                </a:ext>
              </a:extLst>
            </p:cNvPr>
            <p:cNvGrpSpPr/>
            <p:nvPr/>
          </p:nvGrpSpPr>
          <p:grpSpPr>
            <a:xfrm rot="9928240" flipH="1" flipV="1">
              <a:off x="10754194" y="4318884"/>
              <a:ext cx="144704" cy="348791"/>
              <a:chOff x="8901293" y="933753"/>
              <a:chExt cx="2135899" cy="5148330"/>
            </a:xfrm>
            <a:solidFill>
              <a:srgbClr val="0070C0"/>
            </a:solidFill>
          </p:grpSpPr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5BC85310-E871-DC8D-A553-797032AAF277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314" name="Group 1313">
                  <a:extLst>
                    <a:ext uri="{FF2B5EF4-FFF2-40B4-BE49-F238E27FC236}">
                      <a16:creationId xmlns:a16="http://schemas.microsoft.com/office/drawing/2014/main" id="{E9B571F9-2846-FCBE-82E8-AC79D093DA70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28" name="Oval 1327">
                    <a:extLst>
                      <a:ext uri="{FF2B5EF4-FFF2-40B4-BE49-F238E27FC236}">
                        <a16:creationId xmlns:a16="http://schemas.microsoft.com/office/drawing/2014/main" id="{E7529A9A-6E8D-F2D8-93F8-75BEF8468DF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29" name="Group 1328">
                    <a:extLst>
                      <a:ext uri="{FF2B5EF4-FFF2-40B4-BE49-F238E27FC236}">
                        <a16:creationId xmlns:a16="http://schemas.microsoft.com/office/drawing/2014/main" id="{6FB5B57E-D9AB-B9EB-F63D-286BEE2D182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30" name="Oval 1329">
                      <a:extLst>
                        <a:ext uri="{FF2B5EF4-FFF2-40B4-BE49-F238E27FC236}">
                          <a16:creationId xmlns:a16="http://schemas.microsoft.com/office/drawing/2014/main" id="{82166E3B-0208-DAA7-E562-984D8ED50751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1" name="Oval 1330">
                      <a:extLst>
                        <a:ext uri="{FF2B5EF4-FFF2-40B4-BE49-F238E27FC236}">
                          <a16:creationId xmlns:a16="http://schemas.microsoft.com/office/drawing/2014/main" id="{309C14AC-9CC2-38FB-1125-36083636220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2" name="Oval 1331">
                      <a:extLst>
                        <a:ext uri="{FF2B5EF4-FFF2-40B4-BE49-F238E27FC236}">
                          <a16:creationId xmlns:a16="http://schemas.microsoft.com/office/drawing/2014/main" id="{B1885C07-1938-9DC7-4803-758DD3F13A70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3" name="Oval 1332">
                      <a:extLst>
                        <a:ext uri="{FF2B5EF4-FFF2-40B4-BE49-F238E27FC236}">
                          <a16:creationId xmlns:a16="http://schemas.microsoft.com/office/drawing/2014/main" id="{88435BC1-03DC-83BC-1A93-5A7278989AD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4" name="Arc 1333">
                      <a:extLst>
                        <a:ext uri="{FF2B5EF4-FFF2-40B4-BE49-F238E27FC236}">
                          <a16:creationId xmlns:a16="http://schemas.microsoft.com/office/drawing/2014/main" id="{39A1C820-59A8-7897-CB07-C0C4A5ABCC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35" name="Oval 1334">
                      <a:extLst>
                        <a:ext uri="{FF2B5EF4-FFF2-40B4-BE49-F238E27FC236}">
                          <a16:creationId xmlns:a16="http://schemas.microsoft.com/office/drawing/2014/main" id="{FFC828A8-67B0-6C6D-64BF-23CC3A982F2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36" name="Arc 1335">
                      <a:extLst>
                        <a:ext uri="{FF2B5EF4-FFF2-40B4-BE49-F238E27FC236}">
                          <a16:creationId xmlns:a16="http://schemas.microsoft.com/office/drawing/2014/main" id="{3D1B9BF2-A94F-9D00-D714-270C850E84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37" name="Arc 1336">
                      <a:extLst>
                        <a:ext uri="{FF2B5EF4-FFF2-40B4-BE49-F238E27FC236}">
                          <a16:creationId xmlns:a16="http://schemas.microsoft.com/office/drawing/2014/main" id="{D78453CE-7091-03FE-F2A1-12B81D42908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315" name="Group 1314">
                  <a:extLst>
                    <a:ext uri="{FF2B5EF4-FFF2-40B4-BE49-F238E27FC236}">
                      <a16:creationId xmlns:a16="http://schemas.microsoft.com/office/drawing/2014/main" id="{E9C9FD87-687E-A6DB-2A8E-0A56AECDD10C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18" name="Oval 1317">
                    <a:extLst>
                      <a:ext uri="{FF2B5EF4-FFF2-40B4-BE49-F238E27FC236}">
                        <a16:creationId xmlns:a16="http://schemas.microsoft.com/office/drawing/2014/main" id="{23607160-E76C-BA2E-5668-6C68D512BC8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19" name="Group 1318">
                    <a:extLst>
                      <a:ext uri="{FF2B5EF4-FFF2-40B4-BE49-F238E27FC236}">
                        <a16:creationId xmlns:a16="http://schemas.microsoft.com/office/drawing/2014/main" id="{2CEE5F82-6DBF-F01F-5428-F151AF7AC37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20" name="Oval 1319">
                      <a:extLst>
                        <a:ext uri="{FF2B5EF4-FFF2-40B4-BE49-F238E27FC236}">
                          <a16:creationId xmlns:a16="http://schemas.microsoft.com/office/drawing/2014/main" id="{242DF574-D757-11EA-C2E9-BA86A24797F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1" name="Oval 1320">
                      <a:extLst>
                        <a:ext uri="{FF2B5EF4-FFF2-40B4-BE49-F238E27FC236}">
                          <a16:creationId xmlns:a16="http://schemas.microsoft.com/office/drawing/2014/main" id="{77511BB6-F3AD-EA5B-68D7-25C0854D0B71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2" name="Oval 1321">
                      <a:extLst>
                        <a:ext uri="{FF2B5EF4-FFF2-40B4-BE49-F238E27FC236}">
                          <a16:creationId xmlns:a16="http://schemas.microsoft.com/office/drawing/2014/main" id="{27007EBA-551F-F532-D7EE-F6054907BFA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3" name="Oval 1322">
                      <a:extLst>
                        <a:ext uri="{FF2B5EF4-FFF2-40B4-BE49-F238E27FC236}">
                          <a16:creationId xmlns:a16="http://schemas.microsoft.com/office/drawing/2014/main" id="{794D350B-C69D-E26C-0146-D31F75095AA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4" name="Arc 1323">
                      <a:extLst>
                        <a:ext uri="{FF2B5EF4-FFF2-40B4-BE49-F238E27FC236}">
                          <a16:creationId xmlns:a16="http://schemas.microsoft.com/office/drawing/2014/main" id="{6F7521D9-B34C-D32B-0D9D-0FBB12D4AE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25" name="Oval 1324">
                      <a:extLst>
                        <a:ext uri="{FF2B5EF4-FFF2-40B4-BE49-F238E27FC236}">
                          <a16:creationId xmlns:a16="http://schemas.microsoft.com/office/drawing/2014/main" id="{A47ED1C3-894A-7641-BF48-977686065D8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26" name="Arc 1325">
                      <a:extLst>
                        <a:ext uri="{FF2B5EF4-FFF2-40B4-BE49-F238E27FC236}">
                          <a16:creationId xmlns:a16="http://schemas.microsoft.com/office/drawing/2014/main" id="{84D45425-6771-AB31-90F7-64DB33A340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27" name="Arc 1326">
                      <a:extLst>
                        <a:ext uri="{FF2B5EF4-FFF2-40B4-BE49-F238E27FC236}">
                          <a16:creationId xmlns:a16="http://schemas.microsoft.com/office/drawing/2014/main" id="{691CE6CA-D778-2FCF-EEF9-FA988F61E73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316" name="Straight Connector 1315">
                  <a:extLst>
                    <a:ext uri="{FF2B5EF4-FFF2-40B4-BE49-F238E27FC236}">
                      <a16:creationId xmlns:a16="http://schemas.microsoft.com/office/drawing/2014/main" id="{A8B98506-1980-3F2F-1744-861B90762EB4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7" name="Straight Connector 1316">
                  <a:extLst>
                    <a:ext uri="{FF2B5EF4-FFF2-40B4-BE49-F238E27FC236}">
                      <a16:creationId xmlns:a16="http://schemas.microsoft.com/office/drawing/2014/main" id="{E955874C-F1FD-F923-A457-EC9DCD37630E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B56DD258-5596-BD90-54CC-39CCC97351B1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290" name="Group 1289">
                  <a:extLst>
                    <a:ext uri="{FF2B5EF4-FFF2-40B4-BE49-F238E27FC236}">
                      <a16:creationId xmlns:a16="http://schemas.microsoft.com/office/drawing/2014/main" id="{45124C93-F2FD-253F-C765-DC578CCC352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304" name="Oval 1303">
                    <a:extLst>
                      <a:ext uri="{FF2B5EF4-FFF2-40B4-BE49-F238E27FC236}">
                        <a16:creationId xmlns:a16="http://schemas.microsoft.com/office/drawing/2014/main" id="{C9849BDF-D6A5-A774-F018-7C44F9728CCB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305" name="Group 1304">
                    <a:extLst>
                      <a:ext uri="{FF2B5EF4-FFF2-40B4-BE49-F238E27FC236}">
                        <a16:creationId xmlns:a16="http://schemas.microsoft.com/office/drawing/2014/main" id="{F35E60CD-DDA5-CA7B-1186-30E25C11479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306" name="Oval 1305">
                      <a:extLst>
                        <a:ext uri="{FF2B5EF4-FFF2-40B4-BE49-F238E27FC236}">
                          <a16:creationId xmlns:a16="http://schemas.microsoft.com/office/drawing/2014/main" id="{63F7B972-0C5C-C838-AFA3-1B21FA8D78B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07" name="Oval 1306">
                      <a:extLst>
                        <a:ext uri="{FF2B5EF4-FFF2-40B4-BE49-F238E27FC236}">
                          <a16:creationId xmlns:a16="http://schemas.microsoft.com/office/drawing/2014/main" id="{639FED79-BBA1-1779-CBB6-39E3A329D58C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08" name="Oval 1307">
                      <a:extLst>
                        <a:ext uri="{FF2B5EF4-FFF2-40B4-BE49-F238E27FC236}">
                          <a16:creationId xmlns:a16="http://schemas.microsoft.com/office/drawing/2014/main" id="{C28844AF-EC37-3D95-6B1C-F50D97312AF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09" name="Oval 1308">
                      <a:extLst>
                        <a:ext uri="{FF2B5EF4-FFF2-40B4-BE49-F238E27FC236}">
                          <a16:creationId xmlns:a16="http://schemas.microsoft.com/office/drawing/2014/main" id="{F872FF14-A279-A51D-5D58-AB108B9FDA2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10" name="Arc 1309">
                      <a:extLst>
                        <a:ext uri="{FF2B5EF4-FFF2-40B4-BE49-F238E27FC236}">
                          <a16:creationId xmlns:a16="http://schemas.microsoft.com/office/drawing/2014/main" id="{F1E64B30-1521-BA37-222C-EC09BD9C9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11" name="Oval 1310">
                      <a:extLst>
                        <a:ext uri="{FF2B5EF4-FFF2-40B4-BE49-F238E27FC236}">
                          <a16:creationId xmlns:a16="http://schemas.microsoft.com/office/drawing/2014/main" id="{6A6FB066-97A9-7C38-42AD-86ACC1E234D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12" name="Arc 1311">
                      <a:extLst>
                        <a:ext uri="{FF2B5EF4-FFF2-40B4-BE49-F238E27FC236}">
                          <a16:creationId xmlns:a16="http://schemas.microsoft.com/office/drawing/2014/main" id="{A608C924-9FC8-B19E-6B2D-87B65BB809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13" name="Arc 1312">
                      <a:extLst>
                        <a:ext uri="{FF2B5EF4-FFF2-40B4-BE49-F238E27FC236}">
                          <a16:creationId xmlns:a16="http://schemas.microsoft.com/office/drawing/2014/main" id="{C116EB2A-C0B2-CD21-3455-9BFC77938AE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291" name="Group 1290">
                  <a:extLst>
                    <a:ext uri="{FF2B5EF4-FFF2-40B4-BE49-F238E27FC236}">
                      <a16:creationId xmlns:a16="http://schemas.microsoft.com/office/drawing/2014/main" id="{7852B97D-0630-B221-F757-4597B7010BF5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94" name="Oval 1293">
                    <a:extLst>
                      <a:ext uri="{FF2B5EF4-FFF2-40B4-BE49-F238E27FC236}">
                        <a16:creationId xmlns:a16="http://schemas.microsoft.com/office/drawing/2014/main" id="{17AFE4FD-DBF2-792C-F04C-D5C7CA6522FC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95" name="Group 1294">
                    <a:extLst>
                      <a:ext uri="{FF2B5EF4-FFF2-40B4-BE49-F238E27FC236}">
                        <a16:creationId xmlns:a16="http://schemas.microsoft.com/office/drawing/2014/main" id="{42C338CE-A1F8-5D39-B80C-7B376FD5F788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96" name="Oval 1295">
                      <a:extLst>
                        <a:ext uri="{FF2B5EF4-FFF2-40B4-BE49-F238E27FC236}">
                          <a16:creationId xmlns:a16="http://schemas.microsoft.com/office/drawing/2014/main" id="{F1BF705E-3AAE-CE82-3EC0-79F8A5669588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7" name="Oval 1296">
                      <a:extLst>
                        <a:ext uri="{FF2B5EF4-FFF2-40B4-BE49-F238E27FC236}">
                          <a16:creationId xmlns:a16="http://schemas.microsoft.com/office/drawing/2014/main" id="{55BAA6B4-6E4F-4D70-6793-E809107A069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8" name="Oval 1297">
                      <a:extLst>
                        <a:ext uri="{FF2B5EF4-FFF2-40B4-BE49-F238E27FC236}">
                          <a16:creationId xmlns:a16="http://schemas.microsoft.com/office/drawing/2014/main" id="{C907B849-E839-6C77-F52E-31100444F6E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99" name="Oval 1298">
                      <a:extLst>
                        <a:ext uri="{FF2B5EF4-FFF2-40B4-BE49-F238E27FC236}">
                          <a16:creationId xmlns:a16="http://schemas.microsoft.com/office/drawing/2014/main" id="{73460FD3-0E88-D918-6104-D8546197900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00" name="Arc 1299">
                      <a:extLst>
                        <a:ext uri="{FF2B5EF4-FFF2-40B4-BE49-F238E27FC236}">
                          <a16:creationId xmlns:a16="http://schemas.microsoft.com/office/drawing/2014/main" id="{1B194DDE-FC5E-D0FA-182E-DB6FE0152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01" name="Oval 1300">
                      <a:extLst>
                        <a:ext uri="{FF2B5EF4-FFF2-40B4-BE49-F238E27FC236}">
                          <a16:creationId xmlns:a16="http://schemas.microsoft.com/office/drawing/2014/main" id="{09D2F8A0-87C1-3066-9DF5-563208FF6A2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302" name="Arc 1301">
                      <a:extLst>
                        <a:ext uri="{FF2B5EF4-FFF2-40B4-BE49-F238E27FC236}">
                          <a16:creationId xmlns:a16="http://schemas.microsoft.com/office/drawing/2014/main" id="{7D7D2375-D44E-7767-E583-AE7F68ADEA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03" name="Arc 1302">
                      <a:extLst>
                        <a:ext uri="{FF2B5EF4-FFF2-40B4-BE49-F238E27FC236}">
                          <a16:creationId xmlns:a16="http://schemas.microsoft.com/office/drawing/2014/main" id="{441EE698-9955-F289-3E6A-156981DC9E38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292" name="Straight Connector 1291">
                  <a:extLst>
                    <a:ext uri="{FF2B5EF4-FFF2-40B4-BE49-F238E27FC236}">
                      <a16:creationId xmlns:a16="http://schemas.microsoft.com/office/drawing/2014/main" id="{138C421A-2EC0-B0C3-E43D-D2AD93DCCC31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3" name="Straight Connector 1292">
                  <a:extLst>
                    <a:ext uri="{FF2B5EF4-FFF2-40B4-BE49-F238E27FC236}">
                      <a16:creationId xmlns:a16="http://schemas.microsoft.com/office/drawing/2014/main" id="{E8AD5856-55A7-8C52-2742-19D5E7562849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1" name="Group 1280">
                <a:extLst>
                  <a:ext uri="{FF2B5EF4-FFF2-40B4-BE49-F238E27FC236}">
                    <a16:creationId xmlns:a16="http://schemas.microsoft.com/office/drawing/2014/main" id="{65DC0B13-ECD7-6688-E3BC-F2F7441EF08B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282" name="Moon 1281">
                  <a:extLst>
                    <a:ext uri="{FF2B5EF4-FFF2-40B4-BE49-F238E27FC236}">
                      <a16:creationId xmlns:a16="http://schemas.microsoft.com/office/drawing/2014/main" id="{7135D2F7-15B3-40DE-F9B3-0C5E78C2BD8F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3" name="Oval 1282">
                  <a:extLst>
                    <a:ext uri="{FF2B5EF4-FFF2-40B4-BE49-F238E27FC236}">
                      <a16:creationId xmlns:a16="http://schemas.microsoft.com/office/drawing/2014/main" id="{35A9258C-E727-9108-FA26-845477BCD1F4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4" name="Oval 1283">
                  <a:extLst>
                    <a:ext uri="{FF2B5EF4-FFF2-40B4-BE49-F238E27FC236}">
                      <a16:creationId xmlns:a16="http://schemas.microsoft.com/office/drawing/2014/main" id="{3A0020A1-E579-86EF-34BE-14C60CACC4C6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5" name="Oval 1284">
                  <a:extLst>
                    <a:ext uri="{FF2B5EF4-FFF2-40B4-BE49-F238E27FC236}">
                      <a16:creationId xmlns:a16="http://schemas.microsoft.com/office/drawing/2014/main" id="{4B5C6402-66CB-BFF0-5D1C-31EC8DFC1DC8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6" name="Oval 1285">
                  <a:extLst>
                    <a:ext uri="{FF2B5EF4-FFF2-40B4-BE49-F238E27FC236}">
                      <a16:creationId xmlns:a16="http://schemas.microsoft.com/office/drawing/2014/main" id="{9076A59A-583F-827F-A3AB-2752A9D6A0CE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7" name="Oval 1286">
                  <a:extLst>
                    <a:ext uri="{FF2B5EF4-FFF2-40B4-BE49-F238E27FC236}">
                      <a16:creationId xmlns:a16="http://schemas.microsoft.com/office/drawing/2014/main" id="{4AD3FC9A-2415-4FE6-BFC7-678F12A97AB2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8" name="Oval 1287">
                  <a:extLst>
                    <a:ext uri="{FF2B5EF4-FFF2-40B4-BE49-F238E27FC236}">
                      <a16:creationId xmlns:a16="http://schemas.microsoft.com/office/drawing/2014/main" id="{833FDA3C-CD19-5E1A-0CD3-9D656382595E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9" name="Oval 1288">
                  <a:extLst>
                    <a:ext uri="{FF2B5EF4-FFF2-40B4-BE49-F238E27FC236}">
                      <a16:creationId xmlns:a16="http://schemas.microsoft.com/office/drawing/2014/main" id="{192DDA4E-34E5-E76B-74AF-3A86D9ABAB46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CBE855A-227D-BDF0-2368-5C360F89ED3F}"/>
              </a:ext>
            </a:extLst>
          </p:cNvPr>
          <p:cNvGrpSpPr/>
          <p:nvPr/>
        </p:nvGrpSpPr>
        <p:grpSpPr>
          <a:xfrm>
            <a:off x="5493669" y="3395745"/>
            <a:ext cx="714579" cy="561864"/>
            <a:chOff x="10309720" y="4212349"/>
            <a:chExt cx="714579" cy="561864"/>
          </a:xfrm>
        </p:grpSpPr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C777BAD4-B11C-8E69-89D0-828584101D14}"/>
                </a:ext>
              </a:extLst>
            </p:cNvPr>
            <p:cNvSpPr/>
            <p:nvPr/>
          </p:nvSpPr>
          <p:spPr>
            <a:xfrm rot="5400000">
              <a:off x="10386078" y="4135991"/>
              <a:ext cx="561864" cy="71457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B00991B7-5414-699E-08CD-2132102E5DFF}"/>
                </a:ext>
              </a:extLst>
            </p:cNvPr>
            <p:cNvGrpSpPr/>
            <p:nvPr/>
          </p:nvGrpSpPr>
          <p:grpSpPr>
            <a:xfrm rot="20357241">
              <a:off x="10503199" y="4236927"/>
              <a:ext cx="45719" cy="375264"/>
              <a:chOff x="6686062" y="3899868"/>
              <a:chExt cx="74130" cy="410527"/>
            </a:xfrm>
          </p:grpSpPr>
          <p:sp>
            <p:nvSpPr>
              <p:cNvPr id="1268" name="Rounded Rectangle 1267">
                <a:extLst>
                  <a:ext uri="{FF2B5EF4-FFF2-40B4-BE49-F238E27FC236}">
                    <a16:creationId xmlns:a16="http://schemas.microsoft.com/office/drawing/2014/main" id="{BC175DF1-6107-343F-E8D1-C62BA2E39977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9" name="Rounded Rectangle 1268">
                <a:extLst>
                  <a:ext uri="{FF2B5EF4-FFF2-40B4-BE49-F238E27FC236}">
                    <a16:creationId xmlns:a16="http://schemas.microsoft.com/office/drawing/2014/main" id="{8A910BB3-49DF-E721-5590-778573051D7F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0" name="Rounded Rectangle 1269">
                <a:extLst>
                  <a:ext uri="{FF2B5EF4-FFF2-40B4-BE49-F238E27FC236}">
                    <a16:creationId xmlns:a16="http://schemas.microsoft.com/office/drawing/2014/main" id="{6BA3015A-3C9A-96C4-95B5-F309B007AA56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1" name="Rounded Rectangle 1270">
                <a:extLst>
                  <a:ext uri="{FF2B5EF4-FFF2-40B4-BE49-F238E27FC236}">
                    <a16:creationId xmlns:a16="http://schemas.microsoft.com/office/drawing/2014/main" id="{1BBB5DAE-F912-A394-900A-62FB8357C475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2" name="Rounded Rectangle 1271">
                <a:extLst>
                  <a:ext uri="{FF2B5EF4-FFF2-40B4-BE49-F238E27FC236}">
                    <a16:creationId xmlns:a16="http://schemas.microsoft.com/office/drawing/2014/main" id="{B2ABC1F5-4A35-4344-6D67-56FC5671C641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73" name="Straight Connector 1272">
                <a:extLst>
                  <a:ext uri="{FF2B5EF4-FFF2-40B4-BE49-F238E27FC236}">
                    <a16:creationId xmlns:a16="http://schemas.microsoft.com/office/drawing/2014/main" id="{BAE8A622-E3AA-429A-0EC8-AC495D695CB3}"/>
                  </a:ext>
                </a:extLst>
              </p:cNvPr>
              <p:cNvCxnSpPr>
                <a:cxnSpLocks/>
                <a:stCxn id="1268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22E8FD96-89AB-F984-2954-BD06050545A7}"/>
                </a:ext>
              </a:extLst>
            </p:cNvPr>
            <p:cNvGrpSpPr/>
            <p:nvPr/>
          </p:nvGrpSpPr>
          <p:grpSpPr>
            <a:xfrm rot="9928240" flipH="1" flipV="1">
              <a:off x="10452295" y="4362413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209" name="Group 1208">
                <a:extLst>
                  <a:ext uri="{FF2B5EF4-FFF2-40B4-BE49-F238E27FC236}">
                    <a16:creationId xmlns:a16="http://schemas.microsoft.com/office/drawing/2014/main" id="{9C3FAFC1-96EE-42B1-9916-3798298E57F0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244" name="Group 1243">
                  <a:extLst>
                    <a:ext uri="{FF2B5EF4-FFF2-40B4-BE49-F238E27FC236}">
                      <a16:creationId xmlns:a16="http://schemas.microsoft.com/office/drawing/2014/main" id="{A34FB794-76D9-9C99-5854-268F0A24ACB4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58" name="Oval 1257">
                    <a:extLst>
                      <a:ext uri="{FF2B5EF4-FFF2-40B4-BE49-F238E27FC236}">
                        <a16:creationId xmlns:a16="http://schemas.microsoft.com/office/drawing/2014/main" id="{C9A73182-457A-D37A-630F-1EA2179960F4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59" name="Group 1258">
                    <a:extLst>
                      <a:ext uri="{FF2B5EF4-FFF2-40B4-BE49-F238E27FC236}">
                        <a16:creationId xmlns:a16="http://schemas.microsoft.com/office/drawing/2014/main" id="{F01A584E-D84F-365F-9EB8-2B37C5121B5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60" name="Oval 1259">
                      <a:extLst>
                        <a:ext uri="{FF2B5EF4-FFF2-40B4-BE49-F238E27FC236}">
                          <a16:creationId xmlns:a16="http://schemas.microsoft.com/office/drawing/2014/main" id="{10A1C164-8448-E757-9976-68409068660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1" name="Oval 1260">
                      <a:extLst>
                        <a:ext uri="{FF2B5EF4-FFF2-40B4-BE49-F238E27FC236}">
                          <a16:creationId xmlns:a16="http://schemas.microsoft.com/office/drawing/2014/main" id="{1F3B91CC-FFDA-2C47-1582-68CC7FB912B4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2" name="Oval 1261">
                      <a:extLst>
                        <a:ext uri="{FF2B5EF4-FFF2-40B4-BE49-F238E27FC236}">
                          <a16:creationId xmlns:a16="http://schemas.microsoft.com/office/drawing/2014/main" id="{44BC51B6-143E-550D-7C8F-32F80002848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3" name="Oval 1262">
                      <a:extLst>
                        <a:ext uri="{FF2B5EF4-FFF2-40B4-BE49-F238E27FC236}">
                          <a16:creationId xmlns:a16="http://schemas.microsoft.com/office/drawing/2014/main" id="{A386CD48-3D90-8E1E-EB9B-8BC20E808918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4" name="Arc 1263">
                      <a:extLst>
                        <a:ext uri="{FF2B5EF4-FFF2-40B4-BE49-F238E27FC236}">
                          <a16:creationId xmlns:a16="http://schemas.microsoft.com/office/drawing/2014/main" id="{E5F35092-869D-F340-26C5-229467EDD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65" name="Oval 1264">
                      <a:extLst>
                        <a:ext uri="{FF2B5EF4-FFF2-40B4-BE49-F238E27FC236}">
                          <a16:creationId xmlns:a16="http://schemas.microsoft.com/office/drawing/2014/main" id="{E968D319-D410-ACB7-A229-D730FC4AD3D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66" name="Arc 1265">
                      <a:extLst>
                        <a:ext uri="{FF2B5EF4-FFF2-40B4-BE49-F238E27FC236}">
                          <a16:creationId xmlns:a16="http://schemas.microsoft.com/office/drawing/2014/main" id="{8DB60114-826F-1B97-6A1F-90ABE70046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67" name="Arc 1266">
                      <a:extLst>
                        <a:ext uri="{FF2B5EF4-FFF2-40B4-BE49-F238E27FC236}">
                          <a16:creationId xmlns:a16="http://schemas.microsoft.com/office/drawing/2014/main" id="{A176919E-6E21-CAE5-FD3C-E13C6C9D9300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245" name="Group 1244">
                  <a:extLst>
                    <a:ext uri="{FF2B5EF4-FFF2-40B4-BE49-F238E27FC236}">
                      <a16:creationId xmlns:a16="http://schemas.microsoft.com/office/drawing/2014/main" id="{69C5F2D0-F907-8967-BBE0-123DE82F56B6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48" name="Oval 1247">
                    <a:extLst>
                      <a:ext uri="{FF2B5EF4-FFF2-40B4-BE49-F238E27FC236}">
                        <a16:creationId xmlns:a16="http://schemas.microsoft.com/office/drawing/2014/main" id="{D725E2E8-A37D-5969-2F5D-BD365B3672F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49" name="Group 1248">
                    <a:extLst>
                      <a:ext uri="{FF2B5EF4-FFF2-40B4-BE49-F238E27FC236}">
                        <a16:creationId xmlns:a16="http://schemas.microsoft.com/office/drawing/2014/main" id="{364E061B-6FBA-47C3-27FC-E32203AD903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50" name="Oval 1249">
                      <a:extLst>
                        <a:ext uri="{FF2B5EF4-FFF2-40B4-BE49-F238E27FC236}">
                          <a16:creationId xmlns:a16="http://schemas.microsoft.com/office/drawing/2014/main" id="{97BFCBE5-4A71-A59A-285B-937BAD8A8D6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51" name="Oval 1250">
                      <a:extLst>
                        <a:ext uri="{FF2B5EF4-FFF2-40B4-BE49-F238E27FC236}">
                          <a16:creationId xmlns:a16="http://schemas.microsoft.com/office/drawing/2014/main" id="{1D4AA549-F70D-B994-F043-B8914D6EBA6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52" name="Oval 1251">
                      <a:extLst>
                        <a:ext uri="{FF2B5EF4-FFF2-40B4-BE49-F238E27FC236}">
                          <a16:creationId xmlns:a16="http://schemas.microsoft.com/office/drawing/2014/main" id="{71F6EE5A-10A8-D123-AF9A-2BDD5959B40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53" name="Oval 1252">
                      <a:extLst>
                        <a:ext uri="{FF2B5EF4-FFF2-40B4-BE49-F238E27FC236}">
                          <a16:creationId xmlns:a16="http://schemas.microsoft.com/office/drawing/2014/main" id="{E624C7C1-F356-C7F1-411E-B9D1B77FE3EB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54" name="Arc 1253">
                      <a:extLst>
                        <a:ext uri="{FF2B5EF4-FFF2-40B4-BE49-F238E27FC236}">
                          <a16:creationId xmlns:a16="http://schemas.microsoft.com/office/drawing/2014/main" id="{D0EE2487-C4C8-06EE-319E-BB6947E25C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55" name="Oval 1254">
                      <a:extLst>
                        <a:ext uri="{FF2B5EF4-FFF2-40B4-BE49-F238E27FC236}">
                          <a16:creationId xmlns:a16="http://schemas.microsoft.com/office/drawing/2014/main" id="{8CCEB4C2-C6A0-D2E7-5C92-90FDFEF2EEF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56" name="Arc 1255">
                      <a:extLst>
                        <a:ext uri="{FF2B5EF4-FFF2-40B4-BE49-F238E27FC236}">
                          <a16:creationId xmlns:a16="http://schemas.microsoft.com/office/drawing/2014/main" id="{C6E98B6B-BC83-2D2C-5684-32066E0A85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57" name="Arc 1256">
                      <a:extLst>
                        <a:ext uri="{FF2B5EF4-FFF2-40B4-BE49-F238E27FC236}">
                          <a16:creationId xmlns:a16="http://schemas.microsoft.com/office/drawing/2014/main" id="{7AD5142B-6E89-B935-A6D8-195B62DEA44A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246" name="Straight Connector 1245">
                  <a:extLst>
                    <a:ext uri="{FF2B5EF4-FFF2-40B4-BE49-F238E27FC236}">
                      <a16:creationId xmlns:a16="http://schemas.microsoft.com/office/drawing/2014/main" id="{90748074-DABB-41C1-86E6-0AD73750E20E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7" name="Straight Connector 1246">
                  <a:extLst>
                    <a:ext uri="{FF2B5EF4-FFF2-40B4-BE49-F238E27FC236}">
                      <a16:creationId xmlns:a16="http://schemas.microsoft.com/office/drawing/2014/main" id="{42CC1A0B-E997-2B8C-5411-C2902A6A1E1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10" name="Group 1209">
                <a:extLst>
                  <a:ext uri="{FF2B5EF4-FFF2-40B4-BE49-F238E27FC236}">
                    <a16:creationId xmlns:a16="http://schemas.microsoft.com/office/drawing/2014/main" id="{7F70BE32-C325-A4CF-A323-237440265E92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220" name="Group 1219">
                  <a:extLst>
                    <a:ext uri="{FF2B5EF4-FFF2-40B4-BE49-F238E27FC236}">
                      <a16:creationId xmlns:a16="http://schemas.microsoft.com/office/drawing/2014/main" id="{442EC89A-5B6A-1735-A875-94840A057F9E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34" name="Oval 1233">
                    <a:extLst>
                      <a:ext uri="{FF2B5EF4-FFF2-40B4-BE49-F238E27FC236}">
                        <a16:creationId xmlns:a16="http://schemas.microsoft.com/office/drawing/2014/main" id="{5B156472-7B63-F5BF-182B-949751A80CCC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35" name="Group 1234">
                    <a:extLst>
                      <a:ext uri="{FF2B5EF4-FFF2-40B4-BE49-F238E27FC236}">
                        <a16:creationId xmlns:a16="http://schemas.microsoft.com/office/drawing/2014/main" id="{5F5647F2-8BEC-EABA-EBE1-8C6A8E8E15A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36" name="Oval 1235">
                      <a:extLst>
                        <a:ext uri="{FF2B5EF4-FFF2-40B4-BE49-F238E27FC236}">
                          <a16:creationId xmlns:a16="http://schemas.microsoft.com/office/drawing/2014/main" id="{33A2AA49-1DCE-CB22-274C-3B02CFC92E7F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7" name="Oval 1236">
                      <a:extLst>
                        <a:ext uri="{FF2B5EF4-FFF2-40B4-BE49-F238E27FC236}">
                          <a16:creationId xmlns:a16="http://schemas.microsoft.com/office/drawing/2014/main" id="{E25F3B8A-167C-3406-153B-A306ECD8F3D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8" name="Oval 1237">
                      <a:extLst>
                        <a:ext uri="{FF2B5EF4-FFF2-40B4-BE49-F238E27FC236}">
                          <a16:creationId xmlns:a16="http://schemas.microsoft.com/office/drawing/2014/main" id="{0AFFB602-F686-D2AE-4FB0-B40357CA5331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9" name="Oval 1238">
                      <a:extLst>
                        <a:ext uri="{FF2B5EF4-FFF2-40B4-BE49-F238E27FC236}">
                          <a16:creationId xmlns:a16="http://schemas.microsoft.com/office/drawing/2014/main" id="{6FECCC9D-F53C-B556-4D05-E83AB51FADC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40" name="Arc 1239">
                      <a:extLst>
                        <a:ext uri="{FF2B5EF4-FFF2-40B4-BE49-F238E27FC236}">
                          <a16:creationId xmlns:a16="http://schemas.microsoft.com/office/drawing/2014/main" id="{2345A5D0-A813-FF45-3786-40768ABF25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41" name="Oval 1240">
                      <a:extLst>
                        <a:ext uri="{FF2B5EF4-FFF2-40B4-BE49-F238E27FC236}">
                          <a16:creationId xmlns:a16="http://schemas.microsoft.com/office/drawing/2014/main" id="{4FA27095-FEF4-5AD9-1A6A-40E399DAB87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42" name="Arc 1241">
                      <a:extLst>
                        <a:ext uri="{FF2B5EF4-FFF2-40B4-BE49-F238E27FC236}">
                          <a16:creationId xmlns:a16="http://schemas.microsoft.com/office/drawing/2014/main" id="{6A4D5BA2-1102-7200-C28F-52EAC82B49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43" name="Arc 1242">
                      <a:extLst>
                        <a:ext uri="{FF2B5EF4-FFF2-40B4-BE49-F238E27FC236}">
                          <a16:creationId xmlns:a16="http://schemas.microsoft.com/office/drawing/2014/main" id="{3488206F-AC54-5B60-5CC5-CE12BDEB8DA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221" name="Group 1220">
                  <a:extLst>
                    <a:ext uri="{FF2B5EF4-FFF2-40B4-BE49-F238E27FC236}">
                      <a16:creationId xmlns:a16="http://schemas.microsoft.com/office/drawing/2014/main" id="{F87E956A-EBC1-4809-D757-B91195DF2F26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224" name="Oval 1223">
                    <a:extLst>
                      <a:ext uri="{FF2B5EF4-FFF2-40B4-BE49-F238E27FC236}">
                        <a16:creationId xmlns:a16="http://schemas.microsoft.com/office/drawing/2014/main" id="{B4825F97-A491-6BEF-29B7-EC9A7DBAE57E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225" name="Group 1224">
                    <a:extLst>
                      <a:ext uri="{FF2B5EF4-FFF2-40B4-BE49-F238E27FC236}">
                        <a16:creationId xmlns:a16="http://schemas.microsoft.com/office/drawing/2014/main" id="{19CBD2BA-F981-25A3-0717-AF28870CE2B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226" name="Oval 1225">
                      <a:extLst>
                        <a:ext uri="{FF2B5EF4-FFF2-40B4-BE49-F238E27FC236}">
                          <a16:creationId xmlns:a16="http://schemas.microsoft.com/office/drawing/2014/main" id="{902E368F-F196-C258-B2C4-2627EAA516C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27" name="Oval 1226">
                      <a:extLst>
                        <a:ext uri="{FF2B5EF4-FFF2-40B4-BE49-F238E27FC236}">
                          <a16:creationId xmlns:a16="http://schemas.microsoft.com/office/drawing/2014/main" id="{85AA1EC1-8B52-D40D-44C6-ABFFFBE1A05C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28" name="Oval 1227">
                      <a:extLst>
                        <a:ext uri="{FF2B5EF4-FFF2-40B4-BE49-F238E27FC236}">
                          <a16:creationId xmlns:a16="http://schemas.microsoft.com/office/drawing/2014/main" id="{3D5E6501-EE5E-712D-792D-ABD0878F3F7D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29" name="Oval 1228">
                      <a:extLst>
                        <a:ext uri="{FF2B5EF4-FFF2-40B4-BE49-F238E27FC236}">
                          <a16:creationId xmlns:a16="http://schemas.microsoft.com/office/drawing/2014/main" id="{38ADBDB6-FEBB-1A4B-118E-2442F95E923A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0" name="Arc 1229">
                      <a:extLst>
                        <a:ext uri="{FF2B5EF4-FFF2-40B4-BE49-F238E27FC236}">
                          <a16:creationId xmlns:a16="http://schemas.microsoft.com/office/drawing/2014/main" id="{A1EDD47B-9792-55A2-549D-AF1BF7B939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31" name="Oval 1230">
                      <a:extLst>
                        <a:ext uri="{FF2B5EF4-FFF2-40B4-BE49-F238E27FC236}">
                          <a16:creationId xmlns:a16="http://schemas.microsoft.com/office/drawing/2014/main" id="{7ABBE51F-A6B1-1605-B6A1-CEFE4D5B791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32" name="Arc 1231">
                      <a:extLst>
                        <a:ext uri="{FF2B5EF4-FFF2-40B4-BE49-F238E27FC236}">
                          <a16:creationId xmlns:a16="http://schemas.microsoft.com/office/drawing/2014/main" id="{C733E341-CB03-355C-0EE1-624816054D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33" name="Arc 1232">
                      <a:extLst>
                        <a:ext uri="{FF2B5EF4-FFF2-40B4-BE49-F238E27FC236}">
                          <a16:creationId xmlns:a16="http://schemas.microsoft.com/office/drawing/2014/main" id="{51E2E693-C334-F2B6-4F13-ED3652FCF579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222" name="Straight Connector 1221">
                  <a:extLst>
                    <a:ext uri="{FF2B5EF4-FFF2-40B4-BE49-F238E27FC236}">
                      <a16:creationId xmlns:a16="http://schemas.microsoft.com/office/drawing/2014/main" id="{B1A89498-A5C5-3FF4-3464-7082F9CF93C7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3" name="Straight Connector 1222">
                  <a:extLst>
                    <a:ext uri="{FF2B5EF4-FFF2-40B4-BE49-F238E27FC236}">
                      <a16:creationId xmlns:a16="http://schemas.microsoft.com/office/drawing/2014/main" id="{E753B9F0-7AB1-6688-FDB1-5B9114ACC95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11" name="Group 1210">
                <a:extLst>
                  <a:ext uri="{FF2B5EF4-FFF2-40B4-BE49-F238E27FC236}">
                    <a16:creationId xmlns:a16="http://schemas.microsoft.com/office/drawing/2014/main" id="{1C0E9504-11FB-C8A5-F275-99442153A704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212" name="Moon 1211">
                  <a:extLst>
                    <a:ext uri="{FF2B5EF4-FFF2-40B4-BE49-F238E27FC236}">
                      <a16:creationId xmlns:a16="http://schemas.microsoft.com/office/drawing/2014/main" id="{64CD3E82-3BDB-68ED-60D5-052D7632D9A2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3" name="Oval 1212">
                  <a:extLst>
                    <a:ext uri="{FF2B5EF4-FFF2-40B4-BE49-F238E27FC236}">
                      <a16:creationId xmlns:a16="http://schemas.microsoft.com/office/drawing/2014/main" id="{8EA4E641-2995-3209-1A35-D626F0890BAE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Oval 1213">
                  <a:extLst>
                    <a:ext uri="{FF2B5EF4-FFF2-40B4-BE49-F238E27FC236}">
                      <a16:creationId xmlns:a16="http://schemas.microsoft.com/office/drawing/2014/main" id="{C9DC264A-CBFA-AE09-7E4E-BD82A271BA5E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Oval 1214">
                  <a:extLst>
                    <a:ext uri="{FF2B5EF4-FFF2-40B4-BE49-F238E27FC236}">
                      <a16:creationId xmlns:a16="http://schemas.microsoft.com/office/drawing/2014/main" id="{5AAD33CB-29EF-7FAD-943D-7171FF0A68E6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6" name="Oval 1215">
                  <a:extLst>
                    <a:ext uri="{FF2B5EF4-FFF2-40B4-BE49-F238E27FC236}">
                      <a16:creationId xmlns:a16="http://schemas.microsoft.com/office/drawing/2014/main" id="{137ED9D6-75DC-BCC2-0972-7701B75509D3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Oval 1216">
                  <a:extLst>
                    <a:ext uri="{FF2B5EF4-FFF2-40B4-BE49-F238E27FC236}">
                      <a16:creationId xmlns:a16="http://schemas.microsoft.com/office/drawing/2014/main" id="{324DE6A4-7ADA-4A0E-D8D0-4F0279BAEF1C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Oval 1217">
                  <a:extLst>
                    <a:ext uri="{FF2B5EF4-FFF2-40B4-BE49-F238E27FC236}">
                      <a16:creationId xmlns:a16="http://schemas.microsoft.com/office/drawing/2014/main" id="{60389D70-8E06-F195-CAB9-18C5947D4AA3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Oval 1218">
                  <a:extLst>
                    <a:ext uri="{FF2B5EF4-FFF2-40B4-BE49-F238E27FC236}">
                      <a16:creationId xmlns:a16="http://schemas.microsoft.com/office/drawing/2014/main" id="{23B9DB24-4D42-A6ED-D920-DF87E1B74779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C0442FDD-4DE4-B081-6110-0C58515DE30E}"/>
                </a:ext>
              </a:extLst>
            </p:cNvPr>
            <p:cNvGrpSpPr/>
            <p:nvPr/>
          </p:nvGrpSpPr>
          <p:grpSpPr>
            <a:xfrm rot="9179632">
              <a:off x="10779424" y="4378246"/>
              <a:ext cx="45719" cy="375264"/>
              <a:chOff x="6686062" y="3899868"/>
              <a:chExt cx="74130" cy="410527"/>
            </a:xfrm>
          </p:grpSpPr>
          <p:sp>
            <p:nvSpPr>
              <p:cNvPr id="1203" name="Rounded Rectangle 1202">
                <a:extLst>
                  <a:ext uri="{FF2B5EF4-FFF2-40B4-BE49-F238E27FC236}">
                    <a16:creationId xmlns:a16="http://schemas.microsoft.com/office/drawing/2014/main" id="{20046E66-5973-3A32-3108-14A91430C69F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4" name="Rounded Rectangle 1203">
                <a:extLst>
                  <a:ext uri="{FF2B5EF4-FFF2-40B4-BE49-F238E27FC236}">
                    <a16:creationId xmlns:a16="http://schemas.microsoft.com/office/drawing/2014/main" id="{6E3532DB-1D97-D68A-ACFA-C527B03DC89F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5" name="Rounded Rectangle 1204">
                <a:extLst>
                  <a:ext uri="{FF2B5EF4-FFF2-40B4-BE49-F238E27FC236}">
                    <a16:creationId xmlns:a16="http://schemas.microsoft.com/office/drawing/2014/main" id="{E572AC4D-0811-25A3-6157-F84AD53DB841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6" name="Rounded Rectangle 1205">
                <a:extLst>
                  <a:ext uri="{FF2B5EF4-FFF2-40B4-BE49-F238E27FC236}">
                    <a16:creationId xmlns:a16="http://schemas.microsoft.com/office/drawing/2014/main" id="{6627F3A1-3966-099F-11FB-ED91FB673B68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7" name="Rounded Rectangle 1206">
                <a:extLst>
                  <a:ext uri="{FF2B5EF4-FFF2-40B4-BE49-F238E27FC236}">
                    <a16:creationId xmlns:a16="http://schemas.microsoft.com/office/drawing/2014/main" id="{C76A0318-2D27-56C5-D623-5A1627971327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08" name="Straight Connector 1207">
                <a:extLst>
                  <a:ext uri="{FF2B5EF4-FFF2-40B4-BE49-F238E27FC236}">
                    <a16:creationId xmlns:a16="http://schemas.microsoft.com/office/drawing/2014/main" id="{1A696AF0-DAA3-8CD6-EF4D-B183875A6276}"/>
                  </a:ext>
                </a:extLst>
              </p:cNvPr>
              <p:cNvCxnSpPr>
                <a:cxnSpLocks/>
                <a:stCxn id="1203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6564919D-60C6-CD89-5E11-0F97A0F2E08E}"/>
                </a:ext>
              </a:extLst>
            </p:cNvPr>
            <p:cNvGrpSpPr/>
            <p:nvPr/>
          </p:nvGrpSpPr>
          <p:grpSpPr>
            <a:xfrm rot="9928240" flipH="1" flipV="1">
              <a:off x="10754194" y="4318884"/>
              <a:ext cx="144704" cy="348791"/>
              <a:chOff x="8901293" y="933753"/>
              <a:chExt cx="2135899" cy="5148330"/>
            </a:xfrm>
            <a:solidFill>
              <a:srgbClr val="0070C0"/>
            </a:solidFill>
          </p:grpSpPr>
          <p:grpSp>
            <p:nvGrpSpPr>
              <p:cNvPr id="1144" name="Group 1143">
                <a:extLst>
                  <a:ext uri="{FF2B5EF4-FFF2-40B4-BE49-F238E27FC236}">
                    <a16:creationId xmlns:a16="http://schemas.microsoft.com/office/drawing/2014/main" id="{C9325412-77F9-F260-7841-07957604ACD9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179" name="Group 1178">
                  <a:extLst>
                    <a:ext uri="{FF2B5EF4-FFF2-40B4-BE49-F238E27FC236}">
                      <a16:creationId xmlns:a16="http://schemas.microsoft.com/office/drawing/2014/main" id="{326CFB86-8958-A931-0C8C-ACE4F0793E6E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93" name="Oval 1192">
                    <a:extLst>
                      <a:ext uri="{FF2B5EF4-FFF2-40B4-BE49-F238E27FC236}">
                        <a16:creationId xmlns:a16="http://schemas.microsoft.com/office/drawing/2014/main" id="{BC3ECA40-6D36-4167-7070-BB454F9CB00D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94" name="Group 1193">
                    <a:extLst>
                      <a:ext uri="{FF2B5EF4-FFF2-40B4-BE49-F238E27FC236}">
                        <a16:creationId xmlns:a16="http://schemas.microsoft.com/office/drawing/2014/main" id="{2AE5B089-12D0-005A-8099-5B4CA1AC39D0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95" name="Oval 1194">
                      <a:extLst>
                        <a:ext uri="{FF2B5EF4-FFF2-40B4-BE49-F238E27FC236}">
                          <a16:creationId xmlns:a16="http://schemas.microsoft.com/office/drawing/2014/main" id="{35C085DF-30DD-D1BC-AC5D-0E0950660B8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96" name="Oval 1195">
                      <a:extLst>
                        <a:ext uri="{FF2B5EF4-FFF2-40B4-BE49-F238E27FC236}">
                          <a16:creationId xmlns:a16="http://schemas.microsoft.com/office/drawing/2014/main" id="{E6F84B3C-7F50-6EE5-C3FB-9DC28353224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97" name="Oval 1196">
                      <a:extLst>
                        <a:ext uri="{FF2B5EF4-FFF2-40B4-BE49-F238E27FC236}">
                          <a16:creationId xmlns:a16="http://schemas.microsoft.com/office/drawing/2014/main" id="{676095E3-5294-F919-CC89-0B6600CDD82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98" name="Oval 1197">
                      <a:extLst>
                        <a:ext uri="{FF2B5EF4-FFF2-40B4-BE49-F238E27FC236}">
                          <a16:creationId xmlns:a16="http://schemas.microsoft.com/office/drawing/2014/main" id="{F692CEA0-1047-AF0C-0164-46B32F90371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99" name="Arc 1198">
                      <a:extLst>
                        <a:ext uri="{FF2B5EF4-FFF2-40B4-BE49-F238E27FC236}">
                          <a16:creationId xmlns:a16="http://schemas.microsoft.com/office/drawing/2014/main" id="{045BFA8E-7C8D-2EEB-379D-B0F336B250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00" name="Oval 1199">
                      <a:extLst>
                        <a:ext uri="{FF2B5EF4-FFF2-40B4-BE49-F238E27FC236}">
                          <a16:creationId xmlns:a16="http://schemas.microsoft.com/office/drawing/2014/main" id="{81E5285E-457D-72F5-3D01-A1C3AD9F196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201" name="Arc 1200">
                      <a:extLst>
                        <a:ext uri="{FF2B5EF4-FFF2-40B4-BE49-F238E27FC236}">
                          <a16:creationId xmlns:a16="http://schemas.microsoft.com/office/drawing/2014/main" id="{C8084259-065D-15CC-92FA-423024596D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02" name="Arc 1201">
                      <a:extLst>
                        <a:ext uri="{FF2B5EF4-FFF2-40B4-BE49-F238E27FC236}">
                          <a16:creationId xmlns:a16="http://schemas.microsoft.com/office/drawing/2014/main" id="{2B475625-64E4-995E-4539-C9B48B20828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180" name="Group 1179">
                  <a:extLst>
                    <a:ext uri="{FF2B5EF4-FFF2-40B4-BE49-F238E27FC236}">
                      <a16:creationId xmlns:a16="http://schemas.microsoft.com/office/drawing/2014/main" id="{01740AB6-4A2A-B2EB-3477-2CDA1B69A020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83" name="Oval 1182">
                    <a:extLst>
                      <a:ext uri="{FF2B5EF4-FFF2-40B4-BE49-F238E27FC236}">
                        <a16:creationId xmlns:a16="http://schemas.microsoft.com/office/drawing/2014/main" id="{7496593D-2DB2-1C11-A273-C340A98449E3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84" name="Group 1183">
                    <a:extLst>
                      <a:ext uri="{FF2B5EF4-FFF2-40B4-BE49-F238E27FC236}">
                        <a16:creationId xmlns:a16="http://schemas.microsoft.com/office/drawing/2014/main" id="{87DC7E71-A644-1D7F-C539-A0157CDCA6B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85" name="Oval 1184">
                      <a:extLst>
                        <a:ext uri="{FF2B5EF4-FFF2-40B4-BE49-F238E27FC236}">
                          <a16:creationId xmlns:a16="http://schemas.microsoft.com/office/drawing/2014/main" id="{8BD12A84-036E-91AE-0067-6644075DA43F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86" name="Oval 1185">
                      <a:extLst>
                        <a:ext uri="{FF2B5EF4-FFF2-40B4-BE49-F238E27FC236}">
                          <a16:creationId xmlns:a16="http://schemas.microsoft.com/office/drawing/2014/main" id="{33C8C90B-1E68-6273-D9CB-B5697639CD88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87" name="Oval 1186">
                      <a:extLst>
                        <a:ext uri="{FF2B5EF4-FFF2-40B4-BE49-F238E27FC236}">
                          <a16:creationId xmlns:a16="http://schemas.microsoft.com/office/drawing/2014/main" id="{700A9AAB-1460-9F4E-138D-1DB3D522D61D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88" name="Oval 1187">
                      <a:extLst>
                        <a:ext uri="{FF2B5EF4-FFF2-40B4-BE49-F238E27FC236}">
                          <a16:creationId xmlns:a16="http://schemas.microsoft.com/office/drawing/2014/main" id="{A1E5ECF4-19D0-BE44-62F0-A3D0CF79F1DB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89" name="Arc 1188">
                      <a:extLst>
                        <a:ext uri="{FF2B5EF4-FFF2-40B4-BE49-F238E27FC236}">
                          <a16:creationId xmlns:a16="http://schemas.microsoft.com/office/drawing/2014/main" id="{58EE0A44-688C-D05E-B7CE-4E7AFFC97D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0" name="Oval 1189">
                      <a:extLst>
                        <a:ext uri="{FF2B5EF4-FFF2-40B4-BE49-F238E27FC236}">
                          <a16:creationId xmlns:a16="http://schemas.microsoft.com/office/drawing/2014/main" id="{71956651-E7B6-88A9-6CFE-1FCB628C854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91" name="Arc 1190">
                      <a:extLst>
                        <a:ext uri="{FF2B5EF4-FFF2-40B4-BE49-F238E27FC236}">
                          <a16:creationId xmlns:a16="http://schemas.microsoft.com/office/drawing/2014/main" id="{DEB9D12E-EB9A-7749-1D1F-016D2DF8D1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2" name="Arc 1191">
                      <a:extLst>
                        <a:ext uri="{FF2B5EF4-FFF2-40B4-BE49-F238E27FC236}">
                          <a16:creationId xmlns:a16="http://schemas.microsoft.com/office/drawing/2014/main" id="{7C9599F8-E051-722E-D536-D03823A8EFEC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181" name="Straight Connector 1180">
                  <a:extLst>
                    <a:ext uri="{FF2B5EF4-FFF2-40B4-BE49-F238E27FC236}">
                      <a16:creationId xmlns:a16="http://schemas.microsoft.com/office/drawing/2014/main" id="{A2AFEE2B-84B8-7CC8-FF2D-FEB86852AC41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2" name="Straight Connector 1181">
                  <a:extLst>
                    <a:ext uri="{FF2B5EF4-FFF2-40B4-BE49-F238E27FC236}">
                      <a16:creationId xmlns:a16="http://schemas.microsoft.com/office/drawing/2014/main" id="{7E1FE930-43CE-B5C3-77CC-C20022BFFCAF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45" name="Group 1144">
                <a:extLst>
                  <a:ext uri="{FF2B5EF4-FFF2-40B4-BE49-F238E27FC236}">
                    <a16:creationId xmlns:a16="http://schemas.microsoft.com/office/drawing/2014/main" id="{64A4D966-1614-DC43-32D1-5667CAD23632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155" name="Group 1154">
                  <a:extLst>
                    <a:ext uri="{FF2B5EF4-FFF2-40B4-BE49-F238E27FC236}">
                      <a16:creationId xmlns:a16="http://schemas.microsoft.com/office/drawing/2014/main" id="{60127088-7685-83C2-9B3D-1B98F8590906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69" name="Oval 1168">
                    <a:extLst>
                      <a:ext uri="{FF2B5EF4-FFF2-40B4-BE49-F238E27FC236}">
                        <a16:creationId xmlns:a16="http://schemas.microsoft.com/office/drawing/2014/main" id="{3B1C68C3-CB62-44E3-17C8-F829525F670C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70" name="Group 1169">
                    <a:extLst>
                      <a:ext uri="{FF2B5EF4-FFF2-40B4-BE49-F238E27FC236}">
                        <a16:creationId xmlns:a16="http://schemas.microsoft.com/office/drawing/2014/main" id="{1A62C55C-B5A6-740D-0E28-A3D81C340D8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71" name="Oval 1170">
                      <a:extLst>
                        <a:ext uri="{FF2B5EF4-FFF2-40B4-BE49-F238E27FC236}">
                          <a16:creationId xmlns:a16="http://schemas.microsoft.com/office/drawing/2014/main" id="{B2DFCEE0-9AE3-C407-9C8C-4B48C5F8A411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2" name="Oval 1171">
                      <a:extLst>
                        <a:ext uri="{FF2B5EF4-FFF2-40B4-BE49-F238E27FC236}">
                          <a16:creationId xmlns:a16="http://schemas.microsoft.com/office/drawing/2014/main" id="{13EB333B-4EAC-C47F-BCD2-04DBCBF5DC0E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3" name="Oval 1172">
                      <a:extLst>
                        <a:ext uri="{FF2B5EF4-FFF2-40B4-BE49-F238E27FC236}">
                          <a16:creationId xmlns:a16="http://schemas.microsoft.com/office/drawing/2014/main" id="{C7A01A25-A3B4-1F27-A74A-E6E68ECCD81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4" name="Oval 1173">
                      <a:extLst>
                        <a:ext uri="{FF2B5EF4-FFF2-40B4-BE49-F238E27FC236}">
                          <a16:creationId xmlns:a16="http://schemas.microsoft.com/office/drawing/2014/main" id="{DDA4CEA6-9F5F-8BEB-2E9C-829F32FCF768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5" name="Arc 1174">
                      <a:extLst>
                        <a:ext uri="{FF2B5EF4-FFF2-40B4-BE49-F238E27FC236}">
                          <a16:creationId xmlns:a16="http://schemas.microsoft.com/office/drawing/2014/main" id="{37059415-104E-2D9E-8D07-A4B95B40FC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6" name="Oval 1175">
                      <a:extLst>
                        <a:ext uri="{FF2B5EF4-FFF2-40B4-BE49-F238E27FC236}">
                          <a16:creationId xmlns:a16="http://schemas.microsoft.com/office/drawing/2014/main" id="{85E8E2B8-C2AC-E0D5-F1CF-B300A08BC05C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77" name="Arc 1176">
                      <a:extLst>
                        <a:ext uri="{FF2B5EF4-FFF2-40B4-BE49-F238E27FC236}">
                          <a16:creationId xmlns:a16="http://schemas.microsoft.com/office/drawing/2014/main" id="{994EF5A7-B82F-25E5-9FDB-DCE322C390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8" name="Arc 1177">
                      <a:extLst>
                        <a:ext uri="{FF2B5EF4-FFF2-40B4-BE49-F238E27FC236}">
                          <a16:creationId xmlns:a16="http://schemas.microsoft.com/office/drawing/2014/main" id="{5CFDA22D-014E-8193-D3B4-EBDEF113CCEA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156" name="Group 1155">
                  <a:extLst>
                    <a:ext uri="{FF2B5EF4-FFF2-40B4-BE49-F238E27FC236}">
                      <a16:creationId xmlns:a16="http://schemas.microsoft.com/office/drawing/2014/main" id="{0CBAE895-460D-8887-E997-B2269A4D5F70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59" name="Oval 1158">
                    <a:extLst>
                      <a:ext uri="{FF2B5EF4-FFF2-40B4-BE49-F238E27FC236}">
                        <a16:creationId xmlns:a16="http://schemas.microsoft.com/office/drawing/2014/main" id="{69E04620-E26B-1057-19E2-16E7D9755F7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60" name="Group 1159">
                    <a:extLst>
                      <a:ext uri="{FF2B5EF4-FFF2-40B4-BE49-F238E27FC236}">
                        <a16:creationId xmlns:a16="http://schemas.microsoft.com/office/drawing/2014/main" id="{D306DE68-F76F-2193-3E98-7C88DF3080B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61" name="Oval 1160">
                      <a:extLst>
                        <a:ext uri="{FF2B5EF4-FFF2-40B4-BE49-F238E27FC236}">
                          <a16:creationId xmlns:a16="http://schemas.microsoft.com/office/drawing/2014/main" id="{BD85F3C3-0B38-F5FF-FF85-532734352F0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2" name="Oval 1161">
                      <a:extLst>
                        <a:ext uri="{FF2B5EF4-FFF2-40B4-BE49-F238E27FC236}">
                          <a16:creationId xmlns:a16="http://schemas.microsoft.com/office/drawing/2014/main" id="{F98B2415-A01C-F19B-72FA-DB82FFC2041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3" name="Oval 1162">
                      <a:extLst>
                        <a:ext uri="{FF2B5EF4-FFF2-40B4-BE49-F238E27FC236}">
                          <a16:creationId xmlns:a16="http://schemas.microsoft.com/office/drawing/2014/main" id="{FE1723FB-F1C1-1315-177C-3D2046060B0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4" name="Oval 1163">
                      <a:extLst>
                        <a:ext uri="{FF2B5EF4-FFF2-40B4-BE49-F238E27FC236}">
                          <a16:creationId xmlns:a16="http://schemas.microsoft.com/office/drawing/2014/main" id="{7A3F77FE-69CB-AAB1-05BC-0A087CD3A12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5" name="Arc 1164">
                      <a:extLst>
                        <a:ext uri="{FF2B5EF4-FFF2-40B4-BE49-F238E27FC236}">
                          <a16:creationId xmlns:a16="http://schemas.microsoft.com/office/drawing/2014/main" id="{F5D683E0-AB43-2368-801B-B327F4B5E1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66" name="Oval 1165">
                      <a:extLst>
                        <a:ext uri="{FF2B5EF4-FFF2-40B4-BE49-F238E27FC236}">
                          <a16:creationId xmlns:a16="http://schemas.microsoft.com/office/drawing/2014/main" id="{EF9B6AF2-7671-C2AF-75DD-BF146E823CF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67" name="Arc 1166">
                      <a:extLst>
                        <a:ext uri="{FF2B5EF4-FFF2-40B4-BE49-F238E27FC236}">
                          <a16:creationId xmlns:a16="http://schemas.microsoft.com/office/drawing/2014/main" id="{F52DD648-8EA8-CEBA-1382-741FB9B033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68" name="Arc 1167">
                      <a:extLst>
                        <a:ext uri="{FF2B5EF4-FFF2-40B4-BE49-F238E27FC236}">
                          <a16:creationId xmlns:a16="http://schemas.microsoft.com/office/drawing/2014/main" id="{2B2B4B26-6688-769D-AE17-08C1A8C514D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157" name="Straight Connector 1156">
                  <a:extLst>
                    <a:ext uri="{FF2B5EF4-FFF2-40B4-BE49-F238E27FC236}">
                      <a16:creationId xmlns:a16="http://schemas.microsoft.com/office/drawing/2014/main" id="{F7F1F9AC-28DE-4065-BB71-1BC2B108E5A1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8" name="Straight Connector 1157">
                  <a:extLst>
                    <a:ext uri="{FF2B5EF4-FFF2-40B4-BE49-F238E27FC236}">
                      <a16:creationId xmlns:a16="http://schemas.microsoft.com/office/drawing/2014/main" id="{2D7E9996-BB3C-EC5A-A093-AF1165CE9DDF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F6ECDF53-9883-E9F7-5CB2-4379864118C7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147" name="Moon 1146">
                  <a:extLst>
                    <a:ext uri="{FF2B5EF4-FFF2-40B4-BE49-F238E27FC236}">
                      <a16:creationId xmlns:a16="http://schemas.microsoft.com/office/drawing/2014/main" id="{9ADA0EEF-5B92-1280-6F46-03C77B71BA74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8" name="Oval 1147">
                  <a:extLst>
                    <a:ext uri="{FF2B5EF4-FFF2-40B4-BE49-F238E27FC236}">
                      <a16:creationId xmlns:a16="http://schemas.microsoft.com/office/drawing/2014/main" id="{9A90ED33-A53B-80E4-4F72-5D7D6D985C8A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9" name="Oval 1148">
                  <a:extLst>
                    <a:ext uri="{FF2B5EF4-FFF2-40B4-BE49-F238E27FC236}">
                      <a16:creationId xmlns:a16="http://schemas.microsoft.com/office/drawing/2014/main" id="{1206C7E5-28FB-D9A2-4C56-FB0763EA0995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0" name="Oval 1149">
                  <a:extLst>
                    <a:ext uri="{FF2B5EF4-FFF2-40B4-BE49-F238E27FC236}">
                      <a16:creationId xmlns:a16="http://schemas.microsoft.com/office/drawing/2014/main" id="{704C95C0-4F15-A41F-2127-310E5FCF7DA7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1" name="Oval 1150">
                  <a:extLst>
                    <a:ext uri="{FF2B5EF4-FFF2-40B4-BE49-F238E27FC236}">
                      <a16:creationId xmlns:a16="http://schemas.microsoft.com/office/drawing/2014/main" id="{BD2479D3-5557-3CC2-3EEB-2ED0484A2319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Oval 1151">
                  <a:extLst>
                    <a:ext uri="{FF2B5EF4-FFF2-40B4-BE49-F238E27FC236}">
                      <a16:creationId xmlns:a16="http://schemas.microsoft.com/office/drawing/2014/main" id="{2F3A7307-5C25-1D09-F864-14544105CA9D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Oval 1152">
                  <a:extLst>
                    <a:ext uri="{FF2B5EF4-FFF2-40B4-BE49-F238E27FC236}">
                      <a16:creationId xmlns:a16="http://schemas.microsoft.com/office/drawing/2014/main" id="{A9F56954-47F2-B91D-5DA8-825656FCFF51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Oval 1153">
                  <a:extLst>
                    <a:ext uri="{FF2B5EF4-FFF2-40B4-BE49-F238E27FC236}">
                      <a16:creationId xmlns:a16="http://schemas.microsoft.com/office/drawing/2014/main" id="{59B3F87B-1C52-F53D-9FC8-0BCA91FCAD4F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83786D3-8FA8-B5E0-4020-5ADA58131B4B}"/>
              </a:ext>
            </a:extLst>
          </p:cNvPr>
          <p:cNvGrpSpPr/>
          <p:nvPr/>
        </p:nvGrpSpPr>
        <p:grpSpPr>
          <a:xfrm>
            <a:off x="5304393" y="2177201"/>
            <a:ext cx="714579" cy="561864"/>
            <a:chOff x="10462120" y="3202699"/>
            <a:chExt cx="714579" cy="561864"/>
          </a:xfrm>
        </p:grpSpPr>
        <p:sp>
          <p:nvSpPr>
            <p:cNvPr id="1071" name="Oval 1070">
              <a:extLst>
                <a:ext uri="{FF2B5EF4-FFF2-40B4-BE49-F238E27FC236}">
                  <a16:creationId xmlns:a16="http://schemas.microsoft.com/office/drawing/2014/main" id="{D191BA75-2C2E-8596-C949-2C16C3081D7B}"/>
                </a:ext>
              </a:extLst>
            </p:cNvPr>
            <p:cNvSpPr/>
            <p:nvPr/>
          </p:nvSpPr>
          <p:spPr>
            <a:xfrm rot="5400000">
              <a:off x="10538478" y="3126341"/>
              <a:ext cx="561864" cy="71457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072" name="Group 1071">
              <a:extLst>
                <a:ext uri="{FF2B5EF4-FFF2-40B4-BE49-F238E27FC236}">
                  <a16:creationId xmlns:a16="http://schemas.microsoft.com/office/drawing/2014/main" id="{3A7008EE-7437-315F-01D1-A636A785417F}"/>
                </a:ext>
              </a:extLst>
            </p:cNvPr>
            <p:cNvGrpSpPr/>
            <p:nvPr/>
          </p:nvGrpSpPr>
          <p:grpSpPr>
            <a:xfrm rot="20357241">
              <a:off x="10655599" y="3227277"/>
              <a:ext cx="45719" cy="375264"/>
              <a:chOff x="6686062" y="3899868"/>
              <a:chExt cx="74130" cy="410527"/>
            </a:xfrm>
          </p:grpSpPr>
          <p:sp>
            <p:nvSpPr>
              <p:cNvPr id="1133" name="Rounded Rectangle 1132">
                <a:extLst>
                  <a:ext uri="{FF2B5EF4-FFF2-40B4-BE49-F238E27FC236}">
                    <a16:creationId xmlns:a16="http://schemas.microsoft.com/office/drawing/2014/main" id="{62409526-040E-14A4-F0DB-C555528229F8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4" name="Rounded Rectangle 1133">
                <a:extLst>
                  <a:ext uri="{FF2B5EF4-FFF2-40B4-BE49-F238E27FC236}">
                    <a16:creationId xmlns:a16="http://schemas.microsoft.com/office/drawing/2014/main" id="{1D03D2FB-CD4A-D96A-D40E-07276ECF22C5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5" name="Rounded Rectangle 1134">
                <a:extLst>
                  <a:ext uri="{FF2B5EF4-FFF2-40B4-BE49-F238E27FC236}">
                    <a16:creationId xmlns:a16="http://schemas.microsoft.com/office/drawing/2014/main" id="{9880D5B9-1B04-65BA-55F1-45A94FF6BD87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6" name="Rounded Rectangle 1135">
                <a:extLst>
                  <a:ext uri="{FF2B5EF4-FFF2-40B4-BE49-F238E27FC236}">
                    <a16:creationId xmlns:a16="http://schemas.microsoft.com/office/drawing/2014/main" id="{D50C46EA-374B-896F-64BE-85E371062D08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7" name="Rounded Rectangle 1136">
                <a:extLst>
                  <a:ext uri="{FF2B5EF4-FFF2-40B4-BE49-F238E27FC236}">
                    <a16:creationId xmlns:a16="http://schemas.microsoft.com/office/drawing/2014/main" id="{3AEC6590-4733-F7C3-7D65-E0098ACDA3D8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38" name="Straight Connector 1137">
                <a:extLst>
                  <a:ext uri="{FF2B5EF4-FFF2-40B4-BE49-F238E27FC236}">
                    <a16:creationId xmlns:a16="http://schemas.microsoft.com/office/drawing/2014/main" id="{8F382914-3424-E9D1-1AF5-0B38EFB1A8A5}"/>
                  </a:ext>
                </a:extLst>
              </p:cNvPr>
              <p:cNvCxnSpPr>
                <a:cxnSpLocks/>
                <a:stCxn id="1133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73" name="Group 1072">
              <a:extLst>
                <a:ext uri="{FF2B5EF4-FFF2-40B4-BE49-F238E27FC236}">
                  <a16:creationId xmlns:a16="http://schemas.microsoft.com/office/drawing/2014/main" id="{318DE41C-E20D-8271-5153-16BC25C32BA9}"/>
                </a:ext>
              </a:extLst>
            </p:cNvPr>
            <p:cNvGrpSpPr/>
            <p:nvPr/>
          </p:nvGrpSpPr>
          <p:grpSpPr>
            <a:xfrm rot="9928240" flipH="1" flipV="1">
              <a:off x="10604695" y="3352763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074" name="Group 1073">
                <a:extLst>
                  <a:ext uri="{FF2B5EF4-FFF2-40B4-BE49-F238E27FC236}">
                    <a16:creationId xmlns:a16="http://schemas.microsoft.com/office/drawing/2014/main" id="{D8444950-56E3-4782-3991-B0A03B009399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109" name="Group 1108">
                  <a:extLst>
                    <a:ext uri="{FF2B5EF4-FFF2-40B4-BE49-F238E27FC236}">
                      <a16:creationId xmlns:a16="http://schemas.microsoft.com/office/drawing/2014/main" id="{920DFC92-33B0-1980-397B-B697E7F8C40F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23" name="Oval 1122">
                    <a:extLst>
                      <a:ext uri="{FF2B5EF4-FFF2-40B4-BE49-F238E27FC236}">
                        <a16:creationId xmlns:a16="http://schemas.microsoft.com/office/drawing/2014/main" id="{85E183C2-5351-B101-02D7-8CD6886B518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24" name="Group 1123">
                    <a:extLst>
                      <a:ext uri="{FF2B5EF4-FFF2-40B4-BE49-F238E27FC236}">
                        <a16:creationId xmlns:a16="http://schemas.microsoft.com/office/drawing/2014/main" id="{1AC66E9E-48FD-449E-6FED-980561A1780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25" name="Oval 1124">
                      <a:extLst>
                        <a:ext uri="{FF2B5EF4-FFF2-40B4-BE49-F238E27FC236}">
                          <a16:creationId xmlns:a16="http://schemas.microsoft.com/office/drawing/2014/main" id="{7B223D88-8E7E-243E-ED95-EEA954389F8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26" name="Oval 1125">
                      <a:extLst>
                        <a:ext uri="{FF2B5EF4-FFF2-40B4-BE49-F238E27FC236}">
                          <a16:creationId xmlns:a16="http://schemas.microsoft.com/office/drawing/2014/main" id="{879FDB8E-229E-E9A4-6153-42A46F2E375C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27" name="Oval 1126">
                      <a:extLst>
                        <a:ext uri="{FF2B5EF4-FFF2-40B4-BE49-F238E27FC236}">
                          <a16:creationId xmlns:a16="http://schemas.microsoft.com/office/drawing/2014/main" id="{14AF583C-D83F-2037-781B-73D43A6C89F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28" name="Oval 1127">
                      <a:extLst>
                        <a:ext uri="{FF2B5EF4-FFF2-40B4-BE49-F238E27FC236}">
                          <a16:creationId xmlns:a16="http://schemas.microsoft.com/office/drawing/2014/main" id="{7BF8AC44-FA67-16C5-F661-D9A53AE2366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29" name="Arc 1128">
                      <a:extLst>
                        <a:ext uri="{FF2B5EF4-FFF2-40B4-BE49-F238E27FC236}">
                          <a16:creationId xmlns:a16="http://schemas.microsoft.com/office/drawing/2014/main" id="{4C2DBD08-22DB-590B-E050-CEA6DA51A1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30" name="Oval 1129">
                      <a:extLst>
                        <a:ext uri="{FF2B5EF4-FFF2-40B4-BE49-F238E27FC236}">
                          <a16:creationId xmlns:a16="http://schemas.microsoft.com/office/drawing/2014/main" id="{DDD8C832-4552-771A-9918-A07CFF93A30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31" name="Arc 1130">
                      <a:extLst>
                        <a:ext uri="{FF2B5EF4-FFF2-40B4-BE49-F238E27FC236}">
                          <a16:creationId xmlns:a16="http://schemas.microsoft.com/office/drawing/2014/main" id="{97AEA8A2-6695-F922-584D-F064D5DE95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32" name="Arc 1131">
                      <a:extLst>
                        <a:ext uri="{FF2B5EF4-FFF2-40B4-BE49-F238E27FC236}">
                          <a16:creationId xmlns:a16="http://schemas.microsoft.com/office/drawing/2014/main" id="{559985FB-A934-5A06-7B3A-2204333AEE9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110" name="Group 1109">
                  <a:extLst>
                    <a:ext uri="{FF2B5EF4-FFF2-40B4-BE49-F238E27FC236}">
                      <a16:creationId xmlns:a16="http://schemas.microsoft.com/office/drawing/2014/main" id="{A7ACC968-88E6-9A2B-9EA8-B89C055E5CAF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113" name="Oval 1112">
                    <a:extLst>
                      <a:ext uri="{FF2B5EF4-FFF2-40B4-BE49-F238E27FC236}">
                        <a16:creationId xmlns:a16="http://schemas.microsoft.com/office/drawing/2014/main" id="{1F4C256B-551B-0BAA-44BA-907A106007F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14" name="Group 1113">
                    <a:extLst>
                      <a:ext uri="{FF2B5EF4-FFF2-40B4-BE49-F238E27FC236}">
                        <a16:creationId xmlns:a16="http://schemas.microsoft.com/office/drawing/2014/main" id="{A65ED0F0-7C95-4943-8A8F-8A04B1BA337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15" name="Oval 1114">
                      <a:extLst>
                        <a:ext uri="{FF2B5EF4-FFF2-40B4-BE49-F238E27FC236}">
                          <a16:creationId xmlns:a16="http://schemas.microsoft.com/office/drawing/2014/main" id="{FF2E9B47-B16F-E533-5389-5414E51979E8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6" name="Oval 1115">
                      <a:extLst>
                        <a:ext uri="{FF2B5EF4-FFF2-40B4-BE49-F238E27FC236}">
                          <a16:creationId xmlns:a16="http://schemas.microsoft.com/office/drawing/2014/main" id="{459760AC-E37B-AC66-7D38-8585CA6D6B6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7" name="Oval 1116">
                      <a:extLst>
                        <a:ext uri="{FF2B5EF4-FFF2-40B4-BE49-F238E27FC236}">
                          <a16:creationId xmlns:a16="http://schemas.microsoft.com/office/drawing/2014/main" id="{B495DDF2-97BA-E28E-C14E-AA896F1F5198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8" name="Oval 1117">
                      <a:extLst>
                        <a:ext uri="{FF2B5EF4-FFF2-40B4-BE49-F238E27FC236}">
                          <a16:creationId xmlns:a16="http://schemas.microsoft.com/office/drawing/2014/main" id="{A8014271-570E-8A30-21D4-973BEB922F9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19" name="Arc 1118">
                      <a:extLst>
                        <a:ext uri="{FF2B5EF4-FFF2-40B4-BE49-F238E27FC236}">
                          <a16:creationId xmlns:a16="http://schemas.microsoft.com/office/drawing/2014/main" id="{72C49662-828C-75D7-A0AB-4B7AC067DB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20" name="Oval 1119">
                      <a:extLst>
                        <a:ext uri="{FF2B5EF4-FFF2-40B4-BE49-F238E27FC236}">
                          <a16:creationId xmlns:a16="http://schemas.microsoft.com/office/drawing/2014/main" id="{7DAC95ED-59FC-180D-A8C3-7D00AD33FFF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21" name="Arc 1120">
                      <a:extLst>
                        <a:ext uri="{FF2B5EF4-FFF2-40B4-BE49-F238E27FC236}">
                          <a16:creationId xmlns:a16="http://schemas.microsoft.com/office/drawing/2014/main" id="{705E8EA3-6A25-F32F-376F-2D78892E0E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22" name="Arc 1121">
                      <a:extLst>
                        <a:ext uri="{FF2B5EF4-FFF2-40B4-BE49-F238E27FC236}">
                          <a16:creationId xmlns:a16="http://schemas.microsoft.com/office/drawing/2014/main" id="{3C828458-49CA-28EE-0FFF-8B655D7EFD4F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111" name="Straight Connector 1110">
                  <a:extLst>
                    <a:ext uri="{FF2B5EF4-FFF2-40B4-BE49-F238E27FC236}">
                      <a16:creationId xmlns:a16="http://schemas.microsoft.com/office/drawing/2014/main" id="{64C9522B-91F6-3DA4-7ED7-CB0610BE3B3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2" name="Straight Connector 1111">
                  <a:extLst>
                    <a:ext uri="{FF2B5EF4-FFF2-40B4-BE49-F238E27FC236}">
                      <a16:creationId xmlns:a16="http://schemas.microsoft.com/office/drawing/2014/main" id="{6B912563-81E4-DEF3-87D0-E94B499107F3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75" name="Group 1074">
                <a:extLst>
                  <a:ext uri="{FF2B5EF4-FFF2-40B4-BE49-F238E27FC236}">
                    <a16:creationId xmlns:a16="http://schemas.microsoft.com/office/drawing/2014/main" id="{CE2708CB-2F5B-ADDF-370E-AFEECE95D701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085" name="Group 1084">
                  <a:extLst>
                    <a:ext uri="{FF2B5EF4-FFF2-40B4-BE49-F238E27FC236}">
                      <a16:creationId xmlns:a16="http://schemas.microsoft.com/office/drawing/2014/main" id="{58235040-9B29-C1E5-6351-61EDC7FF5A13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99" name="Oval 1098">
                    <a:extLst>
                      <a:ext uri="{FF2B5EF4-FFF2-40B4-BE49-F238E27FC236}">
                        <a16:creationId xmlns:a16="http://schemas.microsoft.com/office/drawing/2014/main" id="{39E17C90-011B-88AE-614B-ED45492461E8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100" name="Group 1099">
                    <a:extLst>
                      <a:ext uri="{FF2B5EF4-FFF2-40B4-BE49-F238E27FC236}">
                        <a16:creationId xmlns:a16="http://schemas.microsoft.com/office/drawing/2014/main" id="{B69C12CD-E916-214F-4BBD-2AD2BC15D3B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101" name="Oval 1100">
                      <a:extLst>
                        <a:ext uri="{FF2B5EF4-FFF2-40B4-BE49-F238E27FC236}">
                          <a16:creationId xmlns:a16="http://schemas.microsoft.com/office/drawing/2014/main" id="{2E7EB233-84A6-E1B9-9E1B-B8CA22CEB323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2" name="Oval 1101">
                      <a:extLst>
                        <a:ext uri="{FF2B5EF4-FFF2-40B4-BE49-F238E27FC236}">
                          <a16:creationId xmlns:a16="http://schemas.microsoft.com/office/drawing/2014/main" id="{B6514804-0995-76C0-1436-29E0850D562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3" name="Oval 1102">
                      <a:extLst>
                        <a:ext uri="{FF2B5EF4-FFF2-40B4-BE49-F238E27FC236}">
                          <a16:creationId xmlns:a16="http://schemas.microsoft.com/office/drawing/2014/main" id="{743151E2-AF45-7FC1-C17D-B3776DC6F2BF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4" name="Oval 1103">
                      <a:extLst>
                        <a:ext uri="{FF2B5EF4-FFF2-40B4-BE49-F238E27FC236}">
                          <a16:creationId xmlns:a16="http://schemas.microsoft.com/office/drawing/2014/main" id="{5CEA24AC-47AA-BA6A-1089-08E60797BC5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5" name="Arc 1104">
                      <a:extLst>
                        <a:ext uri="{FF2B5EF4-FFF2-40B4-BE49-F238E27FC236}">
                          <a16:creationId xmlns:a16="http://schemas.microsoft.com/office/drawing/2014/main" id="{93520EC4-26D6-380E-4583-F4DD82FDAD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06" name="Oval 1105">
                      <a:extLst>
                        <a:ext uri="{FF2B5EF4-FFF2-40B4-BE49-F238E27FC236}">
                          <a16:creationId xmlns:a16="http://schemas.microsoft.com/office/drawing/2014/main" id="{9D0B6BDA-7AC8-65E9-7239-E6B3987C75CC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07" name="Arc 1106">
                      <a:extLst>
                        <a:ext uri="{FF2B5EF4-FFF2-40B4-BE49-F238E27FC236}">
                          <a16:creationId xmlns:a16="http://schemas.microsoft.com/office/drawing/2014/main" id="{AAA58626-F418-F272-CB20-4C1AFE5D6B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08" name="Arc 1107">
                      <a:extLst>
                        <a:ext uri="{FF2B5EF4-FFF2-40B4-BE49-F238E27FC236}">
                          <a16:creationId xmlns:a16="http://schemas.microsoft.com/office/drawing/2014/main" id="{831B8263-3C1B-1429-CCFD-104866C0929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086" name="Group 1085">
                  <a:extLst>
                    <a:ext uri="{FF2B5EF4-FFF2-40B4-BE49-F238E27FC236}">
                      <a16:creationId xmlns:a16="http://schemas.microsoft.com/office/drawing/2014/main" id="{9B9EAE2F-1A95-97DC-FAD8-CEAB267C9CAD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089" name="Oval 1088">
                    <a:extLst>
                      <a:ext uri="{FF2B5EF4-FFF2-40B4-BE49-F238E27FC236}">
                        <a16:creationId xmlns:a16="http://schemas.microsoft.com/office/drawing/2014/main" id="{C2BEFA76-810F-1325-4CEB-46C226F3B59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090" name="Group 1089">
                    <a:extLst>
                      <a:ext uri="{FF2B5EF4-FFF2-40B4-BE49-F238E27FC236}">
                        <a16:creationId xmlns:a16="http://schemas.microsoft.com/office/drawing/2014/main" id="{51A06428-5D5D-0B72-1281-5C8F4487406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091" name="Oval 1090">
                      <a:extLst>
                        <a:ext uri="{FF2B5EF4-FFF2-40B4-BE49-F238E27FC236}">
                          <a16:creationId xmlns:a16="http://schemas.microsoft.com/office/drawing/2014/main" id="{BA31DA2C-B5B4-478C-5CB8-7B2E3D3AEE8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92" name="Oval 1091">
                      <a:extLst>
                        <a:ext uri="{FF2B5EF4-FFF2-40B4-BE49-F238E27FC236}">
                          <a16:creationId xmlns:a16="http://schemas.microsoft.com/office/drawing/2014/main" id="{42539FDE-52CC-4D73-FC16-3D71426A177D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93" name="Oval 1092">
                      <a:extLst>
                        <a:ext uri="{FF2B5EF4-FFF2-40B4-BE49-F238E27FC236}">
                          <a16:creationId xmlns:a16="http://schemas.microsoft.com/office/drawing/2014/main" id="{A2C4CA03-4E58-9478-FCFD-6A41B2BC7130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94" name="Oval 1093">
                      <a:extLst>
                        <a:ext uri="{FF2B5EF4-FFF2-40B4-BE49-F238E27FC236}">
                          <a16:creationId xmlns:a16="http://schemas.microsoft.com/office/drawing/2014/main" id="{E32DADDC-12B5-4F0B-C79D-2336E7A2AE0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95" name="Arc 1094">
                      <a:extLst>
                        <a:ext uri="{FF2B5EF4-FFF2-40B4-BE49-F238E27FC236}">
                          <a16:creationId xmlns:a16="http://schemas.microsoft.com/office/drawing/2014/main" id="{04D156B8-4AF9-80E2-67E5-B61F4CB39E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96" name="Oval 1095">
                      <a:extLst>
                        <a:ext uri="{FF2B5EF4-FFF2-40B4-BE49-F238E27FC236}">
                          <a16:creationId xmlns:a16="http://schemas.microsoft.com/office/drawing/2014/main" id="{C531D392-D125-A286-17AD-5014CE47F1E1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97" name="Arc 1096">
                      <a:extLst>
                        <a:ext uri="{FF2B5EF4-FFF2-40B4-BE49-F238E27FC236}">
                          <a16:creationId xmlns:a16="http://schemas.microsoft.com/office/drawing/2014/main" id="{62132A74-64D4-E204-EA22-ADB2429C34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98" name="Arc 1097">
                      <a:extLst>
                        <a:ext uri="{FF2B5EF4-FFF2-40B4-BE49-F238E27FC236}">
                          <a16:creationId xmlns:a16="http://schemas.microsoft.com/office/drawing/2014/main" id="{86399A71-EDDA-D959-4E04-47B01996542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087" name="Straight Connector 1086">
                  <a:extLst>
                    <a:ext uri="{FF2B5EF4-FFF2-40B4-BE49-F238E27FC236}">
                      <a16:creationId xmlns:a16="http://schemas.microsoft.com/office/drawing/2014/main" id="{780E1E61-9A23-0468-9CEE-25D72CAD7826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8" name="Straight Connector 1087">
                  <a:extLst>
                    <a:ext uri="{FF2B5EF4-FFF2-40B4-BE49-F238E27FC236}">
                      <a16:creationId xmlns:a16="http://schemas.microsoft.com/office/drawing/2014/main" id="{1A1F378D-4F03-D087-92A2-7A60DCFAC29D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76" name="Group 1075">
                <a:extLst>
                  <a:ext uri="{FF2B5EF4-FFF2-40B4-BE49-F238E27FC236}">
                    <a16:creationId xmlns:a16="http://schemas.microsoft.com/office/drawing/2014/main" id="{509A4573-E2AB-870E-6239-3B6F739CB560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077" name="Moon 1076">
                  <a:extLst>
                    <a:ext uri="{FF2B5EF4-FFF2-40B4-BE49-F238E27FC236}">
                      <a16:creationId xmlns:a16="http://schemas.microsoft.com/office/drawing/2014/main" id="{941A19F1-053F-831A-FE6F-F1860603C6DF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8" name="Oval 1077">
                  <a:extLst>
                    <a:ext uri="{FF2B5EF4-FFF2-40B4-BE49-F238E27FC236}">
                      <a16:creationId xmlns:a16="http://schemas.microsoft.com/office/drawing/2014/main" id="{802619CE-3F4D-7A4A-A398-6415824FD6FA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9" name="Oval 1078">
                  <a:extLst>
                    <a:ext uri="{FF2B5EF4-FFF2-40B4-BE49-F238E27FC236}">
                      <a16:creationId xmlns:a16="http://schemas.microsoft.com/office/drawing/2014/main" id="{F9695BC3-78E0-156C-4D1D-ED970E5E1D1C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0" name="Oval 1079">
                  <a:extLst>
                    <a:ext uri="{FF2B5EF4-FFF2-40B4-BE49-F238E27FC236}">
                      <a16:creationId xmlns:a16="http://schemas.microsoft.com/office/drawing/2014/main" id="{82E11309-4F2D-8A9F-0C84-57F369E26684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1" name="Oval 1080">
                  <a:extLst>
                    <a:ext uri="{FF2B5EF4-FFF2-40B4-BE49-F238E27FC236}">
                      <a16:creationId xmlns:a16="http://schemas.microsoft.com/office/drawing/2014/main" id="{1B3A5722-D4FD-F75E-FB3A-248B7FD13EA1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2" name="Oval 1081">
                  <a:extLst>
                    <a:ext uri="{FF2B5EF4-FFF2-40B4-BE49-F238E27FC236}">
                      <a16:creationId xmlns:a16="http://schemas.microsoft.com/office/drawing/2014/main" id="{CFF962AF-4DC0-CBC3-F24A-7D5AE5E34866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3" name="Oval 1082">
                  <a:extLst>
                    <a:ext uri="{FF2B5EF4-FFF2-40B4-BE49-F238E27FC236}">
                      <a16:creationId xmlns:a16="http://schemas.microsoft.com/office/drawing/2014/main" id="{900EA7C9-FE55-97D7-8C6A-BDD5697F7803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4" name="Oval 1083">
                  <a:extLst>
                    <a:ext uri="{FF2B5EF4-FFF2-40B4-BE49-F238E27FC236}">
                      <a16:creationId xmlns:a16="http://schemas.microsoft.com/office/drawing/2014/main" id="{5E002A03-93EA-0D87-D2C1-1B702914E342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69AF08B-BB6D-4E00-4974-67A1E5A379B9}"/>
              </a:ext>
            </a:extLst>
          </p:cNvPr>
          <p:cNvGrpSpPr/>
          <p:nvPr/>
        </p:nvGrpSpPr>
        <p:grpSpPr>
          <a:xfrm rot="5400000" flipH="1" flipV="1">
            <a:off x="4697358" y="3574712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199286CB-015B-B83A-D124-66AB4E4B31AD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047" name="Group 1046">
                <a:extLst>
                  <a:ext uri="{FF2B5EF4-FFF2-40B4-BE49-F238E27FC236}">
                    <a16:creationId xmlns:a16="http://schemas.microsoft.com/office/drawing/2014/main" id="{A6B71AD7-4757-5A47-626C-B5F342251782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61" name="Oval 1060">
                  <a:extLst>
                    <a:ext uri="{FF2B5EF4-FFF2-40B4-BE49-F238E27FC236}">
                      <a16:creationId xmlns:a16="http://schemas.microsoft.com/office/drawing/2014/main" id="{4CBD2BD5-29AF-15FA-C9B4-FD9DE607C5B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4796167C-C78F-E894-3D76-4C81E69F862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63" name="Oval 1062">
                    <a:extLst>
                      <a:ext uri="{FF2B5EF4-FFF2-40B4-BE49-F238E27FC236}">
                        <a16:creationId xmlns:a16="http://schemas.microsoft.com/office/drawing/2014/main" id="{500BABB2-4ADB-F6FB-84A2-134AA93D8A74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4" name="Oval 1063">
                    <a:extLst>
                      <a:ext uri="{FF2B5EF4-FFF2-40B4-BE49-F238E27FC236}">
                        <a16:creationId xmlns:a16="http://schemas.microsoft.com/office/drawing/2014/main" id="{CB31D29A-2BB1-7E61-E0D3-4CF0A8ED2F0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5" name="Oval 1064">
                    <a:extLst>
                      <a:ext uri="{FF2B5EF4-FFF2-40B4-BE49-F238E27FC236}">
                        <a16:creationId xmlns:a16="http://schemas.microsoft.com/office/drawing/2014/main" id="{B7F5FC78-AC9F-D51A-EDBB-1122929E3D5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6" name="Oval 1065">
                    <a:extLst>
                      <a:ext uri="{FF2B5EF4-FFF2-40B4-BE49-F238E27FC236}">
                        <a16:creationId xmlns:a16="http://schemas.microsoft.com/office/drawing/2014/main" id="{AAEC810E-AC60-5AAD-BCD6-DE4FC608B1C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7" name="Arc 1066">
                    <a:extLst>
                      <a:ext uri="{FF2B5EF4-FFF2-40B4-BE49-F238E27FC236}">
                        <a16:creationId xmlns:a16="http://schemas.microsoft.com/office/drawing/2014/main" id="{34763733-C362-AEB4-17B4-A0A830DD9C83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8" name="Oval 1067">
                    <a:extLst>
                      <a:ext uri="{FF2B5EF4-FFF2-40B4-BE49-F238E27FC236}">
                        <a16:creationId xmlns:a16="http://schemas.microsoft.com/office/drawing/2014/main" id="{9A421AA1-BF95-CEB0-D508-C02A9FEC2ED4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9" name="Arc 1068">
                    <a:extLst>
                      <a:ext uri="{FF2B5EF4-FFF2-40B4-BE49-F238E27FC236}">
                        <a16:creationId xmlns:a16="http://schemas.microsoft.com/office/drawing/2014/main" id="{B28C6C82-5516-984F-1E32-76D54184A94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0" name="Arc 1069">
                    <a:extLst>
                      <a:ext uri="{FF2B5EF4-FFF2-40B4-BE49-F238E27FC236}">
                        <a16:creationId xmlns:a16="http://schemas.microsoft.com/office/drawing/2014/main" id="{A4858AD6-28BD-3021-9A04-64CF6106D484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48" name="Group 1047">
                <a:extLst>
                  <a:ext uri="{FF2B5EF4-FFF2-40B4-BE49-F238E27FC236}">
                    <a16:creationId xmlns:a16="http://schemas.microsoft.com/office/drawing/2014/main" id="{55FC951B-1222-0B45-C514-0B6A13C58719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51" name="Oval 1050">
                  <a:extLst>
                    <a:ext uri="{FF2B5EF4-FFF2-40B4-BE49-F238E27FC236}">
                      <a16:creationId xmlns:a16="http://schemas.microsoft.com/office/drawing/2014/main" id="{B2B9035C-E064-96E1-77DE-F6C69B36198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52" name="Group 1051">
                  <a:extLst>
                    <a:ext uri="{FF2B5EF4-FFF2-40B4-BE49-F238E27FC236}">
                      <a16:creationId xmlns:a16="http://schemas.microsoft.com/office/drawing/2014/main" id="{951C3C9A-0CF5-B274-B048-BC87B321DB2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53" name="Oval 1052">
                    <a:extLst>
                      <a:ext uri="{FF2B5EF4-FFF2-40B4-BE49-F238E27FC236}">
                        <a16:creationId xmlns:a16="http://schemas.microsoft.com/office/drawing/2014/main" id="{C647C31F-C748-28B7-6D33-26ED71912E8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54" name="Oval 1053">
                    <a:extLst>
                      <a:ext uri="{FF2B5EF4-FFF2-40B4-BE49-F238E27FC236}">
                        <a16:creationId xmlns:a16="http://schemas.microsoft.com/office/drawing/2014/main" id="{E0AB8F06-B906-86A0-9BBA-15C5613BB001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55" name="Oval 1054">
                    <a:extLst>
                      <a:ext uri="{FF2B5EF4-FFF2-40B4-BE49-F238E27FC236}">
                        <a16:creationId xmlns:a16="http://schemas.microsoft.com/office/drawing/2014/main" id="{DAEFEB93-A2BF-13FA-AB15-5B234AD2E06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56" name="Oval 1055">
                    <a:extLst>
                      <a:ext uri="{FF2B5EF4-FFF2-40B4-BE49-F238E27FC236}">
                        <a16:creationId xmlns:a16="http://schemas.microsoft.com/office/drawing/2014/main" id="{DFAE9E90-A24C-9BE0-D16A-A539CBF7D30E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57" name="Arc 1056">
                    <a:extLst>
                      <a:ext uri="{FF2B5EF4-FFF2-40B4-BE49-F238E27FC236}">
                        <a16:creationId xmlns:a16="http://schemas.microsoft.com/office/drawing/2014/main" id="{613316B1-BE9F-B3E2-FD2F-FD176AC7B79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8" name="Oval 1057">
                    <a:extLst>
                      <a:ext uri="{FF2B5EF4-FFF2-40B4-BE49-F238E27FC236}">
                        <a16:creationId xmlns:a16="http://schemas.microsoft.com/office/drawing/2014/main" id="{E842365F-E0F6-3EA3-BD21-BB52E3FFEC3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59" name="Arc 1058">
                    <a:extLst>
                      <a:ext uri="{FF2B5EF4-FFF2-40B4-BE49-F238E27FC236}">
                        <a16:creationId xmlns:a16="http://schemas.microsoft.com/office/drawing/2014/main" id="{2DE4F715-1298-E8B6-38FF-19DF8620BBC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0" name="Arc 1059">
                    <a:extLst>
                      <a:ext uri="{FF2B5EF4-FFF2-40B4-BE49-F238E27FC236}">
                        <a16:creationId xmlns:a16="http://schemas.microsoft.com/office/drawing/2014/main" id="{FE3CD306-E803-60A9-8298-554294A709B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1F616456-7871-CDCE-1E2C-8E4CACF37474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0" name="Straight Connector 1049">
                <a:extLst>
                  <a:ext uri="{FF2B5EF4-FFF2-40B4-BE49-F238E27FC236}">
                    <a16:creationId xmlns:a16="http://schemas.microsoft.com/office/drawing/2014/main" id="{22D3AEF9-3A72-A91D-3C8C-8E559A88371F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3" name="Group 1012">
              <a:extLst>
                <a:ext uri="{FF2B5EF4-FFF2-40B4-BE49-F238E27FC236}">
                  <a16:creationId xmlns:a16="http://schemas.microsoft.com/office/drawing/2014/main" id="{B1FEEBEC-F21C-5DAE-4215-31C57BCC4E7A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023" name="Group 1022">
                <a:extLst>
                  <a:ext uri="{FF2B5EF4-FFF2-40B4-BE49-F238E27FC236}">
                    <a16:creationId xmlns:a16="http://schemas.microsoft.com/office/drawing/2014/main" id="{37F9E6C5-4347-4995-62E3-59451EDFA21B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37" name="Oval 1036">
                  <a:extLst>
                    <a:ext uri="{FF2B5EF4-FFF2-40B4-BE49-F238E27FC236}">
                      <a16:creationId xmlns:a16="http://schemas.microsoft.com/office/drawing/2014/main" id="{D7222A86-B4FD-1FEB-F047-E73196F4D33F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38" name="Group 1037">
                  <a:extLst>
                    <a:ext uri="{FF2B5EF4-FFF2-40B4-BE49-F238E27FC236}">
                      <a16:creationId xmlns:a16="http://schemas.microsoft.com/office/drawing/2014/main" id="{C29EA868-0D6F-F464-DD7B-D6ABC227552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39" name="Oval 1038">
                    <a:extLst>
                      <a:ext uri="{FF2B5EF4-FFF2-40B4-BE49-F238E27FC236}">
                        <a16:creationId xmlns:a16="http://schemas.microsoft.com/office/drawing/2014/main" id="{54D52A01-652C-6814-7F49-C5285E56AFA7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40" name="Oval 1039">
                    <a:extLst>
                      <a:ext uri="{FF2B5EF4-FFF2-40B4-BE49-F238E27FC236}">
                        <a16:creationId xmlns:a16="http://schemas.microsoft.com/office/drawing/2014/main" id="{BACBF067-7934-E683-753C-91319AE5B26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41" name="Oval 1040">
                    <a:extLst>
                      <a:ext uri="{FF2B5EF4-FFF2-40B4-BE49-F238E27FC236}">
                        <a16:creationId xmlns:a16="http://schemas.microsoft.com/office/drawing/2014/main" id="{E3396AA5-EC54-5A60-D8CC-3613FBBFCB0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42" name="Oval 1041">
                    <a:extLst>
                      <a:ext uri="{FF2B5EF4-FFF2-40B4-BE49-F238E27FC236}">
                        <a16:creationId xmlns:a16="http://schemas.microsoft.com/office/drawing/2014/main" id="{30DFE61A-4A57-EFE7-AF2A-34367F0DB4A5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43" name="Arc 1042">
                    <a:extLst>
                      <a:ext uri="{FF2B5EF4-FFF2-40B4-BE49-F238E27FC236}">
                        <a16:creationId xmlns:a16="http://schemas.microsoft.com/office/drawing/2014/main" id="{388C407A-C2E6-5F96-FEE4-B754DFA1703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4" name="Oval 1043">
                    <a:extLst>
                      <a:ext uri="{FF2B5EF4-FFF2-40B4-BE49-F238E27FC236}">
                        <a16:creationId xmlns:a16="http://schemas.microsoft.com/office/drawing/2014/main" id="{A65850D3-404F-1B8C-0650-B2F0A1E96AB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45" name="Arc 1044">
                    <a:extLst>
                      <a:ext uri="{FF2B5EF4-FFF2-40B4-BE49-F238E27FC236}">
                        <a16:creationId xmlns:a16="http://schemas.microsoft.com/office/drawing/2014/main" id="{EC72D632-8BEC-2E13-4F1F-74D3B1B2EC5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6" name="Arc 1045">
                    <a:extLst>
                      <a:ext uri="{FF2B5EF4-FFF2-40B4-BE49-F238E27FC236}">
                        <a16:creationId xmlns:a16="http://schemas.microsoft.com/office/drawing/2014/main" id="{EF6B31F2-ED4A-95BC-5427-18964A7C5C87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24" name="Group 1023">
                <a:extLst>
                  <a:ext uri="{FF2B5EF4-FFF2-40B4-BE49-F238E27FC236}">
                    <a16:creationId xmlns:a16="http://schemas.microsoft.com/office/drawing/2014/main" id="{771D7B4C-6859-58E3-9B3F-4652E7F72F86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27" name="Oval 1026">
                  <a:extLst>
                    <a:ext uri="{FF2B5EF4-FFF2-40B4-BE49-F238E27FC236}">
                      <a16:creationId xmlns:a16="http://schemas.microsoft.com/office/drawing/2014/main" id="{26E3B8F0-333C-FFE7-A928-2BC0848CAAC2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28" name="Group 1027">
                  <a:extLst>
                    <a:ext uri="{FF2B5EF4-FFF2-40B4-BE49-F238E27FC236}">
                      <a16:creationId xmlns:a16="http://schemas.microsoft.com/office/drawing/2014/main" id="{57C053BB-D12C-5CB1-A067-BA879CB17BD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29" name="Oval 1028">
                    <a:extLst>
                      <a:ext uri="{FF2B5EF4-FFF2-40B4-BE49-F238E27FC236}">
                        <a16:creationId xmlns:a16="http://schemas.microsoft.com/office/drawing/2014/main" id="{36D27ADC-373B-2C15-E743-31081860434B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30" name="Oval 1029">
                    <a:extLst>
                      <a:ext uri="{FF2B5EF4-FFF2-40B4-BE49-F238E27FC236}">
                        <a16:creationId xmlns:a16="http://schemas.microsoft.com/office/drawing/2014/main" id="{A50DF0DD-88C8-E16B-6362-B1DA6241210C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31" name="Oval 1030">
                    <a:extLst>
                      <a:ext uri="{FF2B5EF4-FFF2-40B4-BE49-F238E27FC236}">
                        <a16:creationId xmlns:a16="http://schemas.microsoft.com/office/drawing/2014/main" id="{995ACDD0-5E81-8E68-E8F1-E60CD689157E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32" name="Oval 1031">
                    <a:extLst>
                      <a:ext uri="{FF2B5EF4-FFF2-40B4-BE49-F238E27FC236}">
                        <a16:creationId xmlns:a16="http://schemas.microsoft.com/office/drawing/2014/main" id="{11E0E4B2-E191-FC51-8B43-CF38396E0F6A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33" name="Arc 1032">
                    <a:extLst>
                      <a:ext uri="{FF2B5EF4-FFF2-40B4-BE49-F238E27FC236}">
                        <a16:creationId xmlns:a16="http://schemas.microsoft.com/office/drawing/2014/main" id="{C9035FF5-AD47-7B56-7B05-0596B7273C3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4" name="Oval 1033">
                    <a:extLst>
                      <a:ext uri="{FF2B5EF4-FFF2-40B4-BE49-F238E27FC236}">
                        <a16:creationId xmlns:a16="http://schemas.microsoft.com/office/drawing/2014/main" id="{C172F049-8D80-CA3B-C60C-AF5A33C9CC16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35" name="Arc 1034">
                    <a:extLst>
                      <a:ext uri="{FF2B5EF4-FFF2-40B4-BE49-F238E27FC236}">
                        <a16:creationId xmlns:a16="http://schemas.microsoft.com/office/drawing/2014/main" id="{8DD4161E-40F9-357A-AAA2-AA39E372784B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6" name="Arc 1035">
                    <a:extLst>
                      <a:ext uri="{FF2B5EF4-FFF2-40B4-BE49-F238E27FC236}">
                        <a16:creationId xmlns:a16="http://schemas.microsoft.com/office/drawing/2014/main" id="{AF38DF2A-4827-45AE-FBA8-7F8F3231287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025" name="Straight Connector 1024">
                <a:extLst>
                  <a:ext uri="{FF2B5EF4-FFF2-40B4-BE49-F238E27FC236}">
                    <a16:creationId xmlns:a16="http://schemas.microsoft.com/office/drawing/2014/main" id="{FDCC460C-A9B1-2D89-66A9-0AABCB95ADE6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6" name="Straight Connector 1025">
                <a:extLst>
                  <a:ext uri="{FF2B5EF4-FFF2-40B4-BE49-F238E27FC236}">
                    <a16:creationId xmlns:a16="http://schemas.microsoft.com/office/drawing/2014/main" id="{08C4B36A-5DC0-B435-A912-CAB959FAC73D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4" name="Group 1013">
              <a:extLst>
                <a:ext uri="{FF2B5EF4-FFF2-40B4-BE49-F238E27FC236}">
                  <a16:creationId xmlns:a16="http://schemas.microsoft.com/office/drawing/2014/main" id="{3B64457D-1632-6CF0-7A4C-786A5C4C3999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1015" name="Moon 1014">
                <a:extLst>
                  <a:ext uri="{FF2B5EF4-FFF2-40B4-BE49-F238E27FC236}">
                    <a16:creationId xmlns:a16="http://schemas.microsoft.com/office/drawing/2014/main" id="{9C2A9BBB-AEF5-9EA7-4389-49E22DD642D6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6" name="Oval 1015">
                <a:extLst>
                  <a:ext uri="{FF2B5EF4-FFF2-40B4-BE49-F238E27FC236}">
                    <a16:creationId xmlns:a16="http://schemas.microsoft.com/office/drawing/2014/main" id="{19F2C8D1-DCDF-B203-E390-4955BB0BEA06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7" name="Oval 1016">
                <a:extLst>
                  <a:ext uri="{FF2B5EF4-FFF2-40B4-BE49-F238E27FC236}">
                    <a16:creationId xmlns:a16="http://schemas.microsoft.com/office/drawing/2014/main" id="{6FEFC7AB-C7D6-462B-0B91-6CD8E544A3CA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8" name="Oval 1017">
                <a:extLst>
                  <a:ext uri="{FF2B5EF4-FFF2-40B4-BE49-F238E27FC236}">
                    <a16:creationId xmlns:a16="http://schemas.microsoft.com/office/drawing/2014/main" id="{AB8AA16E-F320-413E-6817-EF33CA4F7654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9" name="Oval 1018">
                <a:extLst>
                  <a:ext uri="{FF2B5EF4-FFF2-40B4-BE49-F238E27FC236}">
                    <a16:creationId xmlns:a16="http://schemas.microsoft.com/office/drawing/2014/main" id="{8F7B5A67-8157-FEAF-0015-BF95A20523F3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0" name="Oval 1019">
                <a:extLst>
                  <a:ext uri="{FF2B5EF4-FFF2-40B4-BE49-F238E27FC236}">
                    <a16:creationId xmlns:a16="http://schemas.microsoft.com/office/drawing/2014/main" id="{0775D1E8-3FC2-624F-247A-927349EB36B4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1" name="Oval 1020">
                <a:extLst>
                  <a:ext uri="{FF2B5EF4-FFF2-40B4-BE49-F238E27FC236}">
                    <a16:creationId xmlns:a16="http://schemas.microsoft.com/office/drawing/2014/main" id="{0A597D8C-A372-7D4F-12A7-C3483378957E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2" name="Oval 1021">
                <a:extLst>
                  <a:ext uri="{FF2B5EF4-FFF2-40B4-BE49-F238E27FC236}">
                    <a16:creationId xmlns:a16="http://schemas.microsoft.com/office/drawing/2014/main" id="{7EE41433-B131-46D0-3A41-A1AE6380A34C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D6A6A72-230C-F455-869B-A2CA1F8B4187}"/>
              </a:ext>
            </a:extLst>
          </p:cNvPr>
          <p:cNvGrpSpPr/>
          <p:nvPr/>
        </p:nvGrpSpPr>
        <p:grpSpPr>
          <a:xfrm rot="5400000" flipH="1" flipV="1">
            <a:off x="4653930" y="2934936"/>
            <a:ext cx="144704" cy="348791"/>
            <a:chOff x="8901293" y="933753"/>
            <a:chExt cx="2135899" cy="5148330"/>
          </a:xfrm>
          <a:solidFill>
            <a:srgbClr val="0070C0"/>
          </a:solidFill>
        </p:grpSpPr>
        <p:grpSp>
          <p:nvGrpSpPr>
            <p:cNvPr id="953" name="Group 952">
              <a:extLst>
                <a:ext uri="{FF2B5EF4-FFF2-40B4-BE49-F238E27FC236}">
                  <a16:creationId xmlns:a16="http://schemas.microsoft.com/office/drawing/2014/main" id="{0F6225B0-D62C-DB04-12C2-F5D248BCD8BA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988" name="Group 987">
                <a:extLst>
                  <a:ext uri="{FF2B5EF4-FFF2-40B4-BE49-F238E27FC236}">
                    <a16:creationId xmlns:a16="http://schemas.microsoft.com/office/drawing/2014/main" id="{80F2E49F-40C6-4C53-A503-7045F1D78147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02" name="Oval 1001">
                  <a:extLst>
                    <a:ext uri="{FF2B5EF4-FFF2-40B4-BE49-F238E27FC236}">
                      <a16:creationId xmlns:a16="http://schemas.microsoft.com/office/drawing/2014/main" id="{4FB554C3-C191-E091-E1C1-79C1D85E2AF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03" name="Group 1002">
                  <a:extLst>
                    <a:ext uri="{FF2B5EF4-FFF2-40B4-BE49-F238E27FC236}">
                      <a16:creationId xmlns:a16="http://schemas.microsoft.com/office/drawing/2014/main" id="{FE9F4432-DFED-1464-35EF-0B7A3917539B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04" name="Oval 1003">
                    <a:extLst>
                      <a:ext uri="{FF2B5EF4-FFF2-40B4-BE49-F238E27FC236}">
                        <a16:creationId xmlns:a16="http://schemas.microsoft.com/office/drawing/2014/main" id="{10250EFF-3F50-0DBF-E666-8DDE3417DDC6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05" name="Oval 1004">
                    <a:extLst>
                      <a:ext uri="{FF2B5EF4-FFF2-40B4-BE49-F238E27FC236}">
                        <a16:creationId xmlns:a16="http://schemas.microsoft.com/office/drawing/2014/main" id="{71FE3E59-CE88-0038-ED50-BFDBB0A9E3F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06" name="Oval 1005">
                    <a:extLst>
                      <a:ext uri="{FF2B5EF4-FFF2-40B4-BE49-F238E27FC236}">
                        <a16:creationId xmlns:a16="http://schemas.microsoft.com/office/drawing/2014/main" id="{7D2CD448-D22D-F9E6-C952-505A1BC6C19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07" name="Oval 1006">
                    <a:extLst>
                      <a:ext uri="{FF2B5EF4-FFF2-40B4-BE49-F238E27FC236}">
                        <a16:creationId xmlns:a16="http://schemas.microsoft.com/office/drawing/2014/main" id="{5CCB867D-9990-DFA0-C39C-B2F6F64B0B69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08" name="Arc 1007">
                    <a:extLst>
                      <a:ext uri="{FF2B5EF4-FFF2-40B4-BE49-F238E27FC236}">
                        <a16:creationId xmlns:a16="http://schemas.microsoft.com/office/drawing/2014/main" id="{5A987961-E74A-A6CE-A840-1C5802BDEACF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9" name="Oval 1008">
                    <a:extLst>
                      <a:ext uri="{FF2B5EF4-FFF2-40B4-BE49-F238E27FC236}">
                        <a16:creationId xmlns:a16="http://schemas.microsoft.com/office/drawing/2014/main" id="{35F10B46-2043-EE60-7E7C-15ED847B2458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10" name="Arc 1009">
                    <a:extLst>
                      <a:ext uri="{FF2B5EF4-FFF2-40B4-BE49-F238E27FC236}">
                        <a16:creationId xmlns:a16="http://schemas.microsoft.com/office/drawing/2014/main" id="{17A9B2E3-DA38-6CB2-65A2-456F92940B1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1" name="Arc 1010">
                    <a:extLst>
                      <a:ext uri="{FF2B5EF4-FFF2-40B4-BE49-F238E27FC236}">
                        <a16:creationId xmlns:a16="http://schemas.microsoft.com/office/drawing/2014/main" id="{31C2DBAB-69EA-D42C-F415-A6F13FADA36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9" name="Group 988">
                <a:extLst>
                  <a:ext uri="{FF2B5EF4-FFF2-40B4-BE49-F238E27FC236}">
                    <a16:creationId xmlns:a16="http://schemas.microsoft.com/office/drawing/2014/main" id="{A9130BC1-545E-7197-8C7D-1991C1443FF2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92" name="Oval 991">
                  <a:extLst>
                    <a:ext uri="{FF2B5EF4-FFF2-40B4-BE49-F238E27FC236}">
                      <a16:creationId xmlns:a16="http://schemas.microsoft.com/office/drawing/2014/main" id="{8459C16C-1CCC-849B-CF1F-91EAB7FCF5C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93" name="Group 992">
                  <a:extLst>
                    <a:ext uri="{FF2B5EF4-FFF2-40B4-BE49-F238E27FC236}">
                      <a16:creationId xmlns:a16="http://schemas.microsoft.com/office/drawing/2014/main" id="{9DC29F25-5086-D32F-3DF0-A2F4F2DDB402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94" name="Oval 993">
                    <a:extLst>
                      <a:ext uri="{FF2B5EF4-FFF2-40B4-BE49-F238E27FC236}">
                        <a16:creationId xmlns:a16="http://schemas.microsoft.com/office/drawing/2014/main" id="{3E37C73C-96D4-1AEB-1A10-B006A3C643AB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95" name="Oval 994">
                    <a:extLst>
                      <a:ext uri="{FF2B5EF4-FFF2-40B4-BE49-F238E27FC236}">
                        <a16:creationId xmlns:a16="http://schemas.microsoft.com/office/drawing/2014/main" id="{CAD48411-1E0B-753E-FFE5-0DD7B56DADBF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96" name="Oval 995">
                    <a:extLst>
                      <a:ext uri="{FF2B5EF4-FFF2-40B4-BE49-F238E27FC236}">
                        <a16:creationId xmlns:a16="http://schemas.microsoft.com/office/drawing/2014/main" id="{AD5E1277-EF6B-97D3-813D-5BE0A5C30715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97" name="Oval 996">
                    <a:extLst>
                      <a:ext uri="{FF2B5EF4-FFF2-40B4-BE49-F238E27FC236}">
                        <a16:creationId xmlns:a16="http://schemas.microsoft.com/office/drawing/2014/main" id="{C03598CB-BA31-744C-27FE-3BBBDD250DF5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98" name="Arc 997">
                    <a:extLst>
                      <a:ext uri="{FF2B5EF4-FFF2-40B4-BE49-F238E27FC236}">
                        <a16:creationId xmlns:a16="http://schemas.microsoft.com/office/drawing/2014/main" id="{2B14F0C1-665E-7557-F64A-322236A5FD3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9" name="Oval 998">
                    <a:extLst>
                      <a:ext uri="{FF2B5EF4-FFF2-40B4-BE49-F238E27FC236}">
                        <a16:creationId xmlns:a16="http://schemas.microsoft.com/office/drawing/2014/main" id="{B3EAA383-858C-1433-F328-8005E22CB47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00" name="Arc 999">
                    <a:extLst>
                      <a:ext uri="{FF2B5EF4-FFF2-40B4-BE49-F238E27FC236}">
                        <a16:creationId xmlns:a16="http://schemas.microsoft.com/office/drawing/2014/main" id="{00B0D44D-FE5E-3A90-EC29-CA1828FC6D2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1" name="Arc 1000">
                    <a:extLst>
                      <a:ext uri="{FF2B5EF4-FFF2-40B4-BE49-F238E27FC236}">
                        <a16:creationId xmlns:a16="http://schemas.microsoft.com/office/drawing/2014/main" id="{C45DE9CD-6D28-E5C9-5648-D91DD70B388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990" name="Straight Connector 989">
                <a:extLst>
                  <a:ext uri="{FF2B5EF4-FFF2-40B4-BE49-F238E27FC236}">
                    <a16:creationId xmlns:a16="http://schemas.microsoft.com/office/drawing/2014/main" id="{0BB08385-C293-CC9C-C067-5A10FD840D05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1" name="Straight Connector 990">
                <a:extLst>
                  <a:ext uri="{FF2B5EF4-FFF2-40B4-BE49-F238E27FC236}">
                    <a16:creationId xmlns:a16="http://schemas.microsoft.com/office/drawing/2014/main" id="{14A6E8F0-B6ED-86BB-2E53-CE6E847A603E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54" name="Group 953">
              <a:extLst>
                <a:ext uri="{FF2B5EF4-FFF2-40B4-BE49-F238E27FC236}">
                  <a16:creationId xmlns:a16="http://schemas.microsoft.com/office/drawing/2014/main" id="{6EF550AB-65CD-DBC4-ECCF-8BB26C33CAD2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964" name="Group 963">
                <a:extLst>
                  <a:ext uri="{FF2B5EF4-FFF2-40B4-BE49-F238E27FC236}">
                    <a16:creationId xmlns:a16="http://schemas.microsoft.com/office/drawing/2014/main" id="{404BF9AA-2322-6D30-2174-E515C7E24EBC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78" name="Oval 977">
                  <a:extLst>
                    <a:ext uri="{FF2B5EF4-FFF2-40B4-BE49-F238E27FC236}">
                      <a16:creationId xmlns:a16="http://schemas.microsoft.com/office/drawing/2014/main" id="{4417364C-005C-EA9B-1E6E-4CF848D60BE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79" name="Group 978">
                  <a:extLst>
                    <a:ext uri="{FF2B5EF4-FFF2-40B4-BE49-F238E27FC236}">
                      <a16:creationId xmlns:a16="http://schemas.microsoft.com/office/drawing/2014/main" id="{7F052F6E-D647-671C-BC8A-CEC965F9C61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80" name="Oval 979">
                    <a:extLst>
                      <a:ext uri="{FF2B5EF4-FFF2-40B4-BE49-F238E27FC236}">
                        <a16:creationId xmlns:a16="http://schemas.microsoft.com/office/drawing/2014/main" id="{DC1BD00C-8036-CE06-788F-299E3510722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1" name="Oval 980">
                    <a:extLst>
                      <a:ext uri="{FF2B5EF4-FFF2-40B4-BE49-F238E27FC236}">
                        <a16:creationId xmlns:a16="http://schemas.microsoft.com/office/drawing/2014/main" id="{119AF7B5-2104-4A39-E594-75EED878DC50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2" name="Oval 981">
                    <a:extLst>
                      <a:ext uri="{FF2B5EF4-FFF2-40B4-BE49-F238E27FC236}">
                        <a16:creationId xmlns:a16="http://schemas.microsoft.com/office/drawing/2014/main" id="{63E9BBA9-0D97-C23D-DCB1-6D1E0B71410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3" name="Oval 982">
                    <a:extLst>
                      <a:ext uri="{FF2B5EF4-FFF2-40B4-BE49-F238E27FC236}">
                        <a16:creationId xmlns:a16="http://schemas.microsoft.com/office/drawing/2014/main" id="{D7463E55-6F6F-C0C8-D782-EC0E431DC7D5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4" name="Arc 983">
                    <a:extLst>
                      <a:ext uri="{FF2B5EF4-FFF2-40B4-BE49-F238E27FC236}">
                        <a16:creationId xmlns:a16="http://schemas.microsoft.com/office/drawing/2014/main" id="{DB0C9134-8060-5E17-A332-CA50120FFDBD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5" name="Oval 984">
                    <a:extLst>
                      <a:ext uri="{FF2B5EF4-FFF2-40B4-BE49-F238E27FC236}">
                        <a16:creationId xmlns:a16="http://schemas.microsoft.com/office/drawing/2014/main" id="{EC0DAFCC-0C09-E165-2B56-27E29C36898A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6" name="Arc 985">
                    <a:extLst>
                      <a:ext uri="{FF2B5EF4-FFF2-40B4-BE49-F238E27FC236}">
                        <a16:creationId xmlns:a16="http://schemas.microsoft.com/office/drawing/2014/main" id="{2B0C8839-2EAA-873F-0F14-5DD876A23E1E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7" name="Arc 986">
                    <a:extLst>
                      <a:ext uri="{FF2B5EF4-FFF2-40B4-BE49-F238E27FC236}">
                        <a16:creationId xmlns:a16="http://schemas.microsoft.com/office/drawing/2014/main" id="{8F6332F6-E72A-2018-6ED6-A357FE28FC7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65" name="Group 964">
                <a:extLst>
                  <a:ext uri="{FF2B5EF4-FFF2-40B4-BE49-F238E27FC236}">
                    <a16:creationId xmlns:a16="http://schemas.microsoft.com/office/drawing/2014/main" id="{AFCCC6A6-51A3-6F7B-C872-4AE8434B37FD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68" name="Oval 967">
                  <a:extLst>
                    <a:ext uri="{FF2B5EF4-FFF2-40B4-BE49-F238E27FC236}">
                      <a16:creationId xmlns:a16="http://schemas.microsoft.com/office/drawing/2014/main" id="{DA2A23F1-44C2-ACE3-54D9-F397CC19EB2F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69" name="Group 968">
                  <a:extLst>
                    <a:ext uri="{FF2B5EF4-FFF2-40B4-BE49-F238E27FC236}">
                      <a16:creationId xmlns:a16="http://schemas.microsoft.com/office/drawing/2014/main" id="{954D66AF-75A8-F521-CCAF-175A7E18748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70" name="Oval 969">
                    <a:extLst>
                      <a:ext uri="{FF2B5EF4-FFF2-40B4-BE49-F238E27FC236}">
                        <a16:creationId xmlns:a16="http://schemas.microsoft.com/office/drawing/2014/main" id="{664C6F42-5E14-F18B-80EC-0B067DE76257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1" name="Oval 970">
                    <a:extLst>
                      <a:ext uri="{FF2B5EF4-FFF2-40B4-BE49-F238E27FC236}">
                        <a16:creationId xmlns:a16="http://schemas.microsoft.com/office/drawing/2014/main" id="{64535E63-A988-D5BA-0630-689DCA78B61F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2" name="Oval 971">
                    <a:extLst>
                      <a:ext uri="{FF2B5EF4-FFF2-40B4-BE49-F238E27FC236}">
                        <a16:creationId xmlns:a16="http://schemas.microsoft.com/office/drawing/2014/main" id="{79C88E6C-7452-A4F2-70CC-05DCC72D520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3" name="Oval 972">
                    <a:extLst>
                      <a:ext uri="{FF2B5EF4-FFF2-40B4-BE49-F238E27FC236}">
                        <a16:creationId xmlns:a16="http://schemas.microsoft.com/office/drawing/2014/main" id="{DB4F27F7-8646-58E4-2615-38A202D2C60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4" name="Arc 973">
                    <a:extLst>
                      <a:ext uri="{FF2B5EF4-FFF2-40B4-BE49-F238E27FC236}">
                        <a16:creationId xmlns:a16="http://schemas.microsoft.com/office/drawing/2014/main" id="{58A755F1-41A5-B611-5880-395F711F3F3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5" name="Oval 974">
                    <a:extLst>
                      <a:ext uri="{FF2B5EF4-FFF2-40B4-BE49-F238E27FC236}">
                        <a16:creationId xmlns:a16="http://schemas.microsoft.com/office/drawing/2014/main" id="{7AB87941-C1DA-8A85-30AE-533F56CEC19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6" name="Arc 975">
                    <a:extLst>
                      <a:ext uri="{FF2B5EF4-FFF2-40B4-BE49-F238E27FC236}">
                        <a16:creationId xmlns:a16="http://schemas.microsoft.com/office/drawing/2014/main" id="{CDF50D3C-C71C-DC44-DE86-890985A08FA2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7" name="Arc 976">
                    <a:extLst>
                      <a:ext uri="{FF2B5EF4-FFF2-40B4-BE49-F238E27FC236}">
                        <a16:creationId xmlns:a16="http://schemas.microsoft.com/office/drawing/2014/main" id="{140B5BBD-9C5B-E758-FC98-A222F2EEBEF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966" name="Straight Connector 965">
                <a:extLst>
                  <a:ext uri="{FF2B5EF4-FFF2-40B4-BE49-F238E27FC236}">
                    <a16:creationId xmlns:a16="http://schemas.microsoft.com/office/drawing/2014/main" id="{80B0F2E9-6FB8-1CA6-2342-B8A8FD3AA3DC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7" name="Straight Connector 966">
                <a:extLst>
                  <a:ext uri="{FF2B5EF4-FFF2-40B4-BE49-F238E27FC236}">
                    <a16:creationId xmlns:a16="http://schemas.microsoft.com/office/drawing/2014/main" id="{46F12DE3-8AAB-55D5-A181-0FACD8472CCD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55" name="Group 954">
              <a:extLst>
                <a:ext uri="{FF2B5EF4-FFF2-40B4-BE49-F238E27FC236}">
                  <a16:creationId xmlns:a16="http://schemas.microsoft.com/office/drawing/2014/main" id="{F1B5BF12-8F5F-5642-EF97-DD8136B353A5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956" name="Moon 955">
                <a:extLst>
                  <a:ext uri="{FF2B5EF4-FFF2-40B4-BE49-F238E27FC236}">
                    <a16:creationId xmlns:a16="http://schemas.microsoft.com/office/drawing/2014/main" id="{ACD59F9A-A60C-B1A1-5EF2-3376DF58A951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7" name="Oval 956">
                <a:extLst>
                  <a:ext uri="{FF2B5EF4-FFF2-40B4-BE49-F238E27FC236}">
                    <a16:creationId xmlns:a16="http://schemas.microsoft.com/office/drawing/2014/main" id="{0537E130-FDC6-3CB9-40F1-9F6734CA1F2E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8" name="Oval 957">
                <a:extLst>
                  <a:ext uri="{FF2B5EF4-FFF2-40B4-BE49-F238E27FC236}">
                    <a16:creationId xmlns:a16="http://schemas.microsoft.com/office/drawing/2014/main" id="{3E55D911-764A-15CA-9447-6DC07A8C3A77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9" name="Oval 958">
                <a:extLst>
                  <a:ext uri="{FF2B5EF4-FFF2-40B4-BE49-F238E27FC236}">
                    <a16:creationId xmlns:a16="http://schemas.microsoft.com/office/drawing/2014/main" id="{202A9229-0230-F477-E356-88D0BE969B83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0" name="Oval 959">
                <a:extLst>
                  <a:ext uri="{FF2B5EF4-FFF2-40B4-BE49-F238E27FC236}">
                    <a16:creationId xmlns:a16="http://schemas.microsoft.com/office/drawing/2014/main" id="{26A5421A-0281-1283-6A31-C068D946E07B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1" name="Oval 960">
                <a:extLst>
                  <a:ext uri="{FF2B5EF4-FFF2-40B4-BE49-F238E27FC236}">
                    <a16:creationId xmlns:a16="http://schemas.microsoft.com/office/drawing/2014/main" id="{5BCE5FEC-2192-290A-F847-AE141D4D6F41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2" name="Oval 961">
                <a:extLst>
                  <a:ext uri="{FF2B5EF4-FFF2-40B4-BE49-F238E27FC236}">
                    <a16:creationId xmlns:a16="http://schemas.microsoft.com/office/drawing/2014/main" id="{72FF9514-8412-9403-BFA5-702C1D9B023E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3" name="Oval 962">
                <a:extLst>
                  <a:ext uri="{FF2B5EF4-FFF2-40B4-BE49-F238E27FC236}">
                    <a16:creationId xmlns:a16="http://schemas.microsoft.com/office/drawing/2014/main" id="{CE00A83E-F691-47A8-5EF5-6CE91B955174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43D86C8-76F8-8BF5-F56F-F6D52003499B}"/>
              </a:ext>
            </a:extLst>
          </p:cNvPr>
          <p:cNvGrpSpPr/>
          <p:nvPr/>
        </p:nvGrpSpPr>
        <p:grpSpPr>
          <a:xfrm rot="5400000" flipH="1" flipV="1">
            <a:off x="4628817" y="2214057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894" name="Group 893">
              <a:extLst>
                <a:ext uri="{FF2B5EF4-FFF2-40B4-BE49-F238E27FC236}">
                  <a16:creationId xmlns:a16="http://schemas.microsoft.com/office/drawing/2014/main" id="{E55A620F-E64B-8958-19F2-9D33A8078B71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929" name="Group 928">
                <a:extLst>
                  <a:ext uri="{FF2B5EF4-FFF2-40B4-BE49-F238E27FC236}">
                    <a16:creationId xmlns:a16="http://schemas.microsoft.com/office/drawing/2014/main" id="{9A21FC46-50FF-8ABA-4870-F057D5838C01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43" name="Oval 942">
                  <a:extLst>
                    <a:ext uri="{FF2B5EF4-FFF2-40B4-BE49-F238E27FC236}">
                      <a16:creationId xmlns:a16="http://schemas.microsoft.com/office/drawing/2014/main" id="{4FC73CED-5316-6336-B168-773068436F9D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44" name="Group 943">
                  <a:extLst>
                    <a:ext uri="{FF2B5EF4-FFF2-40B4-BE49-F238E27FC236}">
                      <a16:creationId xmlns:a16="http://schemas.microsoft.com/office/drawing/2014/main" id="{C3ED7178-9B4C-12D3-D922-128B215BB0A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45" name="Oval 944">
                    <a:extLst>
                      <a:ext uri="{FF2B5EF4-FFF2-40B4-BE49-F238E27FC236}">
                        <a16:creationId xmlns:a16="http://schemas.microsoft.com/office/drawing/2014/main" id="{91324BEC-92C3-3293-82E9-FA63D710EB4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6" name="Oval 945">
                    <a:extLst>
                      <a:ext uri="{FF2B5EF4-FFF2-40B4-BE49-F238E27FC236}">
                        <a16:creationId xmlns:a16="http://schemas.microsoft.com/office/drawing/2014/main" id="{054D1B69-BEC0-BB2C-7A95-42A53E82E2D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7" name="Oval 946">
                    <a:extLst>
                      <a:ext uri="{FF2B5EF4-FFF2-40B4-BE49-F238E27FC236}">
                        <a16:creationId xmlns:a16="http://schemas.microsoft.com/office/drawing/2014/main" id="{4F326BE2-5E89-8DCC-1ED8-50190A5AA9A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8" name="Oval 947">
                    <a:extLst>
                      <a:ext uri="{FF2B5EF4-FFF2-40B4-BE49-F238E27FC236}">
                        <a16:creationId xmlns:a16="http://schemas.microsoft.com/office/drawing/2014/main" id="{A34EDA06-9A05-6CBD-70C2-4B90C2589CAB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9" name="Arc 948">
                    <a:extLst>
                      <a:ext uri="{FF2B5EF4-FFF2-40B4-BE49-F238E27FC236}">
                        <a16:creationId xmlns:a16="http://schemas.microsoft.com/office/drawing/2014/main" id="{CFDFE657-DC7D-6870-7BEA-C7A3CB9D2853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0" name="Oval 949">
                    <a:extLst>
                      <a:ext uri="{FF2B5EF4-FFF2-40B4-BE49-F238E27FC236}">
                        <a16:creationId xmlns:a16="http://schemas.microsoft.com/office/drawing/2014/main" id="{D80B222B-560A-4E39-5A08-1A17EE33E515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51" name="Arc 950">
                    <a:extLst>
                      <a:ext uri="{FF2B5EF4-FFF2-40B4-BE49-F238E27FC236}">
                        <a16:creationId xmlns:a16="http://schemas.microsoft.com/office/drawing/2014/main" id="{EE597132-3C77-69D3-D82A-E8C4A7B3ED8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2" name="Arc 951">
                    <a:extLst>
                      <a:ext uri="{FF2B5EF4-FFF2-40B4-BE49-F238E27FC236}">
                        <a16:creationId xmlns:a16="http://schemas.microsoft.com/office/drawing/2014/main" id="{D0C93F25-61BC-B5C7-6087-DE116348B57D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30" name="Group 929">
                <a:extLst>
                  <a:ext uri="{FF2B5EF4-FFF2-40B4-BE49-F238E27FC236}">
                    <a16:creationId xmlns:a16="http://schemas.microsoft.com/office/drawing/2014/main" id="{5D0D441B-ECF0-2976-D431-FF90D759B9B1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33" name="Oval 932">
                  <a:extLst>
                    <a:ext uri="{FF2B5EF4-FFF2-40B4-BE49-F238E27FC236}">
                      <a16:creationId xmlns:a16="http://schemas.microsoft.com/office/drawing/2014/main" id="{D4FBF0AE-8A07-42AD-72C2-897C481606B2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DBA47463-65B2-C14D-08C1-5F761C0A22B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35" name="Oval 934">
                    <a:extLst>
                      <a:ext uri="{FF2B5EF4-FFF2-40B4-BE49-F238E27FC236}">
                        <a16:creationId xmlns:a16="http://schemas.microsoft.com/office/drawing/2014/main" id="{4096ECDA-D2AB-E8CD-3F65-F931D998751E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36" name="Oval 935">
                    <a:extLst>
                      <a:ext uri="{FF2B5EF4-FFF2-40B4-BE49-F238E27FC236}">
                        <a16:creationId xmlns:a16="http://schemas.microsoft.com/office/drawing/2014/main" id="{F484E5CB-F022-3E4F-A9C8-39967F37C7E6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37" name="Oval 936">
                    <a:extLst>
                      <a:ext uri="{FF2B5EF4-FFF2-40B4-BE49-F238E27FC236}">
                        <a16:creationId xmlns:a16="http://schemas.microsoft.com/office/drawing/2014/main" id="{F945E971-5964-C10C-2FA0-FFE9DA594BBC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38" name="Oval 937">
                    <a:extLst>
                      <a:ext uri="{FF2B5EF4-FFF2-40B4-BE49-F238E27FC236}">
                        <a16:creationId xmlns:a16="http://schemas.microsoft.com/office/drawing/2014/main" id="{EE6DDC0F-C35E-51AB-0397-66A36A9C9FA2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39" name="Arc 938">
                    <a:extLst>
                      <a:ext uri="{FF2B5EF4-FFF2-40B4-BE49-F238E27FC236}">
                        <a16:creationId xmlns:a16="http://schemas.microsoft.com/office/drawing/2014/main" id="{C63B720A-6FEE-E2D8-7124-2C8B5D3AC68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0" name="Oval 939">
                    <a:extLst>
                      <a:ext uri="{FF2B5EF4-FFF2-40B4-BE49-F238E27FC236}">
                        <a16:creationId xmlns:a16="http://schemas.microsoft.com/office/drawing/2014/main" id="{F76E464A-F428-41F5-5F08-9AEF1986D52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1" name="Arc 940">
                    <a:extLst>
                      <a:ext uri="{FF2B5EF4-FFF2-40B4-BE49-F238E27FC236}">
                        <a16:creationId xmlns:a16="http://schemas.microsoft.com/office/drawing/2014/main" id="{5D10D9ED-F1DD-E40F-BD36-D1EAB5D4A9E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2" name="Arc 941">
                    <a:extLst>
                      <a:ext uri="{FF2B5EF4-FFF2-40B4-BE49-F238E27FC236}">
                        <a16:creationId xmlns:a16="http://schemas.microsoft.com/office/drawing/2014/main" id="{46A83ECF-FB03-265A-17C5-58CB3DB8B484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931" name="Straight Connector 930">
                <a:extLst>
                  <a:ext uri="{FF2B5EF4-FFF2-40B4-BE49-F238E27FC236}">
                    <a16:creationId xmlns:a16="http://schemas.microsoft.com/office/drawing/2014/main" id="{15A55BFE-14E3-D130-B9DE-1C56D387EC14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2" name="Straight Connector 931">
                <a:extLst>
                  <a:ext uri="{FF2B5EF4-FFF2-40B4-BE49-F238E27FC236}">
                    <a16:creationId xmlns:a16="http://schemas.microsoft.com/office/drawing/2014/main" id="{E536022B-C37C-FA5F-9DB9-88125B9F02C7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5" name="Group 894">
              <a:extLst>
                <a:ext uri="{FF2B5EF4-FFF2-40B4-BE49-F238E27FC236}">
                  <a16:creationId xmlns:a16="http://schemas.microsoft.com/office/drawing/2014/main" id="{FAE268C3-E277-F952-1EDC-FAD0A6873884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905" name="Group 904">
                <a:extLst>
                  <a:ext uri="{FF2B5EF4-FFF2-40B4-BE49-F238E27FC236}">
                    <a16:creationId xmlns:a16="http://schemas.microsoft.com/office/drawing/2014/main" id="{0CA2D0B0-2103-8CBA-1C93-A939D2C6593E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19" name="Oval 918">
                  <a:extLst>
                    <a:ext uri="{FF2B5EF4-FFF2-40B4-BE49-F238E27FC236}">
                      <a16:creationId xmlns:a16="http://schemas.microsoft.com/office/drawing/2014/main" id="{0D1F4268-CBF9-2D27-15F7-D72FCF21645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20" name="Group 919">
                  <a:extLst>
                    <a:ext uri="{FF2B5EF4-FFF2-40B4-BE49-F238E27FC236}">
                      <a16:creationId xmlns:a16="http://schemas.microsoft.com/office/drawing/2014/main" id="{F6C1C228-C71B-E822-F405-8FBAC4B9A38E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21" name="Oval 920">
                    <a:extLst>
                      <a:ext uri="{FF2B5EF4-FFF2-40B4-BE49-F238E27FC236}">
                        <a16:creationId xmlns:a16="http://schemas.microsoft.com/office/drawing/2014/main" id="{1EBE07A7-E738-41ED-D9CA-3374C8B20F6E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22" name="Oval 921">
                    <a:extLst>
                      <a:ext uri="{FF2B5EF4-FFF2-40B4-BE49-F238E27FC236}">
                        <a16:creationId xmlns:a16="http://schemas.microsoft.com/office/drawing/2014/main" id="{04ECFE96-9C6B-81E5-87A0-22B96CC8AA20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23" name="Oval 922">
                    <a:extLst>
                      <a:ext uri="{FF2B5EF4-FFF2-40B4-BE49-F238E27FC236}">
                        <a16:creationId xmlns:a16="http://schemas.microsoft.com/office/drawing/2014/main" id="{86012BEB-ABE4-25BA-552A-9FFC99FED165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24" name="Oval 923">
                    <a:extLst>
                      <a:ext uri="{FF2B5EF4-FFF2-40B4-BE49-F238E27FC236}">
                        <a16:creationId xmlns:a16="http://schemas.microsoft.com/office/drawing/2014/main" id="{686725BB-080B-834B-4690-C0446BFA8D19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25" name="Arc 924">
                    <a:extLst>
                      <a:ext uri="{FF2B5EF4-FFF2-40B4-BE49-F238E27FC236}">
                        <a16:creationId xmlns:a16="http://schemas.microsoft.com/office/drawing/2014/main" id="{ADC8C1BA-1C4B-EE46-C8FF-724E89B95375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6" name="Oval 925">
                    <a:extLst>
                      <a:ext uri="{FF2B5EF4-FFF2-40B4-BE49-F238E27FC236}">
                        <a16:creationId xmlns:a16="http://schemas.microsoft.com/office/drawing/2014/main" id="{934F3754-32B7-4D9D-6681-1AB15292879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27" name="Arc 926">
                    <a:extLst>
                      <a:ext uri="{FF2B5EF4-FFF2-40B4-BE49-F238E27FC236}">
                        <a16:creationId xmlns:a16="http://schemas.microsoft.com/office/drawing/2014/main" id="{CE0FE69F-2134-E18E-593B-0FBA73F5D08E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8" name="Arc 927">
                    <a:extLst>
                      <a:ext uri="{FF2B5EF4-FFF2-40B4-BE49-F238E27FC236}">
                        <a16:creationId xmlns:a16="http://schemas.microsoft.com/office/drawing/2014/main" id="{9C86756B-97C4-D03A-5689-8FEBB60C5B8C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06" name="Group 905">
                <a:extLst>
                  <a:ext uri="{FF2B5EF4-FFF2-40B4-BE49-F238E27FC236}">
                    <a16:creationId xmlns:a16="http://schemas.microsoft.com/office/drawing/2014/main" id="{E80F6A69-5A14-E4A3-9E8A-23332197457A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09" name="Oval 908">
                  <a:extLst>
                    <a:ext uri="{FF2B5EF4-FFF2-40B4-BE49-F238E27FC236}">
                      <a16:creationId xmlns:a16="http://schemas.microsoft.com/office/drawing/2014/main" id="{E7150B8A-7717-AE93-D0F3-42F32525F70E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10" name="Group 909">
                  <a:extLst>
                    <a:ext uri="{FF2B5EF4-FFF2-40B4-BE49-F238E27FC236}">
                      <a16:creationId xmlns:a16="http://schemas.microsoft.com/office/drawing/2014/main" id="{E163BD61-5D15-2359-B21A-DD1A315066E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11" name="Oval 910">
                    <a:extLst>
                      <a:ext uri="{FF2B5EF4-FFF2-40B4-BE49-F238E27FC236}">
                        <a16:creationId xmlns:a16="http://schemas.microsoft.com/office/drawing/2014/main" id="{C7C1C102-9B9B-A422-4661-B5A8A6011911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2" name="Oval 911">
                    <a:extLst>
                      <a:ext uri="{FF2B5EF4-FFF2-40B4-BE49-F238E27FC236}">
                        <a16:creationId xmlns:a16="http://schemas.microsoft.com/office/drawing/2014/main" id="{5AF73AD7-52CE-ECBC-611D-6934AAB16DB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3" name="Oval 912">
                    <a:extLst>
                      <a:ext uri="{FF2B5EF4-FFF2-40B4-BE49-F238E27FC236}">
                        <a16:creationId xmlns:a16="http://schemas.microsoft.com/office/drawing/2014/main" id="{1C8A815F-12DD-872F-685F-05D0BE78F279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4" name="Oval 913">
                    <a:extLst>
                      <a:ext uri="{FF2B5EF4-FFF2-40B4-BE49-F238E27FC236}">
                        <a16:creationId xmlns:a16="http://schemas.microsoft.com/office/drawing/2014/main" id="{C60CADB9-E8A1-E71D-E8BB-FB22830C01FA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5" name="Arc 914">
                    <a:extLst>
                      <a:ext uri="{FF2B5EF4-FFF2-40B4-BE49-F238E27FC236}">
                        <a16:creationId xmlns:a16="http://schemas.microsoft.com/office/drawing/2014/main" id="{6CE9E5A1-580D-8745-4D4D-C506E3ABA00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6" name="Oval 915">
                    <a:extLst>
                      <a:ext uri="{FF2B5EF4-FFF2-40B4-BE49-F238E27FC236}">
                        <a16:creationId xmlns:a16="http://schemas.microsoft.com/office/drawing/2014/main" id="{C43A0905-0CF5-1D70-1B85-368B7677F25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7" name="Arc 916">
                    <a:extLst>
                      <a:ext uri="{FF2B5EF4-FFF2-40B4-BE49-F238E27FC236}">
                        <a16:creationId xmlns:a16="http://schemas.microsoft.com/office/drawing/2014/main" id="{514492F2-DC52-49C4-0597-F695BE77A1C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8" name="Arc 917">
                    <a:extLst>
                      <a:ext uri="{FF2B5EF4-FFF2-40B4-BE49-F238E27FC236}">
                        <a16:creationId xmlns:a16="http://schemas.microsoft.com/office/drawing/2014/main" id="{021A5B95-F408-7A04-3B77-7F1058D2D3F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907" name="Straight Connector 906">
                <a:extLst>
                  <a:ext uri="{FF2B5EF4-FFF2-40B4-BE49-F238E27FC236}">
                    <a16:creationId xmlns:a16="http://schemas.microsoft.com/office/drawing/2014/main" id="{1B5700E5-8331-35D7-EA0A-ADEC5AB904B7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8" name="Straight Connector 907">
                <a:extLst>
                  <a:ext uri="{FF2B5EF4-FFF2-40B4-BE49-F238E27FC236}">
                    <a16:creationId xmlns:a16="http://schemas.microsoft.com/office/drawing/2014/main" id="{F506E4F3-2E67-09FC-8A11-373FF5D3535B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C93BB4B5-FA64-BFC4-53A3-0DB2D26C0265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897" name="Moon 896">
                <a:extLst>
                  <a:ext uri="{FF2B5EF4-FFF2-40B4-BE49-F238E27FC236}">
                    <a16:creationId xmlns:a16="http://schemas.microsoft.com/office/drawing/2014/main" id="{C1B911B3-182F-E887-B507-6C2FDFA5F91D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8" name="Oval 897">
                <a:extLst>
                  <a:ext uri="{FF2B5EF4-FFF2-40B4-BE49-F238E27FC236}">
                    <a16:creationId xmlns:a16="http://schemas.microsoft.com/office/drawing/2014/main" id="{547C11DE-B358-1466-15DE-0D4DA3A1B124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9" name="Oval 898">
                <a:extLst>
                  <a:ext uri="{FF2B5EF4-FFF2-40B4-BE49-F238E27FC236}">
                    <a16:creationId xmlns:a16="http://schemas.microsoft.com/office/drawing/2014/main" id="{FBB6C761-E419-F881-9F5A-D6BE7F070852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0" name="Oval 899">
                <a:extLst>
                  <a:ext uri="{FF2B5EF4-FFF2-40B4-BE49-F238E27FC236}">
                    <a16:creationId xmlns:a16="http://schemas.microsoft.com/office/drawing/2014/main" id="{E9C33B6B-3078-3F15-448C-A4E7FDCBF622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1" name="Oval 900">
                <a:extLst>
                  <a:ext uri="{FF2B5EF4-FFF2-40B4-BE49-F238E27FC236}">
                    <a16:creationId xmlns:a16="http://schemas.microsoft.com/office/drawing/2014/main" id="{61712E97-F061-5AF2-157C-9AF52A1236CE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2" name="Oval 901">
                <a:extLst>
                  <a:ext uri="{FF2B5EF4-FFF2-40B4-BE49-F238E27FC236}">
                    <a16:creationId xmlns:a16="http://schemas.microsoft.com/office/drawing/2014/main" id="{392F789E-D6BD-28F3-392E-0985982F8C2B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3" name="Oval 902">
                <a:extLst>
                  <a:ext uri="{FF2B5EF4-FFF2-40B4-BE49-F238E27FC236}">
                    <a16:creationId xmlns:a16="http://schemas.microsoft.com/office/drawing/2014/main" id="{57EFEF72-FB12-FCFF-5C34-D0E4A4C0B868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4" name="Oval 903">
                <a:extLst>
                  <a:ext uri="{FF2B5EF4-FFF2-40B4-BE49-F238E27FC236}">
                    <a16:creationId xmlns:a16="http://schemas.microsoft.com/office/drawing/2014/main" id="{7AEFE0CB-56B7-E2F7-A548-FFFACC983743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B3B58E8-15CF-83CB-CC6D-9381B7F27C51}"/>
              </a:ext>
            </a:extLst>
          </p:cNvPr>
          <p:cNvGrpSpPr/>
          <p:nvPr/>
        </p:nvGrpSpPr>
        <p:grpSpPr>
          <a:xfrm rot="5400000" flipH="1" flipV="1">
            <a:off x="4671173" y="4381370"/>
            <a:ext cx="144704" cy="348791"/>
            <a:chOff x="8901293" y="933753"/>
            <a:chExt cx="2135899" cy="5148330"/>
          </a:xfrm>
          <a:solidFill>
            <a:srgbClr val="00B100"/>
          </a:solidFill>
        </p:grpSpPr>
        <p:grpSp>
          <p:nvGrpSpPr>
            <p:cNvPr id="835" name="Group 834">
              <a:extLst>
                <a:ext uri="{FF2B5EF4-FFF2-40B4-BE49-F238E27FC236}">
                  <a16:creationId xmlns:a16="http://schemas.microsoft.com/office/drawing/2014/main" id="{6EEBD5F4-D592-7326-0A3D-8A3680C32BE9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870" name="Group 869">
                <a:extLst>
                  <a:ext uri="{FF2B5EF4-FFF2-40B4-BE49-F238E27FC236}">
                    <a16:creationId xmlns:a16="http://schemas.microsoft.com/office/drawing/2014/main" id="{3E3499AD-6EE6-6E28-3224-737CB2E2AFB7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84" name="Oval 883">
                  <a:extLst>
                    <a:ext uri="{FF2B5EF4-FFF2-40B4-BE49-F238E27FC236}">
                      <a16:creationId xmlns:a16="http://schemas.microsoft.com/office/drawing/2014/main" id="{9C6F1A88-4177-BF69-5023-EBC5DE74302B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85" name="Group 884">
                  <a:extLst>
                    <a:ext uri="{FF2B5EF4-FFF2-40B4-BE49-F238E27FC236}">
                      <a16:creationId xmlns:a16="http://schemas.microsoft.com/office/drawing/2014/main" id="{CB2BDB34-0512-B8AE-F18C-BE3878B992E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86" name="Oval 885">
                    <a:extLst>
                      <a:ext uri="{FF2B5EF4-FFF2-40B4-BE49-F238E27FC236}">
                        <a16:creationId xmlns:a16="http://schemas.microsoft.com/office/drawing/2014/main" id="{D6AF32BB-5EF2-2F91-E6ED-FB09476965F7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7" name="Oval 886">
                    <a:extLst>
                      <a:ext uri="{FF2B5EF4-FFF2-40B4-BE49-F238E27FC236}">
                        <a16:creationId xmlns:a16="http://schemas.microsoft.com/office/drawing/2014/main" id="{43AAC53A-DB2D-FEC8-2DFD-E6DC38DF6E84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8" name="Oval 887">
                    <a:extLst>
                      <a:ext uri="{FF2B5EF4-FFF2-40B4-BE49-F238E27FC236}">
                        <a16:creationId xmlns:a16="http://schemas.microsoft.com/office/drawing/2014/main" id="{76C330C1-F103-91FD-08AA-BB8A58D733D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9" name="Oval 888">
                    <a:extLst>
                      <a:ext uri="{FF2B5EF4-FFF2-40B4-BE49-F238E27FC236}">
                        <a16:creationId xmlns:a16="http://schemas.microsoft.com/office/drawing/2014/main" id="{8F05456A-4CC8-FBC6-57AD-08F787807204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0" name="Arc 889">
                    <a:extLst>
                      <a:ext uri="{FF2B5EF4-FFF2-40B4-BE49-F238E27FC236}">
                        <a16:creationId xmlns:a16="http://schemas.microsoft.com/office/drawing/2014/main" id="{B5133C3D-F1A8-AC5B-7380-328AE8839D3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1" name="Oval 890">
                    <a:extLst>
                      <a:ext uri="{FF2B5EF4-FFF2-40B4-BE49-F238E27FC236}">
                        <a16:creationId xmlns:a16="http://schemas.microsoft.com/office/drawing/2014/main" id="{1D36E951-E4BD-4293-B036-E0B15B95C122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2" name="Arc 891">
                    <a:extLst>
                      <a:ext uri="{FF2B5EF4-FFF2-40B4-BE49-F238E27FC236}">
                        <a16:creationId xmlns:a16="http://schemas.microsoft.com/office/drawing/2014/main" id="{F94A658E-67AB-9B60-475B-CD52A3A6117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3" name="Arc 892">
                    <a:extLst>
                      <a:ext uri="{FF2B5EF4-FFF2-40B4-BE49-F238E27FC236}">
                        <a16:creationId xmlns:a16="http://schemas.microsoft.com/office/drawing/2014/main" id="{822EF8FE-FD42-EDDE-FBBC-B4BFA463088C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71" name="Group 870">
                <a:extLst>
                  <a:ext uri="{FF2B5EF4-FFF2-40B4-BE49-F238E27FC236}">
                    <a16:creationId xmlns:a16="http://schemas.microsoft.com/office/drawing/2014/main" id="{D6CE0FC5-F2BD-E338-0882-64C9F311D04C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74" name="Oval 873">
                  <a:extLst>
                    <a:ext uri="{FF2B5EF4-FFF2-40B4-BE49-F238E27FC236}">
                      <a16:creationId xmlns:a16="http://schemas.microsoft.com/office/drawing/2014/main" id="{9694DA6D-C305-1DA2-46D8-00FC8A009BEE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75" name="Group 874">
                  <a:extLst>
                    <a:ext uri="{FF2B5EF4-FFF2-40B4-BE49-F238E27FC236}">
                      <a16:creationId xmlns:a16="http://schemas.microsoft.com/office/drawing/2014/main" id="{954BD285-0ED9-E40C-02DB-45EAC89044A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76" name="Oval 875">
                    <a:extLst>
                      <a:ext uri="{FF2B5EF4-FFF2-40B4-BE49-F238E27FC236}">
                        <a16:creationId xmlns:a16="http://schemas.microsoft.com/office/drawing/2014/main" id="{76700973-43B7-344A-9DCC-FEB1E2C7C597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77" name="Oval 876">
                    <a:extLst>
                      <a:ext uri="{FF2B5EF4-FFF2-40B4-BE49-F238E27FC236}">
                        <a16:creationId xmlns:a16="http://schemas.microsoft.com/office/drawing/2014/main" id="{DB73C9A0-7B59-76E8-9085-7E49E4AB6D2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78" name="Oval 877">
                    <a:extLst>
                      <a:ext uri="{FF2B5EF4-FFF2-40B4-BE49-F238E27FC236}">
                        <a16:creationId xmlns:a16="http://schemas.microsoft.com/office/drawing/2014/main" id="{72B1486C-FFB1-3B8B-E67A-25B79CF1237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79" name="Oval 878">
                    <a:extLst>
                      <a:ext uri="{FF2B5EF4-FFF2-40B4-BE49-F238E27FC236}">
                        <a16:creationId xmlns:a16="http://schemas.microsoft.com/office/drawing/2014/main" id="{4E829924-BCC0-5165-0ACE-7A75DAAEC7BF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0" name="Arc 879">
                    <a:extLst>
                      <a:ext uri="{FF2B5EF4-FFF2-40B4-BE49-F238E27FC236}">
                        <a16:creationId xmlns:a16="http://schemas.microsoft.com/office/drawing/2014/main" id="{F96E5910-5EAE-61E6-234F-41B5FBB2833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1" name="Oval 880">
                    <a:extLst>
                      <a:ext uri="{FF2B5EF4-FFF2-40B4-BE49-F238E27FC236}">
                        <a16:creationId xmlns:a16="http://schemas.microsoft.com/office/drawing/2014/main" id="{CF09AACA-08A8-3564-6DD5-4C6820DAAA6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2" name="Arc 881">
                    <a:extLst>
                      <a:ext uri="{FF2B5EF4-FFF2-40B4-BE49-F238E27FC236}">
                        <a16:creationId xmlns:a16="http://schemas.microsoft.com/office/drawing/2014/main" id="{62D09EF1-6226-07E0-7EBC-8713B88607D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3" name="Arc 882">
                    <a:extLst>
                      <a:ext uri="{FF2B5EF4-FFF2-40B4-BE49-F238E27FC236}">
                        <a16:creationId xmlns:a16="http://schemas.microsoft.com/office/drawing/2014/main" id="{C4D33D0C-775B-7903-8E26-952F6AA8301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872" name="Straight Connector 871">
                <a:extLst>
                  <a:ext uri="{FF2B5EF4-FFF2-40B4-BE49-F238E27FC236}">
                    <a16:creationId xmlns:a16="http://schemas.microsoft.com/office/drawing/2014/main" id="{D06DFE83-1391-D8C5-821D-B5D88BD8BB9F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3" name="Straight Connector 872">
                <a:extLst>
                  <a:ext uri="{FF2B5EF4-FFF2-40B4-BE49-F238E27FC236}">
                    <a16:creationId xmlns:a16="http://schemas.microsoft.com/office/drawing/2014/main" id="{E1CEB3EC-A5F0-BA5C-9F3C-106F7B6F7853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6" name="Group 835">
              <a:extLst>
                <a:ext uri="{FF2B5EF4-FFF2-40B4-BE49-F238E27FC236}">
                  <a16:creationId xmlns:a16="http://schemas.microsoft.com/office/drawing/2014/main" id="{93CCABF9-AFE3-93D4-00AE-5384C5181052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846" name="Group 845">
                <a:extLst>
                  <a:ext uri="{FF2B5EF4-FFF2-40B4-BE49-F238E27FC236}">
                    <a16:creationId xmlns:a16="http://schemas.microsoft.com/office/drawing/2014/main" id="{01C10054-05FC-0024-B629-C3C81BF1E4D1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60" name="Oval 859">
                  <a:extLst>
                    <a:ext uri="{FF2B5EF4-FFF2-40B4-BE49-F238E27FC236}">
                      <a16:creationId xmlns:a16="http://schemas.microsoft.com/office/drawing/2014/main" id="{588CE143-55D1-69DA-2B87-803A7B55890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61" name="Group 860">
                  <a:extLst>
                    <a:ext uri="{FF2B5EF4-FFF2-40B4-BE49-F238E27FC236}">
                      <a16:creationId xmlns:a16="http://schemas.microsoft.com/office/drawing/2014/main" id="{C94A24F7-3E12-71A9-8206-AA61EF6A662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62" name="Oval 861">
                    <a:extLst>
                      <a:ext uri="{FF2B5EF4-FFF2-40B4-BE49-F238E27FC236}">
                        <a16:creationId xmlns:a16="http://schemas.microsoft.com/office/drawing/2014/main" id="{7E43C642-9C20-CCBE-A2A8-D76080E7390C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63" name="Oval 862">
                    <a:extLst>
                      <a:ext uri="{FF2B5EF4-FFF2-40B4-BE49-F238E27FC236}">
                        <a16:creationId xmlns:a16="http://schemas.microsoft.com/office/drawing/2014/main" id="{E06C5BAF-A386-18F0-EF05-A1FA37CAD69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64" name="Oval 863">
                    <a:extLst>
                      <a:ext uri="{FF2B5EF4-FFF2-40B4-BE49-F238E27FC236}">
                        <a16:creationId xmlns:a16="http://schemas.microsoft.com/office/drawing/2014/main" id="{F7840CA9-1087-1BA0-0F51-5ACE94A2FF5F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65" name="Oval 864">
                    <a:extLst>
                      <a:ext uri="{FF2B5EF4-FFF2-40B4-BE49-F238E27FC236}">
                        <a16:creationId xmlns:a16="http://schemas.microsoft.com/office/drawing/2014/main" id="{0AC96D11-9B3A-FBA0-2009-86EA914767A3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66" name="Arc 865">
                    <a:extLst>
                      <a:ext uri="{FF2B5EF4-FFF2-40B4-BE49-F238E27FC236}">
                        <a16:creationId xmlns:a16="http://schemas.microsoft.com/office/drawing/2014/main" id="{5149331A-071A-01E5-B455-2E383225E369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7" name="Oval 866">
                    <a:extLst>
                      <a:ext uri="{FF2B5EF4-FFF2-40B4-BE49-F238E27FC236}">
                        <a16:creationId xmlns:a16="http://schemas.microsoft.com/office/drawing/2014/main" id="{0EEB8985-604D-F0C4-F008-E173ECB10CD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68" name="Arc 867">
                    <a:extLst>
                      <a:ext uri="{FF2B5EF4-FFF2-40B4-BE49-F238E27FC236}">
                        <a16:creationId xmlns:a16="http://schemas.microsoft.com/office/drawing/2014/main" id="{298D964B-B5A9-23F8-D1E9-389F51BBC495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9" name="Arc 868">
                    <a:extLst>
                      <a:ext uri="{FF2B5EF4-FFF2-40B4-BE49-F238E27FC236}">
                        <a16:creationId xmlns:a16="http://schemas.microsoft.com/office/drawing/2014/main" id="{7F609370-5288-2437-6505-CE006DAED5DC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47" name="Group 846">
                <a:extLst>
                  <a:ext uri="{FF2B5EF4-FFF2-40B4-BE49-F238E27FC236}">
                    <a16:creationId xmlns:a16="http://schemas.microsoft.com/office/drawing/2014/main" id="{95D9EBD2-D68F-76EB-7FDE-51F99D65E3C3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50" name="Oval 849">
                  <a:extLst>
                    <a:ext uri="{FF2B5EF4-FFF2-40B4-BE49-F238E27FC236}">
                      <a16:creationId xmlns:a16="http://schemas.microsoft.com/office/drawing/2014/main" id="{D32EE81C-5701-2377-E882-7F009112F55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51" name="Group 850">
                  <a:extLst>
                    <a:ext uri="{FF2B5EF4-FFF2-40B4-BE49-F238E27FC236}">
                      <a16:creationId xmlns:a16="http://schemas.microsoft.com/office/drawing/2014/main" id="{36465408-4F5F-FC7C-67BE-CC7396DEDE7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52" name="Oval 851">
                    <a:extLst>
                      <a:ext uri="{FF2B5EF4-FFF2-40B4-BE49-F238E27FC236}">
                        <a16:creationId xmlns:a16="http://schemas.microsoft.com/office/drawing/2014/main" id="{2100E9CF-6435-32BB-447D-030E039E466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3" name="Oval 852">
                    <a:extLst>
                      <a:ext uri="{FF2B5EF4-FFF2-40B4-BE49-F238E27FC236}">
                        <a16:creationId xmlns:a16="http://schemas.microsoft.com/office/drawing/2014/main" id="{54A237C4-AB8B-EDA2-EAE6-4E2DDAD4C706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4" name="Oval 853">
                    <a:extLst>
                      <a:ext uri="{FF2B5EF4-FFF2-40B4-BE49-F238E27FC236}">
                        <a16:creationId xmlns:a16="http://schemas.microsoft.com/office/drawing/2014/main" id="{9BC7E0DB-B21E-CC8B-BDE4-417F0EA32F09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5" name="Oval 854">
                    <a:extLst>
                      <a:ext uri="{FF2B5EF4-FFF2-40B4-BE49-F238E27FC236}">
                        <a16:creationId xmlns:a16="http://schemas.microsoft.com/office/drawing/2014/main" id="{3A6DB65C-3D6A-754C-97F7-1923C566D97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6" name="Arc 855">
                    <a:extLst>
                      <a:ext uri="{FF2B5EF4-FFF2-40B4-BE49-F238E27FC236}">
                        <a16:creationId xmlns:a16="http://schemas.microsoft.com/office/drawing/2014/main" id="{88A7A8E7-1800-A652-03CB-8F751D9B77D5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7" name="Oval 856">
                    <a:extLst>
                      <a:ext uri="{FF2B5EF4-FFF2-40B4-BE49-F238E27FC236}">
                        <a16:creationId xmlns:a16="http://schemas.microsoft.com/office/drawing/2014/main" id="{ECA60C8C-C168-9D2C-CAC4-BC3AD99F4A48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8" name="Arc 857">
                    <a:extLst>
                      <a:ext uri="{FF2B5EF4-FFF2-40B4-BE49-F238E27FC236}">
                        <a16:creationId xmlns:a16="http://schemas.microsoft.com/office/drawing/2014/main" id="{52E43654-289B-A99B-4D2E-872917A9919D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9" name="Arc 858">
                    <a:extLst>
                      <a:ext uri="{FF2B5EF4-FFF2-40B4-BE49-F238E27FC236}">
                        <a16:creationId xmlns:a16="http://schemas.microsoft.com/office/drawing/2014/main" id="{3CCC89DC-47DE-93F6-26C0-27F1E44D29D4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848" name="Straight Connector 847">
                <a:extLst>
                  <a:ext uri="{FF2B5EF4-FFF2-40B4-BE49-F238E27FC236}">
                    <a16:creationId xmlns:a16="http://schemas.microsoft.com/office/drawing/2014/main" id="{F2C121B6-80DC-DF51-0E9F-966287DC435D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9" name="Straight Connector 848">
                <a:extLst>
                  <a:ext uri="{FF2B5EF4-FFF2-40B4-BE49-F238E27FC236}">
                    <a16:creationId xmlns:a16="http://schemas.microsoft.com/office/drawing/2014/main" id="{0A2D637F-E5AF-DF29-0598-65EEDD1608E5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7" name="Group 836">
              <a:extLst>
                <a:ext uri="{FF2B5EF4-FFF2-40B4-BE49-F238E27FC236}">
                  <a16:creationId xmlns:a16="http://schemas.microsoft.com/office/drawing/2014/main" id="{FEB38183-6D03-D048-8E2D-334DF1A8ADC2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838" name="Moon 837">
                <a:extLst>
                  <a:ext uri="{FF2B5EF4-FFF2-40B4-BE49-F238E27FC236}">
                    <a16:creationId xmlns:a16="http://schemas.microsoft.com/office/drawing/2014/main" id="{D7AB75B8-BAF6-66D2-970C-0DA8C270DD58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9" name="Oval 838">
                <a:extLst>
                  <a:ext uri="{FF2B5EF4-FFF2-40B4-BE49-F238E27FC236}">
                    <a16:creationId xmlns:a16="http://schemas.microsoft.com/office/drawing/2014/main" id="{6574C1B8-B845-59D0-193C-26DCB3F0E3E4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0" name="Oval 839">
                <a:extLst>
                  <a:ext uri="{FF2B5EF4-FFF2-40B4-BE49-F238E27FC236}">
                    <a16:creationId xmlns:a16="http://schemas.microsoft.com/office/drawing/2014/main" id="{2D76E0CC-ABD0-8FCE-4633-3716381FD9E7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1" name="Oval 840">
                <a:extLst>
                  <a:ext uri="{FF2B5EF4-FFF2-40B4-BE49-F238E27FC236}">
                    <a16:creationId xmlns:a16="http://schemas.microsoft.com/office/drawing/2014/main" id="{B75CD653-34A9-633B-B780-FB32DAE4AF97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2" name="Oval 841">
                <a:extLst>
                  <a:ext uri="{FF2B5EF4-FFF2-40B4-BE49-F238E27FC236}">
                    <a16:creationId xmlns:a16="http://schemas.microsoft.com/office/drawing/2014/main" id="{D25641D5-7228-8EEF-FCB2-B9ADE02D49FA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3" name="Oval 842">
                <a:extLst>
                  <a:ext uri="{FF2B5EF4-FFF2-40B4-BE49-F238E27FC236}">
                    <a16:creationId xmlns:a16="http://schemas.microsoft.com/office/drawing/2014/main" id="{F071155B-C3C2-A236-2E6B-000DCCCE6173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4" name="Oval 843">
                <a:extLst>
                  <a:ext uri="{FF2B5EF4-FFF2-40B4-BE49-F238E27FC236}">
                    <a16:creationId xmlns:a16="http://schemas.microsoft.com/office/drawing/2014/main" id="{48F1DC8B-534C-DF11-AC94-9A125530E4BA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5" name="Oval 844">
                <a:extLst>
                  <a:ext uri="{FF2B5EF4-FFF2-40B4-BE49-F238E27FC236}">
                    <a16:creationId xmlns:a16="http://schemas.microsoft.com/office/drawing/2014/main" id="{63368C3F-CB92-3427-F4CD-4E3D38A08DA1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EC7B513-73A9-52D5-F66F-5AE92775DC44}"/>
              </a:ext>
            </a:extLst>
          </p:cNvPr>
          <p:cNvGrpSpPr/>
          <p:nvPr/>
        </p:nvGrpSpPr>
        <p:grpSpPr>
          <a:xfrm rot="5400000" flipH="1" flipV="1">
            <a:off x="3503380" y="2697398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776" name="Group 775">
              <a:extLst>
                <a:ext uri="{FF2B5EF4-FFF2-40B4-BE49-F238E27FC236}">
                  <a16:creationId xmlns:a16="http://schemas.microsoft.com/office/drawing/2014/main" id="{068D0BA1-794A-441E-1797-8F6BF9E9B84E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811" name="Group 810">
                <a:extLst>
                  <a:ext uri="{FF2B5EF4-FFF2-40B4-BE49-F238E27FC236}">
                    <a16:creationId xmlns:a16="http://schemas.microsoft.com/office/drawing/2014/main" id="{F96C08D0-C816-C405-8EAA-672ED03E06F0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25" name="Oval 824">
                  <a:extLst>
                    <a:ext uri="{FF2B5EF4-FFF2-40B4-BE49-F238E27FC236}">
                      <a16:creationId xmlns:a16="http://schemas.microsoft.com/office/drawing/2014/main" id="{25C7485D-EBDD-877F-5554-9FF0FD63168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26" name="Group 825">
                  <a:extLst>
                    <a:ext uri="{FF2B5EF4-FFF2-40B4-BE49-F238E27FC236}">
                      <a16:creationId xmlns:a16="http://schemas.microsoft.com/office/drawing/2014/main" id="{F3DE5870-51CE-49A6-40DB-57671592648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27" name="Oval 826">
                    <a:extLst>
                      <a:ext uri="{FF2B5EF4-FFF2-40B4-BE49-F238E27FC236}">
                        <a16:creationId xmlns:a16="http://schemas.microsoft.com/office/drawing/2014/main" id="{586173DB-4291-003F-3745-8A0D466CC370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8" name="Oval 827">
                    <a:extLst>
                      <a:ext uri="{FF2B5EF4-FFF2-40B4-BE49-F238E27FC236}">
                        <a16:creationId xmlns:a16="http://schemas.microsoft.com/office/drawing/2014/main" id="{E663E38A-EF6F-7259-2EEA-9D91EAE0001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9" name="Oval 828">
                    <a:extLst>
                      <a:ext uri="{FF2B5EF4-FFF2-40B4-BE49-F238E27FC236}">
                        <a16:creationId xmlns:a16="http://schemas.microsoft.com/office/drawing/2014/main" id="{808DFE98-C15F-F7D6-CF6C-810087B1D03C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0" name="Oval 829">
                    <a:extLst>
                      <a:ext uri="{FF2B5EF4-FFF2-40B4-BE49-F238E27FC236}">
                        <a16:creationId xmlns:a16="http://schemas.microsoft.com/office/drawing/2014/main" id="{CF118DBA-F5A2-9ADB-AFC8-C1E83FCEA87E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1" name="Arc 830">
                    <a:extLst>
                      <a:ext uri="{FF2B5EF4-FFF2-40B4-BE49-F238E27FC236}">
                        <a16:creationId xmlns:a16="http://schemas.microsoft.com/office/drawing/2014/main" id="{28052204-F3A2-CA41-C04A-355FFA2C263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2" name="Oval 831">
                    <a:extLst>
                      <a:ext uri="{FF2B5EF4-FFF2-40B4-BE49-F238E27FC236}">
                        <a16:creationId xmlns:a16="http://schemas.microsoft.com/office/drawing/2014/main" id="{B39E46C4-B20E-A1D3-1C6E-99D0CA3A4B01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3" name="Arc 832">
                    <a:extLst>
                      <a:ext uri="{FF2B5EF4-FFF2-40B4-BE49-F238E27FC236}">
                        <a16:creationId xmlns:a16="http://schemas.microsoft.com/office/drawing/2014/main" id="{B8D13E8D-DB71-65B3-BF03-1835618312B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4" name="Arc 833">
                    <a:extLst>
                      <a:ext uri="{FF2B5EF4-FFF2-40B4-BE49-F238E27FC236}">
                        <a16:creationId xmlns:a16="http://schemas.microsoft.com/office/drawing/2014/main" id="{9011923E-5A76-8D18-9B6B-ECA57FE8EE0F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12" name="Group 811">
                <a:extLst>
                  <a:ext uri="{FF2B5EF4-FFF2-40B4-BE49-F238E27FC236}">
                    <a16:creationId xmlns:a16="http://schemas.microsoft.com/office/drawing/2014/main" id="{69F777F7-E9E0-DF44-2DCA-B86F340559D0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15" name="Oval 814">
                  <a:extLst>
                    <a:ext uri="{FF2B5EF4-FFF2-40B4-BE49-F238E27FC236}">
                      <a16:creationId xmlns:a16="http://schemas.microsoft.com/office/drawing/2014/main" id="{F592A6D5-F956-06CE-04CD-24F8A73271B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16" name="Group 815">
                  <a:extLst>
                    <a:ext uri="{FF2B5EF4-FFF2-40B4-BE49-F238E27FC236}">
                      <a16:creationId xmlns:a16="http://schemas.microsoft.com/office/drawing/2014/main" id="{35BBD94D-8511-54DC-0C32-29BC5D2B7D62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17" name="Oval 816">
                    <a:extLst>
                      <a:ext uri="{FF2B5EF4-FFF2-40B4-BE49-F238E27FC236}">
                        <a16:creationId xmlns:a16="http://schemas.microsoft.com/office/drawing/2014/main" id="{3D8C7F8F-F058-A58C-357E-DB1FC63F3A44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18" name="Oval 817">
                    <a:extLst>
                      <a:ext uri="{FF2B5EF4-FFF2-40B4-BE49-F238E27FC236}">
                        <a16:creationId xmlns:a16="http://schemas.microsoft.com/office/drawing/2014/main" id="{9C590C8C-D9E3-D97D-591A-C6741F2D29A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19" name="Oval 818">
                    <a:extLst>
                      <a:ext uri="{FF2B5EF4-FFF2-40B4-BE49-F238E27FC236}">
                        <a16:creationId xmlns:a16="http://schemas.microsoft.com/office/drawing/2014/main" id="{C167B0F3-72A6-BDAF-B18C-E1679E0D79E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0" name="Oval 819">
                    <a:extLst>
                      <a:ext uri="{FF2B5EF4-FFF2-40B4-BE49-F238E27FC236}">
                        <a16:creationId xmlns:a16="http://schemas.microsoft.com/office/drawing/2014/main" id="{E131D09D-E05F-7840-9B25-9ED9CA58AD7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1" name="Arc 820">
                    <a:extLst>
                      <a:ext uri="{FF2B5EF4-FFF2-40B4-BE49-F238E27FC236}">
                        <a16:creationId xmlns:a16="http://schemas.microsoft.com/office/drawing/2014/main" id="{1746F176-63C8-E6C4-A404-44069E1EB06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2" name="Oval 821">
                    <a:extLst>
                      <a:ext uri="{FF2B5EF4-FFF2-40B4-BE49-F238E27FC236}">
                        <a16:creationId xmlns:a16="http://schemas.microsoft.com/office/drawing/2014/main" id="{16277E37-8D53-3BC0-E4E5-5421A37E0D4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3" name="Arc 822">
                    <a:extLst>
                      <a:ext uri="{FF2B5EF4-FFF2-40B4-BE49-F238E27FC236}">
                        <a16:creationId xmlns:a16="http://schemas.microsoft.com/office/drawing/2014/main" id="{3E5595C6-0913-A8A0-4492-4113A1D5956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4" name="Arc 823">
                    <a:extLst>
                      <a:ext uri="{FF2B5EF4-FFF2-40B4-BE49-F238E27FC236}">
                        <a16:creationId xmlns:a16="http://schemas.microsoft.com/office/drawing/2014/main" id="{084D8A1E-6097-1FCD-FD7A-8D78A30C3933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813" name="Straight Connector 812">
                <a:extLst>
                  <a:ext uri="{FF2B5EF4-FFF2-40B4-BE49-F238E27FC236}">
                    <a16:creationId xmlns:a16="http://schemas.microsoft.com/office/drawing/2014/main" id="{0F40DC7A-633A-83C9-5A6F-03C64A1C995F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4" name="Straight Connector 813">
                <a:extLst>
                  <a:ext uri="{FF2B5EF4-FFF2-40B4-BE49-F238E27FC236}">
                    <a16:creationId xmlns:a16="http://schemas.microsoft.com/office/drawing/2014/main" id="{745E1BDC-617F-00BC-B74C-47A5CDA9AD35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77" name="Group 776">
              <a:extLst>
                <a:ext uri="{FF2B5EF4-FFF2-40B4-BE49-F238E27FC236}">
                  <a16:creationId xmlns:a16="http://schemas.microsoft.com/office/drawing/2014/main" id="{268143D3-D8B2-B7B7-3A81-D8BF79A3C356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787" name="Group 786">
                <a:extLst>
                  <a:ext uri="{FF2B5EF4-FFF2-40B4-BE49-F238E27FC236}">
                    <a16:creationId xmlns:a16="http://schemas.microsoft.com/office/drawing/2014/main" id="{E79E7F6B-D236-6829-E81C-369E73D168B0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01" name="Oval 800">
                  <a:extLst>
                    <a:ext uri="{FF2B5EF4-FFF2-40B4-BE49-F238E27FC236}">
                      <a16:creationId xmlns:a16="http://schemas.microsoft.com/office/drawing/2014/main" id="{76D9BFBF-1A22-BFA8-DDE2-2A6116766E57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02" name="Group 801">
                  <a:extLst>
                    <a:ext uri="{FF2B5EF4-FFF2-40B4-BE49-F238E27FC236}">
                      <a16:creationId xmlns:a16="http://schemas.microsoft.com/office/drawing/2014/main" id="{CC0D3AD0-C387-C353-EA67-AD9A6856C692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03" name="Oval 802">
                    <a:extLst>
                      <a:ext uri="{FF2B5EF4-FFF2-40B4-BE49-F238E27FC236}">
                        <a16:creationId xmlns:a16="http://schemas.microsoft.com/office/drawing/2014/main" id="{DF6D2099-97A1-03B3-E4CB-FB41993A6D8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04" name="Oval 803">
                    <a:extLst>
                      <a:ext uri="{FF2B5EF4-FFF2-40B4-BE49-F238E27FC236}">
                        <a16:creationId xmlns:a16="http://schemas.microsoft.com/office/drawing/2014/main" id="{2552FC8A-4775-03B4-9C88-14F6C7A6269E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05" name="Oval 804">
                    <a:extLst>
                      <a:ext uri="{FF2B5EF4-FFF2-40B4-BE49-F238E27FC236}">
                        <a16:creationId xmlns:a16="http://schemas.microsoft.com/office/drawing/2014/main" id="{1AABAC50-3A00-6B1C-66B7-FE4CFF3E9AA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06" name="Oval 805">
                    <a:extLst>
                      <a:ext uri="{FF2B5EF4-FFF2-40B4-BE49-F238E27FC236}">
                        <a16:creationId xmlns:a16="http://schemas.microsoft.com/office/drawing/2014/main" id="{6DE95F4B-D814-A478-E2D1-64C2674BA75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07" name="Arc 806">
                    <a:extLst>
                      <a:ext uri="{FF2B5EF4-FFF2-40B4-BE49-F238E27FC236}">
                        <a16:creationId xmlns:a16="http://schemas.microsoft.com/office/drawing/2014/main" id="{746500B2-C838-5295-5DDB-C128DEB95662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8" name="Oval 807">
                    <a:extLst>
                      <a:ext uri="{FF2B5EF4-FFF2-40B4-BE49-F238E27FC236}">
                        <a16:creationId xmlns:a16="http://schemas.microsoft.com/office/drawing/2014/main" id="{79D7765F-4E9B-683D-0E2D-A1CA0B6F22A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09" name="Arc 808">
                    <a:extLst>
                      <a:ext uri="{FF2B5EF4-FFF2-40B4-BE49-F238E27FC236}">
                        <a16:creationId xmlns:a16="http://schemas.microsoft.com/office/drawing/2014/main" id="{D847C531-5A79-B595-1C96-30267EF11BDC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0" name="Arc 809">
                    <a:extLst>
                      <a:ext uri="{FF2B5EF4-FFF2-40B4-BE49-F238E27FC236}">
                        <a16:creationId xmlns:a16="http://schemas.microsoft.com/office/drawing/2014/main" id="{4819211D-F594-1361-B4A0-E60386CD9D75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88" name="Group 787">
                <a:extLst>
                  <a:ext uri="{FF2B5EF4-FFF2-40B4-BE49-F238E27FC236}">
                    <a16:creationId xmlns:a16="http://schemas.microsoft.com/office/drawing/2014/main" id="{9CD1ECC1-C13F-90D9-69E2-46BD29478D9A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91" name="Oval 790">
                  <a:extLst>
                    <a:ext uri="{FF2B5EF4-FFF2-40B4-BE49-F238E27FC236}">
                      <a16:creationId xmlns:a16="http://schemas.microsoft.com/office/drawing/2014/main" id="{544CDD2B-7D10-06EE-E06B-2034FF5DD9B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FF19F9A2-49B3-29C6-7078-7CBDF42AB11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93" name="Oval 792">
                    <a:extLst>
                      <a:ext uri="{FF2B5EF4-FFF2-40B4-BE49-F238E27FC236}">
                        <a16:creationId xmlns:a16="http://schemas.microsoft.com/office/drawing/2014/main" id="{F309C158-3070-5632-EB05-208099EFFC6A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4" name="Oval 793">
                    <a:extLst>
                      <a:ext uri="{FF2B5EF4-FFF2-40B4-BE49-F238E27FC236}">
                        <a16:creationId xmlns:a16="http://schemas.microsoft.com/office/drawing/2014/main" id="{DEE553DA-A0C6-1740-270B-F41CACF4B638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5" name="Oval 794">
                    <a:extLst>
                      <a:ext uri="{FF2B5EF4-FFF2-40B4-BE49-F238E27FC236}">
                        <a16:creationId xmlns:a16="http://schemas.microsoft.com/office/drawing/2014/main" id="{D0174ACB-0B8F-766A-4785-C8CD6374800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6" name="Oval 795">
                    <a:extLst>
                      <a:ext uri="{FF2B5EF4-FFF2-40B4-BE49-F238E27FC236}">
                        <a16:creationId xmlns:a16="http://schemas.microsoft.com/office/drawing/2014/main" id="{47769D52-34AA-7959-8B21-9AFCC0CAC113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7" name="Arc 796">
                    <a:extLst>
                      <a:ext uri="{FF2B5EF4-FFF2-40B4-BE49-F238E27FC236}">
                        <a16:creationId xmlns:a16="http://schemas.microsoft.com/office/drawing/2014/main" id="{458A2B98-6CBB-E5A2-03CA-12AAE1C72AE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8" name="Oval 797">
                    <a:extLst>
                      <a:ext uri="{FF2B5EF4-FFF2-40B4-BE49-F238E27FC236}">
                        <a16:creationId xmlns:a16="http://schemas.microsoft.com/office/drawing/2014/main" id="{C5168FAC-D35C-B9FC-6277-77A971D11E37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9" name="Arc 798">
                    <a:extLst>
                      <a:ext uri="{FF2B5EF4-FFF2-40B4-BE49-F238E27FC236}">
                        <a16:creationId xmlns:a16="http://schemas.microsoft.com/office/drawing/2014/main" id="{8667D6B2-320B-3B58-BC63-A401E05F31E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0" name="Arc 799">
                    <a:extLst>
                      <a:ext uri="{FF2B5EF4-FFF2-40B4-BE49-F238E27FC236}">
                        <a16:creationId xmlns:a16="http://schemas.microsoft.com/office/drawing/2014/main" id="{BF96F59D-053C-1986-3170-E9D7C0C2836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789" name="Straight Connector 788">
                <a:extLst>
                  <a:ext uri="{FF2B5EF4-FFF2-40B4-BE49-F238E27FC236}">
                    <a16:creationId xmlns:a16="http://schemas.microsoft.com/office/drawing/2014/main" id="{7C7ECF00-E7CA-0904-953D-F5E38A756660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0" name="Straight Connector 789">
                <a:extLst>
                  <a:ext uri="{FF2B5EF4-FFF2-40B4-BE49-F238E27FC236}">
                    <a16:creationId xmlns:a16="http://schemas.microsoft.com/office/drawing/2014/main" id="{AFC58B97-EB2B-129B-CEA4-26B7A363DB31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78" name="Group 777">
              <a:extLst>
                <a:ext uri="{FF2B5EF4-FFF2-40B4-BE49-F238E27FC236}">
                  <a16:creationId xmlns:a16="http://schemas.microsoft.com/office/drawing/2014/main" id="{1F93DFC9-ADB9-19A4-590E-F0FAD9667B38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779" name="Moon 778">
                <a:extLst>
                  <a:ext uri="{FF2B5EF4-FFF2-40B4-BE49-F238E27FC236}">
                    <a16:creationId xmlns:a16="http://schemas.microsoft.com/office/drawing/2014/main" id="{AA17182B-8494-2234-582C-6D1008B45A06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0" name="Oval 779">
                <a:extLst>
                  <a:ext uri="{FF2B5EF4-FFF2-40B4-BE49-F238E27FC236}">
                    <a16:creationId xmlns:a16="http://schemas.microsoft.com/office/drawing/2014/main" id="{6784306F-6CED-AECA-DC50-4CBF44CB082C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1" name="Oval 780">
                <a:extLst>
                  <a:ext uri="{FF2B5EF4-FFF2-40B4-BE49-F238E27FC236}">
                    <a16:creationId xmlns:a16="http://schemas.microsoft.com/office/drawing/2014/main" id="{BD05055C-369F-8A42-9D35-04DD054CC65E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2" name="Oval 781">
                <a:extLst>
                  <a:ext uri="{FF2B5EF4-FFF2-40B4-BE49-F238E27FC236}">
                    <a16:creationId xmlns:a16="http://schemas.microsoft.com/office/drawing/2014/main" id="{EF9747C6-CEA9-EB39-8E88-1E3CA8B72F9D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3" name="Oval 782">
                <a:extLst>
                  <a:ext uri="{FF2B5EF4-FFF2-40B4-BE49-F238E27FC236}">
                    <a16:creationId xmlns:a16="http://schemas.microsoft.com/office/drawing/2014/main" id="{C487684D-6AA6-FBFC-49E4-3607995561F8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4" name="Oval 783">
                <a:extLst>
                  <a:ext uri="{FF2B5EF4-FFF2-40B4-BE49-F238E27FC236}">
                    <a16:creationId xmlns:a16="http://schemas.microsoft.com/office/drawing/2014/main" id="{DCF84C2E-7D51-5E9D-FBB0-27D35960AA36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5" name="Oval 784">
                <a:extLst>
                  <a:ext uri="{FF2B5EF4-FFF2-40B4-BE49-F238E27FC236}">
                    <a16:creationId xmlns:a16="http://schemas.microsoft.com/office/drawing/2014/main" id="{5385480B-7F0C-9F23-BA23-F57CA2449BA2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6" name="Oval 785">
                <a:extLst>
                  <a:ext uri="{FF2B5EF4-FFF2-40B4-BE49-F238E27FC236}">
                    <a16:creationId xmlns:a16="http://schemas.microsoft.com/office/drawing/2014/main" id="{71A69540-C0B0-6658-7D5E-B2DF633FCE8D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B08F1E5-D2FE-9F1F-CBD7-ED5C8482F67D}"/>
              </a:ext>
            </a:extLst>
          </p:cNvPr>
          <p:cNvGrpSpPr/>
          <p:nvPr/>
        </p:nvGrpSpPr>
        <p:grpSpPr>
          <a:xfrm rot="7464527" flipH="1" flipV="1">
            <a:off x="3987910" y="3006828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717" name="Group 716">
              <a:extLst>
                <a:ext uri="{FF2B5EF4-FFF2-40B4-BE49-F238E27FC236}">
                  <a16:creationId xmlns:a16="http://schemas.microsoft.com/office/drawing/2014/main" id="{DAE6E863-7816-2C3F-292B-75A13A2F00B4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752" name="Group 751">
                <a:extLst>
                  <a:ext uri="{FF2B5EF4-FFF2-40B4-BE49-F238E27FC236}">
                    <a16:creationId xmlns:a16="http://schemas.microsoft.com/office/drawing/2014/main" id="{6D971D97-2D06-2370-E649-281BE3CFBFA9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66" name="Oval 765">
                  <a:extLst>
                    <a:ext uri="{FF2B5EF4-FFF2-40B4-BE49-F238E27FC236}">
                      <a16:creationId xmlns:a16="http://schemas.microsoft.com/office/drawing/2014/main" id="{A550C827-BA16-4400-25B8-63C5BA59146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67" name="Group 766">
                  <a:extLst>
                    <a:ext uri="{FF2B5EF4-FFF2-40B4-BE49-F238E27FC236}">
                      <a16:creationId xmlns:a16="http://schemas.microsoft.com/office/drawing/2014/main" id="{50E1A45B-94D5-6932-FF70-78E9D9BC97E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68" name="Oval 767">
                    <a:extLst>
                      <a:ext uri="{FF2B5EF4-FFF2-40B4-BE49-F238E27FC236}">
                        <a16:creationId xmlns:a16="http://schemas.microsoft.com/office/drawing/2014/main" id="{4628D3A2-F5E6-B0D8-442A-AE6DD4A57A0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9" name="Oval 768">
                    <a:extLst>
                      <a:ext uri="{FF2B5EF4-FFF2-40B4-BE49-F238E27FC236}">
                        <a16:creationId xmlns:a16="http://schemas.microsoft.com/office/drawing/2014/main" id="{830F5CEE-350A-CD48-EE49-74A11AA2684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0" name="Oval 769">
                    <a:extLst>
                      <a:ext uri="{FF2B5EF4-FFF2-40B4-BE49-F238E27FC236}">
                        <a16:creationId xmlns:a16="http://schemas.microsoft.com/office/drawing/2014/main" id="{C536DA9B-715E-1E5B-EE04-BB3E084A5D05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1" name="Oval 770">
                    <a:extLst>
                      <a:ext uri="{FF2B5EF4-FFF2-40B4-BE49-F238E27FC236}">
                        <a16:creationId xmlns:a16="http://schemas.microsoft.com/office/drawing/2014/main" id="{5B52D76A-FBCA-2F5A-D8FD-991AF1C619F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2" name="Arc 771">
                    <a:extLst>
                      <a:ext uri="{FF2B5EF4-FFF2-40B4-BE49-F238E27FC236}">
                        <a16:creationId xmlns:a16="http://schemas.microsoft.com/office/drawing/2014/main" id="{35CFF197-B2F4-31F2-6E85-5DFFA8286FB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3" name="Oval 772">
                    <a:extLst>
                      <a:ext uri="{FF2B5EF4-FFF2-40B4-BE49-F238E27FC236}">
                        <a16:creationId xmlns:a16="http://schemas.microsoft.com/office/drawing/2014/main" id="{6684E6B5-8AD6-A154-6F55-CADA299FD07C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4" name="Arc 773">
                    <a:extLst>
                      <a:ext uri="{FF2B5EF4-FFF2-40B4-BE49-F238E27FC236}">
                        <a16:creationId xmlns:a16="http://schemas.microsoft.com/office/drawing/2014/main" id="{64779939-C811-33CD-3539-253C5051D63C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5" name="Arc 774">
                    <a:extLst>
                      <a:ext uri="{FF2B5EF4-FFF2-40B4-BE49-F238E27FC236}">
                        <a16:creationId xmlns:a16="http://schemas.microsoft.com/office/drawing/2014/main" id="{35B70063-2BDF-8B7D-2E2F-CA754F6CB3B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53" name="Group 752">
                <a:extLst>
                  <a:ext uri="{FF2B5EF4-FFF2-40B4-BE49-F238E27FC236}">
                    <a16:creationId xmlns:a16="http://schemas.microsoft.com/office/drawing/2014/main" id="{5D7D9353-56F6-5B40-1C01-0C1ABE4CAE37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56" name="Oval 755">
                  <a:extLst>
                    <a:ext uri="{FF2B5EF4-FFF2-40B4-BE49-F238E27FC236}">
                      <a16:creationId xmlns:a16="http://schemas.microsoft.com/office/drawing/2014/main" id="{8709B8C8-50A0-2A76-719C-BC02E680B28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57" name="Group 756">
                  <a:extLst>
                    <a:ext uri="{FF2B5EF4-FFF2-40B4-BE49-F238E27FC236}">
                      <a16:creationId xmlns:a16="http://schemas.microsoft.com/office/drawing/2014/main" id="{D362AEC5-F264-45B0-27C8-FD3EA67A5FD4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58" name="Oval 757">
                    <a:extLst>
                      <a:ext uri="{FF2B5EF4-FFF2-40B4-BE49-F238E27FC236}">
                        <a16:creationId xmlns:a16="http://schemas.microsoft.com/office/drawing/2014/main" id="{77FC70F8-E282-C537-7F76-E1C646EE3456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9" name="Oval 758">
                    <a:extLst>
                      <a:ext uri="{FF2B5EF4-FFF2-40B4-BE49-F238E27FC236}">
                        <a16:creationId xmlns:a16="http://schemas.microsoft.com/office/drawing/2014/main" id="{35F32F82-45D9-616A-A261-4A188BF3D80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0" name="Oval 759">
                    <a:extLst>
                      <a:ext uri="{FF2B5EF4-FFF2-40B4-BE49-F238E27FC236}">
                        <a16:creationId xmlns:a16="http://schemas.microsoft.com/office/drawing/2014/main" id="{0BC28EDF-A6D9-E0EF-2F8F-55DAB64C7C6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1" name="Oval 760">
                    <a:extLst>
                      <a:ext uri="{FF2B5EF4-FFF2-40B4-BE49-F238E27FC236}">
                        <a16:creationId xmlns:a16="http://schemas.microsoft.com/office/drawing/2014/main" id="{CC55F14B-AD60-C8C2-5838-3F9BE142A8B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2" name="Arc 761">
                    <a:extLst>
                      <a:ext uri="{FF2B5EF4-FFF2-40B4-BE49-F238E27FC236}">
                        <a16:creationId xmlns:a16="http://schemas.microsoft.com/office/drawing/2014/main" id="{66749E69-3FEF-FD15-0423-7302C9902F2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3" name="Oval 762">
                    <a:extLst>
                      <a:ext uri="{FF2B5EF4-FFF2-40B4-BE49-F238E27FC236}">
                        <a16:creationId xmlns:a16="http://schemas.microsoft.com/office/drawing/2014/main" id="{A49280A7-06C6-AAC1-B55D-FC6F7249DA7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4" name="Arc 763">
                    <a:extLst>
                      <a:ext uri="{FF2B5EF4-FFF2-40B4-BE49-F238E27FC236}">
                        <a16:creationId xmlns:a16="http://schemas.microsoft.com/office/drawing/2014/main" id="{A4E30D89-D076-E151-C6CE-A56048A70E4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5" name="Arc 764">
                    <a:extLst>
                      <a:ext uri="{FF2B5EF4-FFF2-40B4-BE49-F238E27FC236}">
                        <a16:creationId xmlns:a16="http://schemas.microsoft.com/office/drawing/2014/main" id="{2C5AA6CE-51AF-9878-EC79-75489EBDF54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754" name="Straight Connector 753">
                <a:extLst>
                  <a:ext uri="{FF2B5EF4-FFF2-40B4-BE49-F238E27FC236}">
                    <a16:creationId xmlns:a16="http://schemas.microsoft.com/office/drawing/2014/main" id="{BC51A44A-7FC9-D19A-0AF9-B2B912A265F2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AD17F020-F76B-7699-7B22-E4938E608566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8" name="Group 717">
              <a:extLst>
                <a:ext uri="{FF2B5EF4-FFF2-40B4-BE49-F238E27FC236}">
                  <a16:creationId xmlns:a16="http://schemas.microsoft.com/office/drawing/2014/main" id="{238C70AC-18FA-31F1-DCCD-2E7300CA126D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728" name="Group 727">
                <a:extLst>
                  <a:ext uri="{FF2B5EF4-FFF2-40B4-BE49-F238E27FC236}">
                    <a16:creationId xmlns:a16="http://schemas.microsoft.com/office/drawing/2014/main" id="{B62A293C-8F1A-607C-A2A2-E257E41AFAD5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42" name="Oval 741">
                  <a:extLst>
                    <a:ext uri="{FF2B5EF4-FFF2-40B4-BE49-F238E27FC236}">
                      <a16:creationId xmlns:a16="http://schemas.microsoft.com/office/drawing/2014/main" id="{1DAB1407-F65B-99D8-0F3F-D7D327D89D8F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43" name="Group 742">
                  <a:extLst>
                    <a:ext uri="{FF2B5EF4-FFF2-40B4-BE49-F238E27FC236}">
                      <a16:creationId xmlns:a16="http://schemas.microsoft.com/office/drawing/2014/main" id="{808123EB-5526-45AA-26DA-CDEB2B0BC0D8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44" name="Oval 743">
                    <a:extLst>
                      <a:ext uri="{FF2B5EF4-FFF2-40B4-BE49-F238E27FC236}">
                        <a16:creationId xmlns:a16="http://schemas.microsoft.com/office/drawing/2014/main" id="{30011BC1-B10C-F4F9-5FA0-E71E4B7A4266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45" name="Oval 744">
                    <a:extLst>
                      <a:ext uri="{FF2B5EF4-FFF2-40B4-BE49-F238E27FC236}">
                        <a16:creationId xmlns:a16="http://schemas.microsoft.com/office/drawing/2014/main" id="{42A107E8-3F12-CBC8-4803-3B36A908438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46" name="Oval 745">
                    <a:extLst>
                      <a:ext uri="{FF2B5EF4-FFF2-40B4-BE49-F238E27FC236}">
                        <a16:creationId xmlns:a16="http://schemas.microsoft.com/office/drawing/2014/main" id="{E1FF98B3-2B0F-FC94-D411-ACDA38BB3143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47" name="Oval 746">
                    <a:extLst>
                      <a:ext uri="{FF2B5EF4-FFF2-40B4-BE49-F238E27FC236}">
                        <a16:creationId xmlns:a16="http://schemas.microsoft.com/office/drawing/2014/main" id="{D1632751-A517-9710-DFFA-23E5FC7FEDF8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48" name="Arc 747">
                    <a:extLst>
                      <a:ext uri="{FF2B5EF4-FFF2-40B4-BE49-F238E27FC236}">
                        <a16:creationId xmlns:a16="http://schemas.microsoft.com/office/drawing/2014/main" id="{E44786D6-7AAD-90E3-C103-D4D8E1E4C517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49" name="Oval 748">
                    <a:extLst>
                      <a:ext uri="{FF2B5EF4-FFF2-40B4-BE49-F238E27FC236}">
                        <a16:creationId xmlns:a16="http://schemas.microsoft.com/office/drawing/2014/main" id="{BB7C7D5E-F351-FDBE-734B-5DBC19C2E5A8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0" name="Arc 749">
                    <a:extLst>
                      <a:ext uri="{FF2B5EF4-FFF2-40B4-BE49-F238E27FC236}">
                        <a16:creationId xmlns:a16="http://schemas.microsoft.com/office/drawing/2014/main" id="{50F20204-9BA9-DBBE-FEB6-B51BE89F2095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1" name="Arc 750">
                    <a:extLst>
                      <a:ext uri="{FF2B5EF4-FFF2-40B4-BE49-F238E27FC236}">
                        <a16:creationId xmlns:a16="http://schemas.microsoft.com/office/drawing/2014/main" id="{EF2EBDEE-6D4B-68F0-C9FB-2F4F820EA722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73B11F63-6CC6-D0A4-08C5-262E1E07EDE1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32" name="Oval 731">
                  <a:extLst>
                    <a:ext uri="{FF2B5EF4-FFF2-40B4-BE49-F238E27FC236}">
                      <a16:creationId xmlns:a16="http://schemas.microsoft.com/office/drawing/2014/main" id="{4609D0D8-6905-AFA4-8B4D-12DEED809045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33" name="Group 732">
                  <a:extLst>
                    <a:ext uri="{FF2B5EF4-FFF2-40B4-BE49-F238E27FC236}">
                      <a16:creationId xmlns:a16="http://schemas.microsoft.com/office/drawing/2014/main" id="{DB2B29CB-B836-0BA3-A0D5-39AD52AECC5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34" name="Oval 733">
                    <a:extLst>
                      <a:ext uri="{FF2B5EF4-FFF2-40B4-BE49-F238E27FC236}">
                        <a16:creationId xmlns:a16="http://schemas.microsoft.com/office/drawing/2014/main" id="{D36B4018-CBF4-0768-4EAC-9CE966C5B99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5" name="Oval 734">
                    <a:extLst>
                      <a:ext uri="{FF2B5EF4-FFF2-40B4-BE49-F238E27FC236}">
                        <a16:creationId xmlns:a16="http://schemas.microsoft.com/office/drawing/2014/main" id="{3B5AB042-F8F3-C16A-7B3C-A8C1F65BFCE0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6" name="Oval 735">
                    <a:extLst>
                      <a:ext uri="{FF2B5EF4-FFF2-40B4-BE49-F238E27FC236}">
                        <a16:creationId xmlns:a16="http://schemas.microsoft.com/office/drawing/2014/main" id="{6C92645A-0488-404B-1717-BE1BD4818C41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7" name="Oval 736">
                    <a:extLst>
                      <a:ext uri="{FF2B5EF4-FFF2-40B4-BE49-F238E27FC236}">
                        <a16:creationId xmlns:a16="http://schemas.microsoft.com/office/drawing/2014/main" id="{FD0E0984-AAFE-289B-46A0-83090C6274D8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8" name="Arc 737">
                    <a:extLst>
                      <a:ext uri="{FF2B5EF4-FFF2-40B4-BE49-F238E27FC236}">
                        <a16:creationId xmlns:a16="http://schemas.microsoft.com/office/drawing/2014/main" id="{637D1AF3-EFFB-2BE4-12F8-F40FA3CD8765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9" name="Oval 738">
                    <a:extLst>
                      <a:ext uri="{FF2B5EF4-FFF2-40B4-BE49-F238E27FC236}">
                        <a16:creationId xmlns:a16="http://schemas.microsoft.com/office/drawing/2014/main" id="{4AB98319-6893-3C63-C59F-CC9C9817402E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40" name="Arc 739">
                    <a:extLst>
                      <a:ext uri="{FF2B5EF4-FFF2-40B4-BE49-F238E27FC236}">
                        <a16:creationId xmlns:a16="http://schemas.microsoft.com/office/drawing/2014/main" id="{FA8718B8-EC2C-FADA-2CEA-FBCF715AA589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41" name="Arc 740">
                    <a:extLst>
                      <a:ext uri="{FF2B5EF4-FFF2-40B4-BE49-F238E27FC236}">
                        <a16:creationId xmlns:a16="http://schemas.microsoft.com/office/drawing/2014/main" id="{C870536C-F538-FA59-92FF-861607A8C9A5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730" name="Straight Connector 729">
                <a:extLst>
                  <a:ext uri="{FF2B5EF4-FFF2-40B4-BE49-F238E27FC236}">
                    <a16:creationId xmlns:a16="http://schemas.microsoft.com/office/drawing/2014/main" id="{D45D4F38-3DFD-82B8-B51C-53F53BF2F6B6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1" name="Straight Connector 730">
                <a:extLst>
                  <a:ext uri="{FF2B5EF4-FFF2-40B4-BE49-F238E27FC236}">
                    <a16:creationId xmlns:a16="http://schemas.microsoft.com/office/drawing/2014/main" id="{4D4C1071-8B07-CCCD-C4A4-A5988670CA23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9" name="Group 718">
              <a:extLst>
                <a:ext uri="{FF2B5EF4-FFF2-40B4-BE49-F238E27FC236}">
                  <a16:creationId xmlns:a16="http://schemas.microsoft.com/office/drawing/2014/main" id="{3236BD99-95B7-970B-9AB2-4FE94DF1B31E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720" name="Moon 719">
                <a:extLst>
                  <a:ext uri="{FF2B5EF4-FFF2-40B4-BE49-F238E27FC236}">
                    <a16:creationId xmlns:a16="http://schemas.microsoft.com/office/drawing/2014/main" id="{CD2DB334-E41A-CDA0-2EAA-F7573C366C3E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AA207ACB-4810-4802-EE27-7F5FA3DE09E4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CE4666A9-3A1F-381A-9975-8D38EEA9D940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3" name="Oval 722">
                <a:extLst>
                  <a:ext uri="{FF2B5EF4-FFF2-40B4-BE49-F238E27FC236}">
                    <a16:creationId xmlns:a16="http://schemas.microsoft.com/office/drawing/2014/main" id="{D00F5F46-19BA-F026-4310-BB6BFB09164D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4" name="Oval 723">
                <a:extLst>
                  <a:ext uri="{FF2B5EF4-FFF2-40B4-BE49-F238E27FC236}">
                    <a16:creationId xmlns:a16="http://schemas.microsoft.com/office/drawing/2014/main" id="{D619B573-1D38-83EE-350E-DBC9BFB33DBE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5" name="Oval 724">
                <a:extLst>
                  <a:ext uri="{FF2B5EF4-FFF2-40B4-BE49-F238E27FC236}">
                    <a16:creationId xmlns:a16="http://schemas.microsoft.com/office/drawing/2014/main" id="{3AC23514-B5BE-4E74-9B10-656DF28EE183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6" name="Oval 725">
                <a:extLst>
                  <a:ext uri="{FF2B5EF4-FFF2-40B4-BE49-F238E27FC236}">
                    <a16:creationId xmlns:a16="http://schemas.microsoft.com/office/drawing/2014/main" id="{0EB094BD-479B-0061-8D02-E1D6C1D4C629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7" name="Oval 726">
                <a:extLst>
                  <a:ext uri="{FF2B5EF4-FFF2-40B4-BE49-F238E27FC236}">
                    <a16:creationId xmlns:a16="http://schemas.microsoft.com/office/drawing/2014/main" id="{9357E929-BD2A-A2B1-4D33-8B7D097720A5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B921A0F-B96D-F411-04D5-FDDB1D365DE4}"/>
              </a:ext>
            </a:extLst>
          </p:cNvPr>
          <p:cNvGrpSpPr/>
          <p:nvPr/>
        </p:nvGrpSpPr>
        <p:grpSpPr>
          <a:xfrm rot="1312654" flipH="1" flipV="1">
            <a:off x="3537916" y="3020261"/>
            <a:ext cx="180828" cy="348790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658" name="Group 657">
              <a:extLst>
                <a:ext uri="{FF2B5EF4-FFF2-40B4-BE49-F238E27FC236}">
                  <a16:creationId xmlns:a16="http://schemas.microsoft.com/office/drawing/2014/main" id="{CE9AA546-27ED-A895-92D0-2534C6C45D4C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693" name="Group 692">
                <a:extLst>
                  <a:ext uri="{FF2B5EF4-FFF2-40B4-BE49-F238E27FC236}">
                    <a16:creationId xmlns:a16="http://schemas.microsoft.com/office/drawing/2014/main" id="{856F7257-AB3E-45F4-2924-FA6B55EB6792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07" name="Oval 706">
                  <a:extLst>
                    <a:ext uri="{FF2B5EF4-FFF2-40B4-BE49-F238E27FC236}">
                      <a16:creationId xmlns:a16="http://schemas.microsoft.com/office/drawing/2014/main" id="{0B09D8F0-F757-E8F4-CA86-A9DEF25F5F35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08" name="Group 707">
                  <a:extLst>
                    <a:ext uri="{FF2B5EF4-FFF2-40B4-BE49-F238E27FC236}">
                      <a16:creationId xmlns:a16="http://schemas.microsoft.com/office/drawing/2014/main" id="{C92395EC-5B87-06C5-9C37-7DBF01250F34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09" name="Oval 708">
                    <a:extLst>
                      <a:ext uri="{FF2B5EF4-FFF2-40B4-BE49-F238E27FC236}">
                        <a16:creationId xmlns:a16="http://schemas.microsoft.com/office/drawing/2014/main" id="{8E2FCCC2-F6B6-AFDB-06E1-E0A2AAF27826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0" name="Oval 709">
                    <a:extLst>
                      <a:ext uri="{FF2B5EF4-FFF2-40B4-BE49-F238E27FC236}">
                        <a16:creationId xmlns:a16="http://schemas.microsoft.com/office/drawing/2014/main" id="{3674E138-B489-2B41-D0EE-589007DC6B70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1" name="Oval 710">
                    <a:extLst>
                      <a:ext uri="{FF2B5EF4-FFF2-40B4-BE49-F238E27FC236}">
                        <a16:creationId xmlns:a16="http://schemas.microsoft.com/office/drawing/2014/main" id="{0F9F7B35-3A69-F519-E7F7-1346FD768CC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2" name="Oval 711">
                    <a:extLst>
                      <a:ext uri="{FF2B5EF4-FFF2-40B4-BE49-F238E27FC236}">
                        <a16:creationId xmlns:a16="http://schemas.microsoft.com/office/drawing/2014/main" id="{E865E07E-DF9F-2DD8-453E-E8728F726E7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3" name="Arc 712">
                    <a:extLst>
                      <a:ext uri="{FF2B5EF4-FFF2-40B4-BE49-F238E27FC236}">
                        <a16:creationId xmlns:a16="http://schemas.microsoft.com/office/drawing/2014/main" id="{664255AD-74E9-BE78-0E47-7DD593625FC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4" name="Oval 713">
                    <a:extLst>
                      <a:ext uri="{FF2B5EF4-FFF2-40B4-BE49-F238E27FC236}">
                        <a16:creationId xmlns:a16="http://schemas.microsoft.com/office/drawing/2014/main" id="{85B73165-79D1-B447-005C-27FAC7DE8898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5" name="Arc 714">
                    <a:extLst>
                      <a:ext uri="{FF2B5EF4-FFF2-40B4-BE49-F238E27FC236}">
                        <a16:creationId xmlns:a16="http://schemas.microsoft.com/office/drawing/2014/main" id="{EC37BE66-8FBF-1719-EB4B-C92DE1CABDF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6" name="Arc 715">
                    <a:extLst>
                      <a:ext uri="{FF2B5EF4-FFF2-40B4-BE49-F238E27FC236}">
                        <a16:creationId xmlns:a16="http://schemas.microsoft.com/office/drawing/2014/main" id="{323547F7-D077-671E-7F62-EC7F08E2C90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D1E6BBA2-8289-AD81-8159-0A98BE7E6AB8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97" name="Oval 696">
                  <a:extLst>
                    <a:ext uri="{FF2B5EF4-FFF2-40B4-BE49-F238E27FC236}">
                      <a16:creationId xmlns:a16="http://schemas.microsoft.com/office/drawing/2014/main" id="{58365B18-5E5B-185A-5B8B-EA9431712C4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98" name="Group 697">
                  <a:extLst>
                    <a:ext uri="{FF2B5EF4-FFF2-40B4-BE49-F238E27FC236}">
                      <a16:creationId xmlns:a16="http://schemas.microsoft.com/office/drawing/2014/main" id="{DB87E10B-1C3B-CDDA-22E8-1E6BA84E711E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699" name="Oval 698">
                    <a:extLst>
                      <a:ext uri="{FF2B5EF4-FFF2-40B4-BE49-F238E27FC236}">
                        <a16:creationId xmlns:a16="http://schemas.microsoft.com/office/drawing/2014/main" id="{7DDBDD14-7938-B0EF-3F11-D454704E150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0" name="Oval 699">
                    <a:extLst>
                      <a:ext uri="{FF2B5EF4-FFF2-40B4-BE49-F238E27FC236}">
                        <a16:creationId xmlns:a16="http://schemas.microsoft.com/office/drawing/2014/main" id="{59086388-7DE9-A073-E43A-0E332C7C5F7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1" name="Oval 700">
                    <a:extLst>
                      <a:ext uri="{FF2B5EF4-FFF2-40B4-BE49-F238E27FC236}">
                        <a16:creationId xmlns:a16="http://schemas.microsoft.com/office/drawing/2014/main" id="{64764255-F030-1EEF-C55C-36F8F414BF77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2" name="Oval 701">
                    <a:extLst>
                      <a:ext uri="{FF2B5EF4-FFF2-40B4-BE49-F238E27FC236}">
                        <a16:creationId xmlns:a16="http://schemas.microsoft.com/office/drawing/2014/main" id="{E4FAF635-7C9B-E5A6-4866-6CF5BBA104EE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3" name="Arc 702">
                    <a:extLst>
                      <a:ext uri="{FF2B5EF4-FFF2-40B4-BE49-F238E27FC236}">
                        <a16:creationId xmlns:a16="http://schemas.microsoft.com/office/drawing/2014/main" id="{45AD64D0-9F77-8AEE-3BAE-72A7BE1803F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4" name="Oval 703">
                    <a:extLst>
                      <a:ext uri="{FF2B5EF4-FFF2-40B4-BE49-F238E27FC236}">
                        <a16:creationId xmlns:a16="http://schemas.microsoft.com/office/drawing/2014/main" id="{4B007A7F-9468-A3EF-0539-AFE11FCE35A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5" name="Arc 704">
                    <a:extLst>
                      <a:ext uri="{FF2B5EF4-FFF2-40B4-BE49-F238E27FC236}">
                        <a16:creationId xmlns:a16="http://schemas.microsoft.com/office/drawing/2014/main" id="{D5343F27-FC38-0C13-25BF-02F22C90C383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6" name="Arc 705">
                    <a:extLst>
                      <a:ext uri="{FF2B5EF4-FFF2-40B4-BE49-F238E27FC236}">
                        <a16:creationId xmlns:a16="http://schemas.microsoft.com/office/drawing/2014/main" id="{49C7B056-C4BA-C5DF-9989-626B4DA4AC34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695" name="Straight Connector 694">
                <a:extLst>
                  <a:ext uri="{FF2B5EF4-FFF2-40B4-BE49-F238E27FC236}">
                    <a16:creationId xmlns:a16="http://schemas.microsoft.com/office/drawing/2014/main" id="{AB96AA50-BE52-4135-38AF-92FDB7446647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6" name="Straight Connector 695">
                <a:extLst>
                  <a:ext uri="{FF2B5EF4-FFF2-40B4-BE49-F238E27FC236}">
                    <a16:creationId xmlns:a16="http://schemas.microsoft.com/office/drawing/2014/main" id="{EA6E0199-B496-B7D9-35D8-8ED2395AC5A9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9" name="Group 658">
              <a:extLst>
                <a:ext uri="{FF2B5EF4-FFF2-40B4-BE49-F238E27FC236}">
                  <a16:creationId xmlns:a16="http://schemas.microsoft.com/office/drawing/2014/main" id="{BAE7E725-4F9B-2A3A-2D68-FF38DE731B4C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669" name="Group 668">
                <a:extLst>
                  <a:ext uri="{FF2B5EF4-FFF2-40B4-BE49-F238E27FC236}">
                    <a16:creationId xmlns:a16="http://schemas.microsoft.com/office/drawing/2014/main" id="{F5576A33-9134-1B94-020B-77D0E5557A8C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83" name="Oval 682">
                  <a:extLst>
                    <a:ext uri="{FF2B5EF4-FFF2-40B4-BE49-F238E27FC236}">
                      <a16:creationId xmlns:a16="http://schemas.microsoft.com/office/drawing/2014/main" id="{5F15C625-D68E-04D6-7642-C4822FF3893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84" name="Group 683">
                  <a:extLst>
                    <a:ext uri="{FF2B5EF4-FFF2-40B4-BE49-F238E27FC236}">
                      <a16:creationId xmlns:a16="http://schemas.microsoft.com/office/drawing/2014/main" id="{1597626D-F2DF-8A1C-55E4-F5534DFB200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685" name="Oval 684">
                    <a:extLst>
                      <a:ext uri="{FF2B5EF4-FFF2-40B4-BE49-F238E27FC236}">
                        <a16:creationId xmlns:a16="http://schemas.microsoft.com/office/drawing/2014/main" id="{B1F68968-2F39-DC39-E108-F1487DF2E6B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86" name="Oval 685">
                    <a:extLst>
                      <a:ext uri="{FF2B5EF4-FFF2-40B4-BE49-F238E27FC236}">
                        <a16:creationId xmlns:a16="http://schemas.microsoft.com/office/drawing/2014/main" id="{870DD133-D004-0EF5-EC07-141742C1B04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87" name="Oval 686">
                    <a:extLst>
                      <a:ext uri="{FF2B5EF4-FFF2-40B4-BE49-F238E27FC236}">
                        <a16:creationId xmlns:a16="http://schemas.microsoft.com/office/drawing/2014/main" id="{D1FC0F38-9806-D248-9F32-ABDEE646363F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88" name="Oval 687">
                    <a:extLst>
                      <a:ext uri="{FF2B5EF4-FFF2-40B4-BE49-F238E27FC236}">
                        <a16:creationId xmlns:a16="http://schemas.microsoft.com/office/drawing/2014/main" id="{81565502-0307-7177-3EE3-E5A63D40C644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89" name="Arc 688">
                    <a:extLst>
                      <a:ext uri="{FF2B5EF4-FFF2-40B4-BE49-F238E27FC236}">
                        <a16:creationId xmlns:a16="http://schemas.microsoft.com/office/drawing/2014/main" id="{69255DD5-D8B3-870C-DBC5-6D4442CDBC27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0" name="Oval 689">
                    <a:extLst>
                      <a:ext uri="{FF2B5EF4-FFF2-40B4-BE49-F238E27FC236}">
                        <a16:creationId xmlns:a16="http://schemas.microsoft.com/office/drawing/2014/main" id="{3C5C6832-F2DE-4876-7318-9091B096487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91" name="Arc 690">
                    <a:extLst>
                      <a:ext uri="{FF2B5EF4-FFF2-40B4-BE49-F238E27FC236}">
                        <a16:creationId xmlns:a16="http://schemas.microsoft.com/office/drawing/2014/main" id="{A8FA4B96-74F0-05AF-F919-A3F34B3AE3C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2" name="Arc 691">
                    <a:extLst>
                      <a:ext uri="{FF2B5EF4-FFF2-40B4-BE49-F238E27FC236}">
                        <a16:creationId xmlns:a16="http://schemas.microsoft.com/office/drawing/2014/main" id="{A04AE189-4D47-F282-23C9-3A7C6584A452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70" name="Group 669">
                <a:extLst>
                  <a:ext uri="{FF2B5EF4-FFF2-40B4-BE49-F238E27FC236}">
                    <a16:creationId xmlns:a16="http://schemas.microsoft.com/office/drawing/2014/main" id="{EB839B04-F990-BB5E-FDB4-15B6EE199DD2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73" name="Oval 672">
                  <a:extLst>
                    <a:ext uri="{FF2B5EF4-FFF2-40B4-BE49-F238E27FC236}">
                      <a16:creationId xmlns:a16="http://schemas.microsoft.com/office/drawing/2014/main" id="{61FB591E-D107-0C7E-6916-F0E8F818D667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74" name="Group 673">
                  <a:extLst>
                    <a:ext uri="{FF2B5EF4-FFF2-40B4-BE49-F238E27FC236}">
                      <a16:creationId xmlns:a16="http://schemas.microsoft.com/office/drawing/2014/main" id="{F775FD60-B8A8-299C-A383-B2AC0879899B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675" name="Oval 674">
                    <a:extLst>
                      <a:ext uri="{FF2B5EF4-FFF2-40B4-BE49-F238E27FC236}">
                        <a16:creationId xmlns:a16="http://schemas.microsoft.com/office/drawing/2014/main" id="{C69E3E6D-C113-FE81-8567-2BCEE35ECCD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76" name="Oval 675">
                    <a:extLst>
                      <a:ext uri="{FF2B5EF4-FFF2-40B4-BE49-F238E27FC236}">
                        <a16:creationId xmlns:a16="http://schemas.microsoft.com/office/drawing/2014/main" id="{556D1A15-C4F6-A337-BA57-BCE8A073E111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77" name="Oval 676">
                    <a:extLst>
                      <a:ext uri="{FF2B5EF4-FFF2-40B4-BE49-F238E27FC236}">
                        <a16:creationId xmlns:a16="http://schemas.microsoft.com/office/drawing/2014/main" id="{A57A494C-F5D9-3318-8383-40B83FB53C0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78" name="Oval 677">
                    <a:extLst>
                      <a:ext uri="{FF2B5EF4-FFF2-40B4-BE49-F238E27FC236}">
                        <a16:creationId xmlns:a16="http://schemas.microsoft.com/office/drawing/2014/main" id="{FDC3F045-414E-0563-450E-D3B8091A6C5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79" name="Arc 678">
                    <a:extLst>
                      <a:ext uri="{FF2B5EF4-FFF2-40B4-BE49-F238E27FC236}">
                        <a16:creationId xmlns:a16="http://schemas.microsoft.com/office/drawing/2014/main" id="{A05E7614-5D34-D7DB-1DEF-745CAD780C1F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0" name="Oval 679">
                    <a:extLst>
                      <a:ext uri="{FF2B5EF4-FFF2-40B4-BE49-F238E27FC236}">
                        <a16:creationId xmlns:a16="http://schemas.microsoft.com/office/drawing/2014/main" id="{DACE4FCF-F5D9-712D-4656-68954DD7057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81" name="Arc 680">
                    <a:extLst>
                      <a:ext uri="{FF2B5EF4-FFF2-40B4-BE49-F238E27FC236}">
                        <a16:creationId xmlns:a16="http://schemas.microsoft.com/office/drawing/2014/main" id="{BA687E39-2A30-475B-9748-8584DAA9343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2" name="Arc 681">
                    <a:extLst>
                      <a:ext uri="{FF2B5EF4-FFF2-40B4-BE49-F238E27FC236}">
                        <a16:creationId xmlns:a16="http://schemas.microsoft.com/office/drawing/2014/main" id="{9329B867-5331-DB50-C5FE-E03F72C80D4D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671" name="Straight Connector 670">
                <a:extLst>
                  <a:ext uri="{FF2B5EF4-FFF2-40B4-BE49-F238E27FC236}">
                    <a16:creationId xmlns:a16="http://schemas.microsoft.com/office/drawing/2014/main" id="{C75DDACD-7ABD-7BDB-78AB-B363AEB7D5AA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2" name="Straight Connector 671">
                <a:extLst>
                  <a:ext uri="{FF2B5EF4-FFF2-40B4-BE49-F238E27FC236}">
                    <a16:creationId xmlns:a16="http://schemas.microsoft.com/office/drawing/2014/main" id="{FEF39F5E-C1B4-7FD1-6244-974D27FE25C5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60" name="Group 659">
              <a:extLst>
                <a:ext uri="{FF2B5EF4-FFF2-40B4-BE49-F238E27FC236}">
                  <a16:creationId xmlns:a16="http://schemas.microsoft.com/office/drawing/2014/main" id="{B12A813B-F16B-59FD-FEBC-EE8272632B55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661" name="Moon 660">
                <a:extLst>
                  <a:ext uri="{FF2B5EF4-FFF2-40B4-BE49-F238E27FC236}">
                    <a16:creationId xmlns:a16="http://schemas.microsoft.com/office/drawing/2014/main" id="{F60A6192-E98F-2C1F-A547-0D124F8B108D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2" name="Oval 661">
                <a:extLst>
                  <a:ext uri="{FF2B5EF4-FFF2-40B4-BE49-F238E27FC236}">
                    <a16:creationId xmlns:a16="http://schemas.microsoft.com/office/drawing/2014/main" id="{BFEED474-B91A-E191-06EC-66A626002770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3" name="Oval 662">
                <a:extLst>
                  <a:ext uri="{FF2B5EF4-FFF2-40B4-BE49-F238E27FC236}">
                    <a16:creationId xmlns:a16="http://schemas.microsoft.com/office/drawing/2014/main" id="{8B0CC351-FA8E-2AF5-0CEA-F3A9590C2922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4" name="Oval 663">
                <a:extLst>
                  <a:ext uri="{FF2B5EF4-FFF2-40B4-BE49-F238E27FC236}">
                    <a16:creationId xmlns:a16="http://schemas.microsoft.com/office/drawing/2014/main" id="{72970386-BB51-1AB1-6AB3-0D301DB7015B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5" name="Oval 664">
                <a:extLst>
                  <a:ext uri="{FF2B5EF4-FFF2-40B4-BE49-F238E27FC236}">
                    <a16:creationId xmlns:a16="http://schemas.microsoft.com/office/drawing/2014/main" id="{067247F3-5C45-C51A-1BD1-2D97DA9F6867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6" name="Oval 665">
                <a:extLst>
                  <a:ext uri="{FF2B5EF4-FFF2-40B4-BE49-F238E27FC236}">
                    <a16:creationId xmlns:a16="http://schemas.microsoft.com/office/drawing/2014/main" id="{D9B6BDA7-505F-626E-2265-2037A9547768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7" name="Oval 666">
                <a:extLst>
                  <a:ext uri="{FF2B5EF4-FFF2-40B4-BE49-F238E27FC236}">
                    <a16:creationId xmlns:a16="http://schemas.microsoft.com/office/drawing/2014/main" id="{72836AB7-51BD-A9C3-9391-91CDE3B32569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8" name="Oval 667">
                <a:extLst>
                  <a:ext uri="{FF2B5EF4-FFF2-40B4-BE49-F238E27FC236}">
                    <a16:creationId xmlns:a16="http://schemas.microsoft.com/office/drawing/2014/main" id="{32E1AA6E-A554-0AAB-69D8-175FD1CF28CD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10875A1-6C2C-1CFB-1821-DCEE11AF8EC2}"/>
              </a:ext>
            </a:extLst>
          </p:cNvPr>
          <p:cNvGrpSpPr/>
          <p:nvPr/>
        </p:nvGrpSpPr>
        <p:grpSpPr>
          <a:xfrm rot="6571890" flipH="1" flipV="1">
            <a:off x="3374248" y="3342668"/>
            <a:ext cx="144704" cy="348791"/>
            <a:chOff x="8901293" y="933753"/>
            <a:chExt cx="2135899" cy="5148330"/>
          </a:xfrm>
          <a:solidFill>
            <a:srgbClr val="0432FF"/>
          </a:solidFill>
        </p:grpSpPr>
        <p:grpSp>
          <p:nvGrpSpPr>
            <p:cNvPr id="599" name="Group 598">
              <a:extLst>
                <a:ext uri="{FF2B5EF4-FFF2-40B4-BE49-F238E27FC236}">
                  <a16:creationId xmlns:a16="http://schemas.microsoft.com/office/drawing/2014/main" id="{AAF01479-E967-30C5-9316-BD799BDAF27D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634" name="Group 633">
                <a:extLst>
                  <a:ext uri="{FF2B5EF4-FFF2-40B4-BE49-F238E27FC236}">
                    <a16:creationId xmlns:a16="http://schemas.microsoft.com/office/drawing/2014/main" id="{F39E5F76-6E3F-F31C-81FB-5055E9666B82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48" name="Oval 647">
                  <a:extLst>
                    <a:ext uri="{FF2B5EF4-FFF2-40B4-BE49-F238E27FC236}">
                      <a16:creationId xmlns:a16="http://schemas.microsoft.com/office/drawing/2014/main" id="{3A79DD28-B13F-A75F-A5A3-1AB7FBB7217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49" name="Group 648">
                  <a:extLst>
                    <a:ext uri="{FF2B5EF4-FFF2-40B4-BE49-F238E27FC236}">
                      <a16:creationId xmlns:a16="http://schemas.microsoft.com/office/drawing/2014/main" id="{0434C6DB-ABDF-F9D9-393F-9F0826982EB6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650" name="Oval 649">
                    <a:extLst>
                      <a:ext uri="{FF2B5EF4-FFF2-40B4-BE49-F238E27FC236}">
                        <a16:creationId xmlns:a16="http://schemas.microsoft.com/office/drawing/2014/main" id="{F0E5D6E5-7DA7-A807-847A-5066C20464DE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51" name="Oval 650">
                    <a:extLst>
                      <a:ext uri="{FF2B5EF4-FFF2-40B4-BE49-F238E27FC236}">
                        <a16:creationId xmlns:a16="http://schemas.microsoft.com/office/drawing/2014/main" id="{CAA547B8-C4C3-285B-FB7C-9BE1D34A48C4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52" name="Oval 651">
                    <a:extLst>
                      <a:ext uri="{FF2B5EF4-FFF2-40B4-BE49-F238E27FC236}">
                        <a16:creationId xmlns:a16="http://schemas.microsoft.com/office/drawing/2014/main" id="{C67A737B-96C4-C418-9E2C-D53B1FE142F0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53" name="Oval 652">
                    <a:extLst>
                      <a:ext uri="{FF2B5EF4-FFF2-40B4-BE49-F238E27FC236}">
                        <a16:creationId xmlns:a16="http://schemas.microsoft.com/office/drawing/2014/main" id="{141AEFDB-E874-8B98-C230-206EC20B66D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54" name="Arc 653">
                    <a:extLst>
                      <a:ext uri="{FF2B5EF4-FFF2-40B4-BE49-F238E27FC236}">
                        <a16:creationId xmlns:a16="http://schemas.microsoft.com/office/drawing/2014/main" id="{5825551B-2CA2-092D-91C0-C3A81627EAE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5" name="Oval 654">
                    <a:extLst>
                      <a:ext uri="{FF2B5EF4-FFF2-40B4-BE49-F238E27FC236}">
                        <a16:creationId xmlns:a16="http://schemas.microsoft.com/office/drawing/2014/main" id="{7EA68943-DED5-E741-71E5-79E2591D87F7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56" name="Arc 655">
                    <a:extLst>
                      <a:ext uri="{FF2B5EF4-FFF2-40B4-BE49-F238E27FC236}">
                        <a16:creationId xmlns:a16="http://schemas.microsoft.com/office/drawing/2014/main" id="{C457FD61-9299-702F-22DE-338314EB155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7" name="Arc 656">
                    <a:extLst>
                      <a:ext uri="{FF2B5EF4-FFF2-40B4-BE49-F238E27FC236}">
                        <a16:creationId xmlns:a16="http://schemas.microsoft.com/office/drawing/2014/main" id="{DCC81818-B074-7874-DFAB-C528C3F7690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35" name="Group 634">
                <a:extLst>
                  <a:ext uri="{FF2B5EF4-FFF2-40B4-BE49-F238E27FC236}">
                    <a16:creationId xmlns:a16="http://schemas.microsoft.com/office/drawing/2014/main" id="{B78B4774-A827-24BB-B309-D67923835F2B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38" name="Oval 637">
                  <a:extLst>
                    <a:ext uri="{FF2B5EF4-FFF2-40B4-BE49-F238E27FC236}">
                      <a16:creationId xmlns:a16="http://schemas.microsoft.com/office/drawing/2014/main" id="{985ABDDE-7458-C88C-1836-2169D807E77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39" name="Group 638">
                  <a:extLst>
                    <a:ext uri="{FF2B5EF4-FFF2-40B4-BE49-F238E27FC236}">
                      <a16:creationId xmlns:a16="http://schemas.microsoft.com/office/drawing/2014/main" id="{EE716793-1BC5-3933-B62E-09E4B7A3F9F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640" name="Oval 639">
                    <a:extLst>
                      <a:ext uri="{FF2B5EF4-FFF2-40B4-BE49-F238E27FC236}">
                        <a16:creationId xmlns:a16="http://schemas.microsoft.com/office/drawing/2014/main" id="{2F52AADB-52C4-8CB4-42E5-F2DE2DE940CA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41" name="Oval 640">
                    <a:extLst>
                      <a:ext uri="{FF2B5EF4-FFF2-40B4-BE49-F238E27FC236}">
                        <a16:creationId xmlns:a16="http://schemas.microsoft.com/office/drawing/2014/main" id="{774BFAF3-4CB8-CEBC-C144-A09B4F96572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42" name="Oval 641">
                    <a:extLst>
                      <a:ext uri="{FF2B5EF4-FFF2-40B4-BE49-F238E27FC236}">
                        <a16:creationId xmlns:a16="http://schemas.microsoft.com/office/drawing/2014/main" id="{A86FC019-B32C-2053-8F01-496D1AF0EB41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43" name="Oval 642">
                    <a:extLst>
                      <a:ext uri="{FF2B5EF4-FFF2-40B4-BE49-F238E27FC236}">
                        <a16:creationId xmlns:a16="http://schemas.microsoft.com/office/drawing/2014/main" id="{0303B682-6260-7E03-F001-F42412373411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44" name="Arc 643">
                    <a:extLst>
                      <a:ext uri="{FF2B5EF4-FFF2-40B4-BE49-F238E27FC236}">
                        <a16:creationId xmlns:a16="http://schemas.microsoft.com/office/drawing/2014/main" id="{8101B5FC-70A4-9806-58A5-09C45AD07B89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5" name="Oval 644">
                    <a:extLst>
                      <a:ext uri="{FF2B5EF4-FFF2-40B4-BE49-F238E27FC236}">
                        <a16:creationId xmlns:a16="http://schemas.microsoft.com/office/drawing/2014/main" id="{14422298-BAC0-A20F-4202-018A8CDAEDD7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46" name="Arc 645">
                    <a:extLst>
                      <a:ext uri="{FF2B5EF4-FFF2-40B4-BE49-F238E27FC236}">
                        <a16:creationId xmlns:a16="http://schemas.microsoft.com/office/drawing/2014/main" id="{0642CBB3-85F5-AD16-AA2D-C36CF260044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7" name="Arc 646">
                    <a:extLst>
                      <a:ext uri="{FF2B5EF4-FFF2-40B4-BE49-F238E27FC236}">
                        <a16:creationId xmlns:a16="http://schemas.microsoft.com/office/drawing/2014/main" id="{22F6816A-7555-EDFB-3673-A94F3B748B8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636" name="Straight Connector 635">
                <a:extLst>
                  <a:ext uri="{FF2B5EF4-FFF2-40B4-BE49-F238E27FC236}">
                    <a16:creationId xmlns:a16="http://schemas.microsoft.com/office/drawing/2014/main" id="{BB104E8C-2177-5DBA-11B7-EBF388E3C5E8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7" name="Straight Connector 636">
                <a:extLst>
                  <a:ext uri="{FF2B5EF4-FFF2-40B4-BE49-F238E27FC236}">
                    <a16:creationId xmlns:a16="http://schemas.microsoft.com/office/drawing/2014/main" id="{4DA01D74-3013-C0A5-7279-7E5A50634B7D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0" name="Group 599">
              <a:extLst>
                <a:ext uri="{FF2B5EF4-FFF2-40B4-BE49-F238E27FC236}">
                  <a16:creationId xmlns:a16="http://schemas.microsoft.com/office/drawing/2014/main" id="{465791FF-CA3A-4CFB-896A-F7834A56DBD8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610" name="Group 609">
                <a:extLst>
                  <a:ext uri="{FF2B5EF4-FFF2-40B4-BE49-F238E27FC236}">
                    <a16:creationId xmlns:a16="http://schemas.microsoft.com/office/drawing/2014/main" id="{A73AB583-9F28-6B25-CD95-86A20EF3DD79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24" name="Oval 623">
                  <a:extLst>
                    <a:ext uri="{FF2B5EF4-FFF2-40B4-BE49-F238E27FC236}">
                      <a16:creationId xmlns:a16="http://schemas.microsoft.com/office/drawing/2014/main" id="{7399D65C-8DD6-7F32-373F-D6D0239F53D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25" name="Group 624">
                  <a:extLst>
                    <a:ext uri="{FF2B5EF4-FFF2-40B4-BE49-F238E27FC236}">
                      <a16:creationId xmlns:a16="http://schemas.microsoft.com/office/drawing/2014/main" id="{57C96C92-3465-4C39-ED39-4AB455FE3B4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626" name="Oval 625">
                    <a:extLst>
                      <a:ext uri="{FF2B5EF4-FFF2-40B4-BE49-F238E27FC236}">
                        <a16:creationId xmlns:a16="http://schemas.microsoft.com/office/drawing/2014/main" id="{F59910E9-E0A1-25E3-A635-245DA75569FA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27" name="Oval 626">
                    <a:extLst>
                      <a:ext uri="{FF2B5EF4-FFF2-40B4-BE49-F238E27FC236}">
                        <a16:creationId xmlns:a16="http://schemas.microsoft.com/office/drawing/2014/main" id="{D0A0556C-317F-0D27-0483-31A358C0710F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28" name="Oval 627">
                    <a:extLst>
                      <a:ext uri="{FF2B5EF4-FFF2-40B4-BE49-F238E27FC236}">
                        <a16:creationId xmlns:a16="http://schemas.microsoft.com/office/drawing/2014/main" id="{92A06373-271F-B6BD-884F-AADB532A30EE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29" name="Oval 628">
                    <a:extLst>
                      <a:ext uri="{FF2B5EF4-FFF2-40B4-BE49-F238E27FC236}">
                        <a16:creationId xmlns:a16="http://schemas.microsoft.com/office/drawing/2014/main" id="{1CB24BB8-4F9B-FB50-50D7-2D12665DFFA1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30" name="Arc 629">
                    <a:extLst>
                      <a:ext uri="{FF2B5EF4-FFF2-40B4-BE49-F238E27FC236}">
                        <a16:creationId xmlns:a16="http://schemas.microsoft.com/office/drawing/2014/main" id="{9AC57FD3-5DE3-61C1-70B8-BE9894F3219C}"/>
                      </a:ext>
                    </a:extLst>
                  </p:cNvPr>
                  <p:cNvSpPr/>
                  <p:nvPr/>
                </p:nvSpPr>
                <p:spPr>
                  <a:xfrm>
                    <a:off x="4873114" y="2317099"/>
                    <a:ext cx="215222" cy="701051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1" name="Oval 630">
                    <a:extLst>
                      <a:ext uri="{FF2B5EF4-FFF2-40B4-BE49-F238E27FC236}">
                        <a16:creationId xmlns:a16="http://schemas.microsoft.com/office/drawing/2014/main" id="{E79E1EB0-85C2-D910-CCD8-CFD89E555B9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32" name="Arc 631">
                    <a:extLst>
                      <a:ext uri="{FF2B5EF4-FFF2-40B4-BE49-F238E27FC236}">
                        <a16:creationId xmlns:a16="http://schemas.microsoft.com/office/drawing/2014/main" id="{4CB07E2C-A227-097A-DA18-2C2E818D38F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3" name="Arc 632">
                    <a:extLst>
                      <a:ext uri="{FF2B5EF4-FFF2-40B4-BE49-F238E27FC236}">
                        <a16:creationId xmlns:a16="http://schemas.microsoft.com/office/drawing/2014/main" id="{87E8BC95-AA81-A874-A67C-AE0750F5099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11" name="Group 610">
                <a:extLst>
                  <a:ext uri="{FF2B5EF4-FFF2-40B4-BE49-F238E27FC236}">
                    <a16:creationId xmlns:a16="http://schemas.microsoft.com/office/drawing/2014/main" id="{EEF40E5E-D167-7AD2-7120-C60C45BABDAB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14" name="Oval 613">
                  <a:extLst>
                    <a:ext uri="{FF2B5EF4-FFF2-40B4-BE49-F238E27FC236}">
                      <a16:creationId xmlns:a16="http://schemas.microsoft.com/office/drawing/2014/main" id="{B4E18A5A-4057-6015-0B0F-D3FF555C7AB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15" name="Group 614">
                  <a:extLst>
                    <a:ext uri="{FF2B5EF4-FFF2-40B4-BE49-F238E27FC236}">
                      <a16:creationId xmlns:a16="http://schemas.microsoft.com/office/drawing/2014/main" id="{51FC05FA-79EE-6DB4-BB6B-10FB37BC766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616" name="Oval 615">
                    <a:extLst>
                      <a:ext uri="{FF2B5EF4-FFF2-40B4-BE49-F238E27FC236}">
                        <a16:creationId xmlns:a16="http://schemas.microsoft.com/office/drawing/2014/main" id="{0F067B03-4D91-F927-F741-5B3A81A7F54B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17" name="Oval 616">
                    <a:extLst>
                      <a:ext uri="{FF2B5EF4-FFF2-40B4-BE49-F238E27FC236}">
                        <a16:creationId xmlns:a16="http://schemas.microsoft.com/office/drawing/2014/main" id="{3B0168C2-711C-B375-418F-1A7F23252AB6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18" name="Oval 617">
                    <a:extLst>
                      <a:ext uri="{FF2B5EF4-FFF2-40B4-BE49-F238E27FC236}">
                        <a16:creationId xmlns:a16="http://schemas.microsoft.com/office/drawing/2014/main" id="{DE64CBB8-3933-FA94-E889-A636093EF98F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19" name="Oval 618">
                    <a:extLst>
                      <a:ext uri="{FF2B5EF4-FFF2-40B4-BE49-F238E27FC236}">
                        <a16:creationId xmlns:a16="http://schemas.microsoft.com/office/drawing/2014/main" id="{54A6CA50-9C33-8178-9040-4F5B3A019D4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20" name="Arc 619">
                    <a:extLst>
                      <a:ext uri="{FF2B5EF4-FFF2-40B4-BE49-F238E27FC236}">
                        <a16:creationId xmlns:a16="http://schemas.microsoft.com/office/drawing/2014/main" id="{8BDA6134-B06A-8ABA-6E6E-55E641FC277E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21" name="Oval 620">
                    <a:extLst>
                      <a:ext uri="{FF2B5EF4-FFF2-40B4-BE49-F238E27FC236}">
                        <a16:creationId xmlns:a16="http://schemas.microsoft.com/office/drawing/2014/main" id="{E98DDE1E-DB4A-D9BA-C748-E82CD8E798D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22" name="Arc 621">
                    <a:extLst>
                      <a:ext uri="{FF2B5EF4-FFF2-40B4-BE49-F238E27FC236}">
                        <a16:creationId xmlns:a16="http://schemas.microsoft.com/office/drawing/2014/main" id="{5346448C-CAFE-04C7-A013-751A91A17AD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23" name="Arc 622">
                    <a:extLst>
                      <a:ext uri="{FF2B5EF4-FFF2-40B4-BE49-F238E27FC236}">
                        <a16:creationId xmlns:a16="http://schemas.microsoft.com/office/drawing/2014/main" id="{16EC769E-BE06-966B-A38F-5860020D2FBF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612" name="Straight Connector 611">
                <a:extLst>
                  <a:ext uri="{FF2B5EF4-FFF2-40B4-BE49-F238E27FC236}">
                    <a16:creationId xmlns:a16="http://schemas.microsoft.com/office/drawing/2014/main" id="{99C7A554-9874-73C9-2D5E-3310E22232AE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3" name="Straight Connector 612">
                <a:extLst>
                  <a:ext uri="{FF2B5EF4-FFF2-40B4-BE49-F238E27FC236}">
                    <a16:creationId xmlns:a16="http://schemas.microsoft.com/office/drawing/2014/main" id="{A830E064-7E9D-A1A9-D8AB-DF9B2E9484AD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3462DC98-D2B5-3C21-72F0-CE6107206BAD}"/>
                </a:ext>
              </a:extLst>
            </p:cNvPr>
            <p:cNvGrpSpPr/>
            <p:nvPr/>
          </p:nvGrpSpPr>
          <p:grpSpPr>
            <a:xfrm>
              <a:off x="9663968" y="2298776"/>
              <a:ext cx="552241" cy="2447114"/>
              <a:chOff x="8443825" y="2170793"/>
              <a:chExt cx="552241" cy="2447114"/>
            </a:xfrm>
            <a:grpFill/>
          </p:grpSpPr>
          <p:sp>
            <p:nvSpPr>
              <p:cNvPr id="602" name="Moon 601">
                <a:extLst>
                  <a:ext uri="{FF2B5EF4-FFF2-40B4-BE49-F238E27FC236}">
                    <a16:creationId xmlns:a16="http://schemas.microsoft.com/office/drawing/2014/main" id="{05C9242C-A506-D658-0A64-1C51EC4DF346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E221F399-02B4-1E4C-3FBE-FB3AB9718087}"/>
                  </a:ext>
                </a:extLst>
              </p:cNvPr>
              <p:cNvSpPr/>
              <p:nvPr/>
            </p:nvSpPr>
            <p:spPr>
              <a:xfrm rot="858604">
                <a:off x="8443825" y="2170793"/>
                <a:ext cx="185642" cy="379891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Oval 603">
                <a:extLst>
                  <a:ext uri="{FF2B5EF4-FFF2-40B4-BE49-F238E27FC236}">
                    <a16:creationId xmlns:a16="http://schemas.microsoft.com/office/drawing/2014/main" id="{0B9878CB-EF62-9311-9661-AB406A994659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5" name="Oval 604">
                <a:extLst>
                  <a:ext uri="{FF2B5EF4-FFF2-40B4-BE49-F238E27FC236}">
                    <a16:creationId xmlns:a16="http://schemas.microsoft.com/office/drawing/2014/main" id="{8044034B-CE59-820F-BB9E-3E30CC19E76F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6" name="Oval 605">
                <a:extLst>
                  <a:ext uri="{FF2B5EF4-FFF2-40B4-BE49-F238E27FC236}">
                    <a16:creationId xmlns:a16="http://schemas.microsoft.com/office/drawing/2014/main" id="{9FAB93D2-4D99-D544-7F36-0C49B78A157E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Oval 606">
                <a:extLst>
                  <a:ext uri="{FF2B5EF4-FFF2-40B4-BE49-F238E27FC236}">
                    <a16:creationId xmlns:a16="http://schemas.microsoft.com/office/drawing/2014/main" id="{080E61B9-94B7-867A-54FC-1DAD9A4D2E8B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Oval 607">
                <a:extLst>
                  <a:ext uri="{FF2B5EF4-FFF2-40B4-BE49-F238E27FC236}">
                    <a16:creationId xmlns:a16="http://schemas.microsoft.com/office/drawing/2014/main" id="{784B42C9-FA01-B7EE-34B4-DE92A3FDB7BB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Oval 608">
                <a:extLst>
                  <a:ext uri="{FF2B5EF4-FFF2-40B4-BE49-F238E27FC236}">
                    <a16:creationId xmlns:a16="http://schemas.microsoft.com/office/drawing/2014/main" id="{B305542B-D27C-6111-E7B0-E87D4B6D0F8E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B338BBB-4E8F-062F-D688-3CEDA415192C}"/>
              </a:ext>
            </a:extLst>
          </p:cNvPr>
          <p:cNvGrpSpPr/>
          <p:nvPr/>
        </p:nvGrpSpPr>
        <p:grpSpPr>
          <a:xfrm rot="7464527" flipH="1" flipV="1">
            <a:off x="3834973" y="3386094"/>
            <a:ext cx="144704" cy="348791"/>
            <a:chOff x="8901293" y="933753"/>
            <a:chExt cx="2135899" cy="5148330"/>
          </a:xfrm>
          <a:solidFill>
            <a:srgbClr val="FFFF00"/>
          </a:solidFill>
        </p:grpSpPr>
        <p:grpSp>
          <p:nvGrpSpPr>
            <p:cNvPr id="540" name="Group 539">
              <a:extLst>
                <a:ext uri="{FF2B5EF4-FFF2-40B4-BE49-F238E27FC236}">
                  <a16:creationId xmlns:a16="http://schemas.microsoft.com/office/drawing/2014/main" id="{1549BBE4-279D-E2A1-FBE9-9A743A3F7CB8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575" name="Group 574">
                <a:extLst>
                  <a:ext uri="{FF2B5EF4-FFF2-40B4-BE49-F238E27FC236}">
                    <a16:creationId xmlns:a16="http://schemas.microsoft.com/office/drawing/2014/main" id="{43983435-B740-6567-D9D6-CE03A55C9677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589" name="Oval 588">
                  <a:extLst>
                    <a:ext uri="{FF2B5EF4-FFF2-40B4-BE49-F238E27FC236}">
                      <a16:creationId xmlns:a16="http://schemas.microsoft.com/office/drawing/2014/main" id="{61275FFA-48F4-9C7C-B95A-7628362E4E0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90" name="Group 589">
                  <a:extLst>
                    <a:ext uri="{FF2B5EF4-FFF2-40B4-BE49-F238E27FC236}">
                      <a16:creationId xmlns:a16="http://schemas.microsoft.com/office/drawing/2014/main" id="{7D587E6F-A044-F61B-1426-F41E63FB8EC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591" name="Oval 590">
                    <a:extLst>
                      <a:ext uri="{FF2B5EF4-FFF2-40B4-BE49-F238E27FC236}">
                        <a16:creationId xmlns:a16="http://schemas.microsoft.com/office/drawing/2014/main" id="{D9D31294-4483-A660-F915-9C018B4EDFC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92" name="Oval 591">
                    <a:extLst>
                      <a:ext uri="{FF2B5EF4-FFF2-40B4-BE49-F238E27FC236}">
                        <a16:creationId xmlns:a16="http://schemas.microsoft.com/office/drawing/2014/main" id="{98008125-76AD-7AAA-68AB-A8D197F4B84F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93" name="Oval 592">
                    <a:extLst>
                      <a:ext uri="{FF2B5EF4-FFF2-40B4-BE49-F238E27FC236}">
                        <a16:creationId xmlns:a16="http://schemas.microsoft.com/office/drawing/2014/main" id="{D6548479-1ABB-3513-77CC-23C81DB3C070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94" name="Oval 593">
                    <a:extLst>
                      <a:ext uri="{FF2B5EF4-FFF2-40B4-BE49-F238E27FC236}">
                        <a16:creationId xmlns:a16="http://schemas.microsoft.com/office/drawing/2014/main" id="{B1BC4BD5-C65B-5A56-9D9C-983BD7B53CF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95" name="Arc 594">
                    <a:extLst>
                      <a:ext uri="{FF2B5EF4-FFF2-40B4-BE49-F238E27FC236}">
                        <a16:creationId xmlns:a16="http://schemas.microsoft.com/office/drawing/2014/main" id="{FC109F19-63B5-C12C-D6D6-F4C0EE25BD55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6" name="Oval 595">
                    <a:extLst>
                      <a:ext uri="{FF2B5EF4-FFF2-40B4-BE49-F238E27FC236}">
                        <a16:creationId xmlns:a16="http://schemas.microsoft.com/office/drawing/2014/main" id="{8E741C93-9730-EA6A-1242-CE0CE80CFE2E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97" name="Arc 596">
                    <a:extLst>
                      <a:ext uri="{FF2B5EF4-FFF2-40B4-BE49-F238E27FC236}">
                        <a16:creationId xmlns:a16="http://schemas.microsoft.com/office/drawing/2014/main" id="{14AD5548-20E1-EFB2-0258-A84AB41AE64E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8" name="Arc 597">
                    <a:extLst>
                      <a:ext uri="{FF2B5EF4-FFF2-40B4-BE49-F238E27FC236}">
                        <a16:creationId xmlns:a16="http://schemas.microsoft.com/office/drawing/2014/main" id="{DA3183EA-DD10-4634-2AD8-0576FC5115F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76" name="Group 575">
                <a:extLst>
                  <a:ext uri="{FF2B5EF4-FFF2-40B4-BE49-F238E27FC236}">
                    <a16:creationId xmlns:a16="http://schemas.microsoft.com/office/drawing/2014/main" id="{72C44F8C-8A61-9F6B-9312-0329D0CD1235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579" name="Oval 578">
                  <a:extLst>
                    <a:ext uri="{FF2B5EF4-FFF2-40B4-BE49-F238E27FC236}">
                      <a16:creationId xmlns:a16="http://schemas.microsoft.com/office/drawing/2014/main" id="{27D59E0D-A175-98DF-2491-FD04D88A81E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80" name="Group 579">
                  <a:extLst>
                    <a:ext uri="{FF2B5EF4-FFF2-40B4-BE49-F238E27FC236}">
                      <a16:creationId xmlns:a16="http://schemas.microsoft.com/office/drawing/2014/main" id="{948103ED-BE93-D88A-F8E5-9B9EFFFE5338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581" name="Oval 580">
                    <a:extLst>
                      <a:ext uri="{FF2B5EF4-FFF2-40B4-BE49-F238E27FC236}">
                        <a16:creationId xmlns:a16="http://schemas.microsoft.com/office/drawing/2014/main" id="{86DE146E-ADD5-2CB1-2145-E7C2709E9290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82" name="Oval 581">
                    <a:extLst>
                      <a:ext uri="{FF2B5EF4-FFF2-40B4-BE49-F238E27FC236}">
                        <a16:creationId xmlns:a16="http://schemas.microsoft.com/office/drawing/2014/main" id="{09BDECD9-00A3-7D14-01C0-65CF8BCFD6D4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83" name="Oval 582">
                    <a:extLst>
                      <a:ext uri="{FF2B5EF4-FFF2-40B4-BE49-F238E27FC236}">
                        <a16:creationId xmlns:a16="http://schemas.microsoft.com/office/drawing/2014/main" id="{4CA7CB4E-83D0-6B59-2F77-60A8CC1E4E2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84" name="Oval 583">
                    <a:extLst>
                      <a:ext uri="{FF2B5EF4-FFF2-40B4-BE49-F238E27FC236}">
                        <a16:creationId xmlns:a16="http://schemas.microsoft.com/office/drawing/2014/main" id="{C5DCB3D8-F9F4-B39F-07D9-49D726435F85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85" name="Arc 584">
                    <a:extLst>
                      <a:ext uri="{FF2B5EF4-FFF2-40B4-BE49-F238E27FC236}">
                        <a16:creationId xmlns:a16="http://schemas.microsoft.com/office/drawing/2014/main" id="{535B1BBA-E9B9-53C0-DCF2-013F8D9BF92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6" name="Oval 585">
                    <a:extLst>
                      <a:ext uri="{FF2B5EF4-FFF2-40B4-BE49-F238E27FC236}">
                        <a16:creationId xmlns:a16="http://schemas.microsoft.com/office/drawing/2014/main" id="{0CDEF92D-ED4C-0041-C0B3-3B1F24883F74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87" name="Arc 586">
                    <a:extLst>
                      <a:ext uri="{FF2B5EF4-FFF2-40B4-BE49-F238E27FC236}">
                        <a16:creationId xmlns:a16="http://schemas.microsoft.com/office/drawing/2014/main" id="{F7C6FFE2-EC0A-D707-C5F9-3F22EFE94D15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8" name="Arc 587">
                    <a:extLst>
                      <a:ext uri="{FF2B5EF4-FFF2-40B4-BE49-F238E27FC236}">
                        <a16:creationId xmlns:a16="http://schemas.microsoft.com/office/drawing/2014/main" id="{486AD08A-3D8C-C75C-FB6A-B6CCCA10617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577" name="Straight Connector 576">
                <a:extLst>
                  <a:ext uri="{FF2B5EF4-FFF2-40B4-BE49-F238E27FC236}">
                    <a16:creationId xmlns:a16="http://schemas.microsoft.com/office/drawing/2014/main" id="{033826F0-E300-DF3C-27F7-7ED798140532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8" name="Straight Connector 577">
                <a:extLst>
                  <a:ext uri="{FF2B5EF4-FFF2-40B4-BE49-F238E27FC236}">
                    <a16:creationId xmlns:a16="http://schemas.microsoft.com/office/drawing/2014/main" id="{D9040918-3AAF-A827-FCB4-708852446EAB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F90D25F7-EF02-C224-57A5-E97759740C68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551" name="Group 550">
                <a:extLst>
                  <a:ext uri="{FF2B5EF4-FFF2-40B4-BE49-F238E27FC236}">
                    <a16:creationId xmlns:a16="http://schemas.microsoft.com/office/drawing/2014/main" id="{F5A812DA-68A4-375A-8627-CE436075B5A0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565" name="Oval 564">
                  <a:extLst>
                    <a:ext uri="{FF2B5EF4-FFF2-40B4-BE49-F238E27FC236}">
                      <a16:creationId xmlns:a16="http://schemas.microsoft.com/office/drawing/2014/main" id="{688C79BE-4FF1-3D6D-EF62-0418B55A7870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66" name="Group 565">
                  <a:extLst>
                    <a:ext uri="{FF2B5EF4-FFF2-40B4-BE49-F238E27FC236}">
                      <a16:creationId xmlns:a16="http://schemas.microsoft.com/office/drawing/2014/main" id="{8F2B8CCF-5B19-1600-2B8D-41A70D97C956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567" name="Oval 566">
                    <a:extLst>
                      <a:ext uri="{FF2B5EF4-FFF2-40B4-BE49-F238E27FC236}">
                        <a16:creationId xmlns:a16="http://schemas.microsoft.com/office/drawing/2014/main" id="{72DE23FE-A521-210F-1071-690D3932559A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68" name="Oval 567">
                    <a:extLst>
                      <a:ext uri="{FF2B5EF4-FFF2-40B4-BE49-F238E27FC236}">
                        <a16:creationId xmlns:a16="http://schemas.microsoft.com/office/drawing/2014/main" id="{D935299B-F809-05A2-43D1-1F0699185881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69" name="Oval 568">
                    <a:extLst>
                      <a:ext uri="{FF2B5EF4-FFF2-40B4-BE49-F238E27FC236}">
                        <a16:creationId xmlns:a16="http://schemas.microsoft.com/office/drawing/2014/main" id="{788B5409-AFFA-A9AA-4952-929F1E8EC8C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70" name="Oval 569">
                    <a:extLst>
                      <a:ext uri="{FF2B5EF4-FFF2-40B4-BE49-F238E27FC236}">
                        <a16:creationId xmlns:a16="http://schemas.microsoft.com/office/drawing/2014/main" id="{5D132388-FF9B-249D-FC62-1B574111A35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71" name="Arc 570">
                    <a:extLst>
                      <a:ext uri="{FF2B5EF4-FFF2-40B4-BE49-F238E27FC236}">
                        <a16:creationId xmlns:a16="http://schemas.microsoft.com/office/drawing/2014/main" id="{81026076-6628-5AEA-9362-64BFE61995C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2" name="Oval 571">
                    <a:extLst>
                      <a:ext uri="{FF2B5EF4-FFF2-40B4-BE49-F238E27FC236}">
                        <a16:creationId xmlns:a16="http://schemas.microsoft.com/office/drawing/2014/main" id="{739FC1DE-0187-E401-665E-993C92F88DE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73" name="Arc 572">
                    <a:extLst>
                      <a:ext uri="{FF2B5EF4-FFF2-40B4-BE49-F238E27FC236}">
                        <a16:creationId xmlns:a16="http://schemas.microsoft.com/office/drawing/2014/main" id="{710F62E4-A03D-EB44-9418-C9D330F135F9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4" name="Arc 573">
                    <a:extLst>
                      <a:ext uri="{FF2B5EF4-FFF2-40B4-BE49-F238E27FC236}">
                        <a16:creationId xmlns:a16="http://schemas.microsoft.com/office/drawing/2014/main" id="{33789BE8-ADA2-14B0-B7D3-3F56D8255602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52" name="Group 551">
                <a:extLst>
                  <a:ext uri="{FF2B5EF4-FFF2-40B4-BE49-F238E27FC236}">
                    <a16:creationId xmlns:a16="http://schemas.microsoft.com/office/drawing/2014/main" id="{FF79E235-2856-20CA-670C-842A3059BF4A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555" name="Oval 554">
                  <a:extLst>
                    <a:ext uri="{FF2B5EF4-FFF2-40B4-BE49-F238E27FC236}">
                      <a16:creationId xmlns:a16="http://schemas.microsoft.com/office/drawing/2014/main" id="{AE3CE924-9376-5797-4B59-991B3F594CC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56" name="Group 555">
                  <a:extLst>
                    <a:ext uri="{FF2B5EF4-FFF2-40B4-BE49-F238E27FC236}">
                      <a16:creationId xmlns:a16="http://schemas.microsoft.com/office/drawing/2014/main" id="{1B32D666-133F-8F42-9FB0-6DE057EC211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557" name="Oval 556">
                    <a:extLst>
                      <a:ext uri="{FF2B5EF4-FFF2-40B4-BE49-F238E27FC236}">
                        <a16:creationId xmlns:a16="http://schemas.microsoft.com/office/drawing/2014/main" id="{4BA7D9D8-3210-53CB-CDA5-4151808B742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58" name="Oval 557">
                    <a:extLst>
                      <a:ext uri="{FF2B5EF4-FFF2-40B4-BE49-F238E27FC236}">
                        <a16:creationId xmlns:a16="http://schemas.microsoft.com/office/drawing/2014/main" id="{DA102C1C-87F5-1A96-F6F4-0F7294A635EC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59" name="Oval 558">
                    <a:extLst>
                      <a:ext uri="{FF2B5EF4-FFF2-40B4-BE49-F238E27FC236}">
                        <a16:creationId xmlns:a16="http://schemas.microsoft.com/office/drawing/2014/main" id="{EF992AF4-E4BE-D3A3-8D69-8B664B667977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60" name="Oval 559">
                    <a:extLst>
                      <a:ext uri="{FF2B5EF4-FFF2-40B4-BE49-F238E27FC236}">
                        <a16:creationId xmlns:a16="http://schemas.microsoft.com/office/drawing/2014/main" id="{39CCD1D4-9443-D5F4-124E-CA300A9B813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61" name="Arc 560">
                    <a:extLst>
                      <a:ext uri="{FF2B5EF4-FFF2-40B4-BE49-F238E27FC236}">
                        <a16:creationId xmlns:a16="http://schemas.microsoft.com/office/drawing/2014/main" id="{3C9178F8-6220-B939-7F4C-73307BB80B9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2" name="Oval 561">
                    <a:extLst>
                      <a:ext uri="{FF2B5EF4-FFF2-40B4-BE49-F238E27FC236}">
                        <a16:creationId xmlns:a16="http://schemas.microsoft.com/office/drawing/2014/main" id="{3D79BBED-9A64-57B1-5884-14C6F98D52B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63" name="Arc 562">
                    <a:extLst>
                      <a:ext uri="{FF2B5EF4-FFF2-40B4-BE49-F238E27FC236}">
                        <a16:creationId xmlns:a16="http://schemas.microsoft.com/office/drawing/2014/main" id="{91FE0ECA-7275-911C-9954-ABC3B31EC3B2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4" name="Arc 563">
                    <a:extLst>
                      <a:ext uri="{FF2B5EF4-FFF2-40B4-BE49-F238E27FC236}">
                        <a16:creationId xmlns:a16="http://schemas.microsoft.com/office/drawing/2014/main" id="{968D8C87-C425-5753-254E-1521201A722C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553" name="Straight Connector 552">
                <a:extLst>
                  <a:ext uri="{FF2B5EF4-FFF2-40B4-BE49-F238E27FC236}">
                    <a16:creationId xmlns:a16="http://schemas.microsoft.com/office/drawing/2014/main" id="{4E1D575B-D5E3-CD39-4F28-AB9930647022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Straight Connector 553">
                <a:extLst>
                  <a:ext uri="{FF2B5EF4-FFF2-40B4-BE49-F238E27FC236}">
                    <a16:creationId xmlns:a16="http://schemas.microsoft.com/office/drawing/2014/main" id="{FCBFF029-B5ED-5AF8-4EF1-C2B08B73FA79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D62CE4DE-3E0D-9281-AC91-2EA118F241E1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543" name="Moon 542">
                <a:extLst>
                  <a:ext uri="{FF2B5EF4-FFF2-40B4-BE49-F238E27FC236}">
                    <a16:creationId xmlns:a16="http://schemas.microsoft.com/office/drawing/2014/main" id="{442ADB87-4D3C-D44C-E953-17BC41F5C876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Oval 543">
                <a:extLst>
                  <a:ext uri="{FF2B5EF4-FFF2-40B4-BE49-F238E27FC236}">
                    <a16:creationId xmlns:a16="http://schemas.microsoft.com/office/drawing/2014/main" id="{FE3C2613-2962-A72D-BDB9-E817C0E96C3E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Oval 544">
                <a:extLst>
                  <a:ext uri="{FF2B5EF4-FFF2-40B4-BE49-F238E27FC236}">
                    <a16:creationId xmlns:a16="http://schemas.microsoft.com/office/drawing/2014/main" id="{E445F8FE-739E-170B-F8B3-8B52B546FAAA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Oval 545">
                <a:extLst>
                  <a:ext uri="{FF2B5EF4-FFF2-40B4-BE49-F238E27FC236}">
                    <a16:creationId xmlns:a16="http://schemas.microsoft.com/office/drawing/2014/main" id="{55751450-BA5D-697A-BF60-22C7B810EF5D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Oval 546">
                <a:extLst>
                  <a:ext uri="{FF2B5EF4-FFF2-40B4-BE49-F238E27FC236}">
                    <a16:creationId xmlns:a16="http://schemas.microsoft.com/office/drawing/2014/main" id="{14DCCFEC-28DC-8CB1-9AEF-9584A55C264C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07C02908-AD59-8024-CF46-8D74E74C8FE5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Oval 548">
                <a:extLst>
                  <a:ext uri="{FF2B5EF4-FFF2-40B4-BE49-F238E27FC236}">
                    <a16:creationId xmlns:a16="http://schemas.microsoft.com/office/drawing/2014/main" id="{10B5BC96-9662-FFE7-ECF9-044DBD014BDC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Oval 549">
                <a:extLst>
                  <a:ext uri="{FF2B5EF4-FFF2-40B4-BE49-F238E27FC236}">
                    <a16:creationId xmlns:a16="http://schemas.microsoft.com/office/drawing/2014/main" id="{D88B46AC-8CDA-0223-A83B-8A58D62CB5DF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09956B7-C877-2FBD-2F70-119ABF1C86EA}"/>
              </a:ext>
            </a:extLst>
          </p:cNvPr>
          <p:cNvGrpSpPr/>
          <p:nvPr/>
        </p:nvGrpSpPr>
        <p:grpSpPr>
          <a:xfrm rot="5400000" flipH="1" flipV="1">
            <a:off x="4671173" y="4981637"/>
            <a:ext cx="144704" cy="348791"/>
            <a:chOff x="8901293" y="933753"/>
            <a:chExt cx="2135899" cy="5148330"/>
          </a:xfrm>
          <a:solidFill>
            <a:srgbClr val="FFFF00"/>
          </a:solidFill>
        </p:grpSpPr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D7763AEC-ACB0-8582-59A9-743E0D612059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516" name="Group 515">
                <a:extLst>
                  <a:ext uri="{FF2B5EF4-FFF2-40B4-BE49-F238E27FC236}">
                    <a16:creationId xmlns:a16="http://schemas.microsoft.com/office/drawing/2014/main" id="{F0405C41-2839-530D-80CF-271A63228FCD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530" name="Oval 529">
                  <a:extLst>
                    <a:ext uri="{FF2B5EF4-FFF2-40B4-BE49-F238E27FC236}">
                      <a16:creationId xmlns:a16="http://schemas.microsoft.com/office/drawing/2014/main" id="{5782EB95-392F-B186-B6B4-398CF84C360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31463E28-030C-98BA-D0A4-9D2751A7E90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532" name="Oval 531">
                    <a:extLst>
                      <a:ext uri="{FF2B5EF4-FFF2-40B4-BE49-F238E27FC236}">
                        <a16:creationId xmlns:a16="http://schemas.microsoft.com/office/drawing/2014/main" id="{36759757-B068-6F21-0667-C0A52BABE326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33" name="Oval 532">
                    <a:extLst>
                      <a:ext uri="{FF2B5EF4-FFF2-40B4-BE49-F238E27FC236}">
                        <a16:creationId xmlns:a16="http://schemas.microsoft.com/office/drawing/2014/main" id="{9E513483-31AB-6EAC-4439-8CA91E25913C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34" name="Oval 533">
                    <a:extLst>
                      <a:ext uri="{FF2B5EF4-FFF2-40B4-BE49-F238E27FC236}">
                        <a16:creationId xmlns:a16="http://schemas.microsoft.com/office/drawing/2014/main" id="{1241CF20-C8C4-360B-5A42-0D61E88C7E0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35" name="Oval 534">
                    <a:extLst>
                      <a:ext uri="{FF2B5EF4-FFF2-40B4-BE49-F238E27FC236}">
                        <a16:creationId xmlns:a16="http://schemas.microsoft.com/office/drawing/2014/main" id="{B87ABDF7-E2DC-A1A9-F276-047263F2F813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36" name="Arc 535">
                    <a:extLst>
                      <a:ext uri="{FF2B5EF4-FFF2-40B4-BE49-F238E27FC236}">
                        <a16:creationId xmlns:a16="http://schemas.microsoft.com/office/drawing/2014/main" id="{D00858BA-0ACF-C19A-0549-A8D42100EDBD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7" name="Oval 536">
                    <a:extLst>
                      <a:ext uri="{FF2B5EF4-FFF2-40B4-BE49-F238E27FC236}">
                        <a16:creationId xmlns:a16="http://schemas.microsoft.com/office/drawing/2014/main" id="{97BE8334-EBEE-E947-419E-5B8C458EC17F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38" name="Arc 537">
                    <a:extLst>
                      <a:ext uri="{FF2B5EF4-FFF2-40B4-BE49-F238E27FC236}">
                        <a16:creationId xmlns:a16="http://schemas.microsoft.com/office/drawing/2014/main" id="{33C02D10-8AAB-B4D3-64FC-43ABC89F725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9" name="Arc 538">
                    <a:extLst>
                      <a:ext uri="{FF2B5EF4-FFF2-40B4-BE49-F238E27FC236}">
                        <a16:creationId xmlns:a16="http://schemas.microsoft.com/office/drawing/2014/main" id="{5B143915-31D6-4AD7-9691-8629A13C4EE4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17" name="Group 516">
                <a:extLst>
                  <a:ext uri="{FF2B5EF4-FFF2-40B4-BE49-F238E27FC236}">
                    <a16:creationId xmlns:a16="http://schemas.microsoft.com/office/drawing/2014/main" id="{57BCDCE1-6DB7-E084-AFA0-C978E72A6CDA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520" name="Oval 519">
                  <a:extLst>
                    <a:ext uri="{FF2B5EF4-FFF2-40B4-BE49-F238E27FC236}">
                      <a16:creationId xmlns:a16="http://schemas.microsoft.com/office/drawing/2014/main" id="{831AE9F3-7D15-0DB7-7894-579F531103F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21" name="Group 520">
                  <a:extLst>
                    <a:ext uri="{FF2B5EF4-FFF2-40B4-BE49-F238E27FC236}">
                      <a16:creationId xmlns:a16="http://schemas.microsoft.com/office/drawing/2014/main" id="{9299ECED-F02F-87D8-1F61-53F9C7D8358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522" name="Oval 521">
                    <a:extLst>
                      <a:ext uri="{FF2B5EF4-FFF2-40B4-BE49-F238E27FC236}">
                        <a16:creationId xmlns:a16="http://schemas.microsoft.com/office/drawing/2014/main" id="{75BA5A8E-2194-002B-1418-3FE5F6479132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23" name="Oval 522">
                    <a:extLst>
                      <a:ext uri="{FF2B5EF4-FFF2-40B4-BE49-F238E27FC236}">
                        <a16:creationId xmlns:a16="http://schemas.microsoft.com/office/drawing/2014/main" id="{B1D961B6-FBC0-AF36-2C40-4A6E3912F2E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24" name="Oval 523">
                    <a:extLst>
                      <a:ext uri="{FF2B5EF4-FFF2-40B4-BE49-F238E27FC236}">
                        <a16:creationId xmlns:a16="http://schemas.microsoft.com/office/drawing/2014/main" id="{17681DB8-03DA-FF0B-1B0D-08C06391F5C3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25" name="Oval 524">
                    <a:extLst>
                      <a:ext uri="{FF2B5EF4-FFF2-40B4-BE49-F238E27FC236}">
                        <a16:creationId xmlns:a16="http://schemas.microsoft.com/office/drawing/2014/main" id="{815A9445-FEF6-AE82-A68C-C9CB84004ED8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26" name="Arc 525">
                    <a:extLst>
                      <a:ext uri="{FF2B5EF4-FFF2-40B4-BE49-F238E27FC236}">
                        <a16:creationId xmlns:a16="http://schemas.microsoft.com/office/drawing/2014/main" id="{0EB05B61-2BEE-3B5C-BE0D-D2BC644D7AC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7" name="Oval 526">
                    <a:extLst>
                      <a:ext uri="{FF2B5EF4-FFF2-40B4-BE49-F238E27FC236}">
                        <a16:creationId xmlns:a16="http://schemas.microsoft.com/office/drawing/2014/main" id="{4CF6F791-54D7-FFCF-0CB8-3C117F294F82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28" name="Arc 527">
                    <a:extLst>
                      <a:ext uri="{FF2B5EF4-FFF2-40B4-BE49-F238E27FC236}">
                        <a16:creationId xmlns:a16="http://schemas.microsoft.com/office/drawing/2014/main" id="{B1CD2444-8264-22CB-B29B-4ED87A62B86B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9" name="Arc 528">
                    <a:extLst>
                      <a:ext uri="{FF2B5EF4-FFF2-40B4-BE49-F238E27FC236}">
                        <a16:creationId xmlns:a16="http://schemas.microsoft.com/office/drawing/2014/main" id="{FC3ED763-28C2-D6D9-A6AD-B3F68BF7061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518" name="Straight Connector 517">
                <a:extLst>
                  <a:ext uri="{FF2B5EF4-FFF2-40B4-BE49-F238E27FC236}">
                    <a16:creationId xmlns:a16="http://schemas.microsoft.com/office/drawing/2014/main" id="{6BB94A75-4EE0-274C-CFEF-2F655B6A7DCD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9" name="Straight Connector 518">
                <a:extLst>
                  <a:ext uri="{FF2B5EF4-FFF2-40B4-BE49-F238E27FC236}">
                    <a16:creationId xmlns:a16="http://schemas.microsoft.com/office/drawing/2014/main" id="{35A6A7FF-0129-DBDC-8B6E-9E3A1005B4E8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2" name="Group 481">
              <a:extLst>
                <a:ext uri="{FF2B5EF4-FFF2-40B4-BE49-F238E27FC236}">
                  <a16:creationId xmlns:a16="http://schemas.microsoft.com/office/drawing/2014/main" id="{835F0A3F-8F87-ED83-80E8-D801031D9C17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492" name="Group 491">
                <a:extLst>
                  <a:ext uri="{FF2B5EF4-FFF2-40B4-BE49-F238E27FC236}">
                    <a16:creationId xmlns:a16="http://schemas.microsoft.com/office/drawing/2014/main" id="{EC3E513E-76C0-5B1E-351D-4F73BFCCD9C3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506" name="Oval 505">
                  <a:extLst>
                    <a:ext uri="{FF2B5EF4-FFF2-40B4-BE49-F238E27FC236}">
                      <a16:creationId xmlns:a16="http://schemas.microsoft.com/office/drawing/2014/main" id="{3DD52D95-FA04-CA8B-8463-8C7FC5CDAA9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8616C04B-41B1-0CEF-B4B9-D48A63DF023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508" name="Oval 507">
                    <a:extLst>
                      <a:ext uri="{FF2B5EF4-FFF2-40B4-BE49-F238E27FC236}">
                        <a16:creationId xmlns:a16="http://schemas.microsoft.com/office/drawing/2014/main" id="{FB9FE074-8C0C-2C0C-39ED-E11A0FE3ED61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09" name="Oval 508">
                    <a:extLst>
                      <a:ext uri="{FF2B5EF4-FFF2-40B4-BE49-F238E27FC236}">
                        <a16:creationId xmlns:a16="http://schemas.microsoft.com/office/drawing/2014/main" id="{FBED9903-8073-0C71-A5AD-0AE4594500E8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10" name="Oval 509">
                    <a:extLst>
                      <a:ext uri="{FF2B5EF4-FFF2-40B4-BE49-F238E27FC236}">
                        <a16:creationId xmlns:a16="http://schemas.microsoft.com/office/drawing/2014/main" id="{F13E81D8-6B0C-CE59-187D-C61047AAB99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11" name="Oval 510">
                    <a:extLst>
                      <a:ext uri="{FF2B5EF4-FFF2-40B4-BE49-F238E27FC236}">
                        <a16:creationId xmlns:a16="http://schemas.microsoft.com/office/drawing/2014/main" id="{2610DFB8-DDCF-E394-348B-D56740351A5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12" name="Arc 511">
                    <a:extLst>
                      <a:ext uri="{FF2B5EF4-FFF2-40B4-BE49-F238E27FC236}">
                        <a16:creationId xmlns:a16="http://schemas.microsoft.com/office/drawing/2014/main" id="{C43B9C46-B293-C1D8-DDE8-C8E8D647D7FF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3" name="Oval 512">
                    <a:extLst>
                      <a:ext uri="{FF2B5EF4-FFF2-40B4-BE49-F238E27FC236}">
                        <a16:creationId xmlns:a16="http://schemas.microsoft.com/office/drawing/2014/main" id="{B88357A6-BD31-0D3F-E4D3-77AE81514625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14" name="Arc 513">
                    <a:extLst>
                      <a:ext uri="{FF2B5EF4-FFF2-40B4-BE49-F238E27FC236}">
                        <a16:creationId xmlns:a16="http://schemas.microsoft.com/office/drawing/2014/main" id="{DF5244B8-50D3-CB88-930E-C3A90719115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5" name="Arc 514">
                    <a:extLst>
                      <a:ext uri="{FF2B5EF4-FFF2-40B4-BE49-F238E27FC236}">
                        <a16:creationId xmlns:a16="http://schemas.microsoft.com/office/drawing/2014/main" id="{DC2E369D-189D-B866-00C7-7022E3BA3DC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493" name="Group 492">
                <a:extLst>
                  <a:ext uri="{FF2B5EF4-FFF2-40B4-BE49-F238E27FC236}">
                    <a16:creationId xmlns:a16="http://schemas.microsoft.com/office/drawing/2014/main" id="{7E5EAF41-FA1E-5870-CC8D-E770FE76343A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496" name="Oval 495">
                  <a:extLst>
                    <a:ext uri="{FF2B5EF4-FFF2-40B4-BE49-F238E27FC236}">
                      <a16:creationId xmlns:a16="http://schemas.microsoft.com/office/drawing/2014/main" id="{95E26851-2598-016C-D121-FDD6FB589A6D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97" name="Group 496">
                  <a:extLst>
                    <a:ext uri="{FF2B5EF4-FFF2-40B4-BE49-F238E27FC236}">
                      <a16:creationId xmlns:a16="http://schemas.microsoft.com/office/drawing/2014/main" id="{3BC70D95-1B1C-654F-D872-73EE2302009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498" name="Oval 497">
                    <a:extLst>
                      <a:ext uri="{FF2B5EF4-FFF2-40B4-BE49-F238E27FC236}">
                        <a16:creationId xmlns:a16="http://schemas.microsoft.com/office/drawing/2014/main" id="{55A3BE6A-C437-1B5A-95D0-59417F9C6F7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99" name="Oval 498">
                    <a:extLst>
                      <a:ext uri="{FF2B5EF4-FFF2-40B4-BE49-F238E27FC236}">
                        <a16:creationId xmlns:a16="http://schemas.microsoft.com/office/drawing/2014/main" id="{E7F07D8D-D6F6-D329-66E0-84449102143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00" name="Oval 499">
                    <a:extLst>
                      <a:ext uri="{FF2B5EF4-FFF2-40B4-BE49-F238E27FC236}">
                        <a16:creationId xmlns:a16="http://schemas.microsoft.com/office/drawing/2014/main" id="{F25C7A11-7B56-ACD7-9FF7-9C4AEC51555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01" name="Oval 500">
                    <a:extLst>
                      <a:ext uri="{FF2B5EF4-FFF2-40B4-BE49-F238E27FC236}">
                        <a16:creationId xmlns:a16="http://schemas.microsoft.com/office/drawing/2014/main" id="{C61D7EC6-B39F-34D1-9F3C-54385C4ECADE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02" name="Arc 501">
                    <a:extLst>
                      <a:ext uri="{FF2B5EF4-FFF2-40B4-BE49-F238E27FC236}">
                        <a16:creationId xmlns:a16="http://schemas.microsoft.com/office/drawing/2014/main" id="{866CE427-5220-8A01-0EA7-001EA93A8BA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3" name="Oval 502">
                    <a:extLst>
                      <a:ext uri="{FF2B5EF4-FFF2-40B4-BE49-F238E27FC236}">
                        <a16:creationId xmlns:a16="http://schemas.microsoft.com/office/drawing/2014/main" id="{4E18CEC4-E855-709A-84E8-3B7A3AAB212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04" name="Arc 503">
                    <a:extLst>
                      <a:ext uri="{FF2B5EF4-FFF2-40B4-BE49-F238E27FC236}">
                        <a16:creationId xmlns:a16="http://schemas.microsoft.com/office/drawing/2014/main" id="{8E3F7C5A-B230-3CDA-4827-AFB8541E14DB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5" name="Arc 504">
                    <a:extLst>
                      <a:ext uri="{FF2B5EF4-FFF2-40B4-BE49-F238E27FC236}">
                        <a16:creationId xmlns:a16="http://schemas.microsoft.com/office/drawing/2014/main" id="{8F4C0D82-97D8-E8F4-344E-37E09CFA8EC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E1866585-DE1A-C6B7-C59D-6BC855F28EF6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5" name="Straight Connector 494">
                <a:extLst>
                  <a:ext uri="{FF2B5EF4-FFF2-40B4-BE49-F238E27FC236}">
                    <a16:creationId xmlns:a16="http://schemas.microsoft.com/office/drawing/2014/main" id="{47C186CE-7630-B317-FCFA-910E261B1BFE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3" name="Group 482">
              <a:extLst>
                <a:ext uri="{FF2B5EF4-FFF2-40B4-BE49-F238E27FC236}">
                  <a16:creationId xmlns:a16="http://schemas.microsoft.com/office/drawing/2014/main" id="{7B7D9B8D-EE36-913C-2003-0B7C7A0D4B6A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484" name="Moon 483">
                <a:extLst>
                  <a:ext uri="{FF2B5EF4-FFF2-40B4-BE49-F238E27FC236}">
                    <a16:creationId xmlns:a16="http://schemas.microsoft.com/office/drawing/2014/main" id="{9A9C3308-F890-077E-F7F6-764E0119E674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Oval 484">
                <a:extLst>
                  <a:ext uri="{FF2B5EF4-FFF2-40B4-BE49-F238E27FC236}">
                    <a16:creationId xmlns:a16="http://schemas.microsoft.com/office/drawing/2014/main" id="{B1398D8B-86E3-0124-0D1E-C45EB9C9AAA7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Oval 485">
                <a:extLst>
                  <a:ext uri="{FF2B5EF4-FFF2-40B4-BE49-F238E27FC236}">
                    <a16:creationId xmlns:a16="http://schemas.microsoft.com/office/drawing/2014/main" id="{55F84DB9-7C04-0354-6DA5-623999EE865F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Oval 486">
                <a:extLst>
                  <a:ext uri="{FF2B5EF4-FFF2-40B4-BE49-F238E27FC236}">
                    <a16:creationId xmlns:a16="http://schemas.microsoft.com/office/drawing/2014/main" id="{BA42DDC2-D293-F2B4-915A-F52E08D6AE90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8" name="Oval 487">
                <a:extLst>
                  <a:ext uri="{FF2B5EF4-FFF2-40B4-BE49-F238E27FC236}">
                    <a16:creationId xmlns:a16="http://schemas.microsoft.com/office/drawing/2014/main" id="{E5A7A9DC-8A45-0F6F-FF79-CC5FEF36AD96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2A8CE321-9B83-88FD-45B9-97F2CC0CD10E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Oval 489">
                <a:extLst>
                  <a:ext uri="{FF2B5EF4-FFF2-40B4-BE49-F238E27FC236}">
                    <a16:creationId xmlns:a16="http://schemas.microsoft.com/office/drawing/2014/main" id="{6927E38C-70A4-20C0-43BC-15C28F8A0F62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Oval 490">
                <a:extLst>
                  <a:ext uri="{FF2B5EF4-FFF2-40B4-BE49-F238E27FC236}">
                    <a16:creationId xmlns:a16="http://schemas.microsoft.com/office/drawing/2014/main" id="{A7D926C6-65B6-565A-28C7-5396C188F17E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6088456-6060-3AAD-4B4C-2721D365751D}"/>
              </a:ext>
            </a:extLst>
          </p:cNvPr>
          <p:cNvGrpSpPr/>
          <p:nvPr/>
        </p:nvGrpSpPr>
        <p:grpSpPr>
          <a:xfrm rot="7464527" flipH="1" flipV="1">
            <a:off x="3865595" y="3617564"/>
            <a:ext cx="144704" cy="348791"/>
            <a:chOff x="8901293" y="933753"/>
            <a:chExt cx="2135899" cy="5148330"/>
          </a:xfrm>
          <a:solidFill>
            <a:srgbClr val="0432FF"/>
          </a:solidFill>
        </p:grpSpPr>
        <p:grpSp>
          <p:nvGrpSpPr>
            <p:cNvPr id="422" name="Group 421">
              <a:extLst>
                <a:ext uri="{FF2B5EF4-FFF2-40B4-BE49-F238E27FC236}">
                  <a16:creationId xmlns:a16="http://schemas.microsoft.com/office/drawing/2014/main" id="{A2BAE551-804E-DDB8-C126-E7816398E52C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457" name="Group 456">
                <a:extLst>
                  <a:ext uri="{FF2B5EF4-FFF2-40B4-BE49-F238E27FC236}">
                    <a16:creationId xmlns:a16="http://schemas.microsoft.com/office/drawing/2014/main" id="{D6F13D6F-83FF-9DFB-F040-371D2C5564F7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471" name="Oval 470">
                  <a:extLst>
                    <a:ext uri="{FF2B5EF4-FFF2-40B4-BE49-F238E27FC236}">
                      <a16:creationId xmlns:a16="http://schemas.microsoft.com/office/drawing/2014/main" id="{FC8AF492-0B1C-33B6-A8DE-BE0AAE5D6E8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72" name="Group 471">
                  <a:extLst>
                    <a:ext uri="{FF2B5EF4-FFF2-40B4-BE49-F238E27FC236}">
                      <a16:creationId xmlns:a16="http://schemas.microsoft.com/office/drawing/2014/main" id="{D0E8590E-656C-6DB4-23A0-283A4F494FE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F6DA030-76C3-9396-7C7D-585CCB2B0B36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74" name="Oval 473">
                    <a:extLst>
                      <a:ext uri="{FF2B5EF4-FFF2-40B4-BE49-F238E27FC236}">
                        <a16:creationId xmlns:a16="http://schemas.microsoft.com/office/drawing/2014/main" id="{0A9140A2-14C6-735F-C2C6-B76B9497C764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75" name="Oval 474">
                    <a:extLst>
                      <a:ext uri="{FF2B5EF4-FFF2-40B4-BE49-F238E27FC236}">
                        <a16:creationId xmlns:a16="http://schemas.microsoft.com/office/drawing/2014/main" id="{6D19DB10-5E6B-067C-66BA-F8882158B453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76" name="Oval 475">
                    <a:extLst>
                      <a:ext uri="{FF2B5EF4-FFF2-40B4-BE49-F238E27FC236}">
                        <a16:creationId xmlns:a16="http://schemas.microsoft.com/office/drawing/2014/main" id="{7C523535-DD02-F8E5-31EF-1EFE2BE2D342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77" name="Arc 476">
                    <a:extLst>
                      <a:ext uri="{FF2B5EF4-FFF2-40B4-BE49-F238E27FC236}">
                        <a16:creationId xmlns:a16="http://schemas.microsoft.com/office/drawing/2014/main" id="{7BFE7C91-C07F-4B7A-83DC-F9848C99F81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8" name="Oval 477">
                    <a:extLst>
                      <a:ext uri="{FF2B5EF4-FFF2-40B4-BE49-F238E27FC236}">
                        <a16:creationId xmlns:a16="http://schemas.microsoft.com/office/drawing/2014/main" id="{E6D6C43D-B6F7-FADF-E4F0-AF23E619403E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79" name="Arc 478">
                    <a:extLst>
                      <a:ext uri="{FF2B5EF4-FFF2-40B4-BE49-F238E27FC236}">
                        <a16:creationId xmlns:a16="http://schemas.microsoft.com/office/drawing/2014/main" id="{88AACF49-770B-1C24-CA3F-2382FBD45AC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0" name="Arc 479">
                    <a:extLst>
                      <a:ext uri="{FF2B5EF4-FFF2-40B4-BE49-F238E27FC236}">
                        <a16:creationId xmlns:a16="http://schemas.microsoft.com/office/drawing/2014/main" id="{ACFBB32C-EBBC-0EB2-7CA1-47D2C83711A5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236101FF-B86C-6299-BED5-B748F6C61F2E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461" name="Oval 460">
                  <a:extLst>
                    <a:ext uri="{FF2B5EF4-FFF2-40B4-BE49-F238E27FC236}">
                      <a16:creationId xmlns:a16="http://schemas.microsoft.com/office/drawing/2014/main" id="{298BE8EE-D7FE-6F01-4147-ABF4C78F9F1C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62" name="Group 461">
                  <a:extLst>
                    <a:ext uri="{FF2B5EF4-FFF2-40B4-BE49-F238E27FC236}">
                      <a16:creationId xmlns:a16="http://schemas.microsoft.com/office/drawing/2014/main" id="{877AA312-16BE-E252-01D2-8A57B62313A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463" name="Oval 462">
                    <a:extLst>
                      <a:ext uri="{FF2B5EF4-FFF2-40B4-BE49-F238E27FC236}">
                        <a16:creationId xmlns:a16="http://schemas.microsoft.com/office/drawing/2014/main" id="{3C8CF51B-E8A2-41B7-4FEA-77D8F2CBF650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64" name="Oval 463">
                    <a:extLst>
                      <a:ext uri="{FF2B5EF4-FFF2-40B4-BE49-F238E27FC236}">
                        <a16:creationId xmlns:a16="http://schemas.microsoft.com/office/drawing/2014/main" id="{A86E0B89-9683-43CF-5403-AD8BE4273AB1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26CC890A-631D-8C3F-D092-5F14253823D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66" name="Oval 465">
                    <a:extLst>
                      <a:ext uri="{FF2B5EF4-FFF2-40B4-BE49-F238E27FC236}">
                        <a16:creationId xmlns:a16="http://schemas.microsoft.com/office/drawing/2014/main" id="{9ABB064F-87FB-974A-2643-C908C16EC92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67" name="Arc 466">
                    <a:extLst>
                      <a:ext uri="{FF2B5EF4-FFF2-40B4-BE49-F238E27FC236}">
                        <a16:creationId xmlns:a16="http://schemas.microsoft.com/office/drawing/2014/main" id="{D8623E47-FE05-2978-EDCE-E0C61ABF270F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8" name="Oval 467">
                    <a:extLst>
                      <a:ext uri="{FF2B5EF4-FFF2-40B4-BE49-F238E27FC236}">
                        <a16:creationId xmlns:a16="http://schemas.microsoft.com/office/drawing/2014/main" id="{0CD3D3DC-381A-873D-BF3B-3B1AF0973C8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69" name="Arc 468">
                    <a:extLst>
                      <a:ext uri="{FF2B5EF4-FFF2-40B4-BE49-F238E27FC236}">
                        <a16:creationId xmlns:a16="http://schemas.microsoft.com/office/drawing/2014/main" id="{C9F89835-0BA7-8132-D91E-336C61A061EE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0" name="Arc 469">
                    <a:extLst>
                      <a:ext uri="{FF2B5EF4-FFF2-40B4-BE49-F238E27FC236}">
                        <a16:creationId xmlns:a16="http://schemas.microsoft.com/office/drawing/2014/main" id="{CDF074BD-98D0-8F87-35C1-F712D49FB6B5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459" name="Straight Connector 458">
                <a:extLst>
                  <a:ext uri="{FF2B5EF4-FFF2-40B4-BE49-F238E27FC236}">
                    <a16:creationId xmlns:a16="http://schemas.microsoft.com/office/drawing/2014/main" id="{06F2B0BA-1FA3-A033-A2AA-DA606CE02077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Straight Connector 459">
                <a:extLst>
                  <a:ext uri="{FF2B5EF4-FFF2-40B4-BE49-F238E27FC236}">
                    <a16:creationId xmlns:a16="http://schemas.microsoft.com/office/drawing/2014/main" id="{A9D4D55B-44E5-D36E-B72E-E6FBEC4E9819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3" name="Group 422">
              <a:extLst>
                <a:ext uri="{FF2B5EF4-FFF2-40B4-BE49-F238E27FC236}">
                  <a16:creationId xmlns:a16="http://schemas.microsoft.com/office/drawing/2014/main" id="{6338C76A-EB47-FD6B-1A49-4838E919AC74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433" name="Group 432">
                <a:extLst>
                  <a:ext uri="{FF2B5EF4-FFF2-40B4-BE49-F238E27FC236}">
                    <a16:creationId xmlns:a16="http://schemas.microsoft.com/office/drawing/2014/main" id="{C28DA21C-A85D-BF8F-1FF7-8FB9F432C4E8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447" name="Oval 446">
                  <a:extLst>
                    <a:ext uri="{FF2B5EF4-FFF2-40B4-BE49-F238E27FC236}">
                      <a16:creationId xmlns:a16="http://schemas.microsoft.com/office/drawing/2014/main" id="{B66E4BEB-254A-0BF5-74CC-9E9E7D56F9B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48" name="Group 447">
                  <a:extLst>
                    <a:ext uri="{FF2B5EF4-FFF2-40B4-BE49-F238E27FC236}">
                      <a16:creationId xmlns:a16="http://schemas.microsoft.com/office/drawing/2014/main" id="{BB487E72-EB68-FAD5-AC24-FA8ED070ABE2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449" name="Oval 448">
                    <a:extLst>
                      <a:ext uri="{FF2B5EF4-FFF2-40B4-BE49-F238E27FC236}">
                        <a16:creationId xmlns:a16="http://schemas.microsoft.com/office/drawing/2014/main" id="{413B5F6F-C68C-4EAD-EEA2-7371E6AB317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50" name="Oval 449">
                    <a:extLst>
                      <a:ext uri="{FF2B5EF4-FFF2-40B4-BE49-F238E27FC236}">
                        <a16:creationId xmlns:a16="http://schemas.microsoft.com/office/drawing/2014/main" id="{3F8EFAB0-100A-7436-6624-8FB4E0B70618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51" name="Oval 450">
                    <a:extLst>
                      <a:ext uri="{FF2B5EF4-FFF2-40B4-BE49-F238E27FC236}">
                        <a16:creationId xmlns:a16="http://schemas.microsoft.com/office/drawing/2014/main" id="{0709DCFB-2232-D8B1-C15D-F87A3AC06CE1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52" name="Oval 451">
                    <a:extLst>
                      <a:ext uri="{FF2B5EF4-FFF2-40B4-BE49-F238E27FC236}">
                        <a16:creationId xmlns:a16="http://schemas.microsoft.com/office/drawing/2014/main" id="{ED56F23A-E21C-0281-66D6-48677AEDFC3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53" name="Arc 452">
                    <a:extLst>
                      <a:ext uri="{FF2B5EF4-FFF2-40B4-BE49-F238E27FC236}">
                        <a16:creationId xmlns:a16="http://schemas.microsoft.com/office/drawing/2014/main" id="{0363393C-4435-DE7B-BC87-BBAF8B861D7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4" name="Oval 453">
                    <a:extLst>
                      <a:ext uri="{FF2B5EF4-FFF2-40B4-BE49-F238E27FC236}">
                        <a16:creationId xmlns:a16="http://schemas.microsoft.com/office/drawing/2014/main" id="{8EC4C8CE-11F6-7EF7-B653-3EE7504D054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55" name="Arc 454">
                    <a:extLst>
                      <a:ext uri="{FF2B5EF4-FFF2-40B4-BE49-F238E27FC236}">
                        <a16:creationId xmlns:a16="http://schemas.microsoft.com/office/drawing/2014/main" id="{80F01FF7-31EE-648E-0DE4-F02F3AAEFB4B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6" name="Arc 455">
                    <a:extLst>
                      <a:ext uri="{FF2B5EF4-FFF2-40B4-BE49-F238E27FC236}">
                        <a16:creationId xmlns:a16="http://schemas.microsoft.com/office/drawing/2014/main" id="{E254CFC2-1395-A43E-AADB-B4E03F7A68A6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434" name="Group 433">
                <a:extLst>
                  <a:ext uri="{FF2B5EF4-FFF2-40B4-BE49-F238E27FC236}">
                    <a16:creationId xmlns:a16="http://schemas.microsoft.com/office/drawing/2014/main" id="{170BD8BD-7784-26EE-5F0F-1C4398EF50A5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437" name="Oval 436">
                  <a:extLst>
                    <a:ext uri="{FF2B5EF4-FFF2-40B4-BE49-F238E27FC236}">
                      <a16:creationId xmlns:a16="http://schemas.microsoft.com/office/drawing/2014/main" id="{742C766C-7533-33D5-3FE1-19946AD2965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38" name="Group 437">
                  <a:extLst>
                    <a:ext uri="{FF2B5EF4-FFF2-40B4-BE49-F238E27FC236}">
                      <a16:creationId xmlns:a16="http://schemas.microsoft.com/office/drawing/2014/main" id="{E4A75A1B-2D4E-A845-270C-84A3B81FF46A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439" name="Oval 438">
                    <a:extLst>
                      <a:ext uri="{FF2B5EF4-FFF2-40B4-BE49-F238E27FC236}">
                        <a16:creationId xmlns:a16="http://schemas.microsoft.com/office/drawing/2014/main" id="{5213ED08-0427-F59B-978E-FB510E8E61FB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40" name="Oval 439">
                    <a:extLst>
                      <a:ext uri="{FF2B5EF4-FFF2-40B4-BE49-F238E27FC236}">
                        <a16:creationId xmlns:a16="http://schemas.microsoft.com/office/drawing/2014/main" id="{4CCBF770-49BD-676C-7EF4-1CBF1D51292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41" name="Oval 440">
                    <a:extLst>
                      <a:ext uri="{FF2B5EF4-FFF2-40B4-BE49-F238E27FC236}">
                        <a16:creationId xmlns:a16="http://schemas.microsoft.com/office/drawing/2014/main" id="{8EA03841-911B-DAC6-D532-3849F3EC6667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42" name="Oval 441">
                    <a:extLst>
                      <a:ext uri="{FF2B5EF4-FFF2-40B4-BE49-F238E27FC236}">
                        <a16:creationId xmlns:a16="http://schemas.microsoft.com/office/drawing/2014/main" id="{647CAB60-E9E2-C3F8-EE36-59B7525A997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43" name="Arc 442">
                    <a:extLst>
                      <a:ext uri="{FF2B5EF4-FFF2-40B4-BE49-F238E27FC236}">
                        <a16:creationId xmlns:a16="http://schemas.microsoft.com/office/drawing/2014/main" id="{EEE4EADB-C226-6C63-5168-2183398606E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4" name="Oval 443">
                    <a:extLst>
                      <a:ext uri="{FF2B5EF4-FFF2-40B4-BE49-F238E27FC236}">
                        <a16:creationId xmlns:a16="http://schemas.microsoft.com/office/drawing/2014/main" id="{8587F62B-0992-3063-6D6E-F1F47AFFD81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45" name="Arc 444">
                    <a:extLst>
                      <a:ext uri="{FF2B5EF4-FFF2-40B4-BE49-F238E27FC236}">
                        <a16:creationId xmlns:a16="http://schemas.microsoft.com/office/drawing/2014/main" id="{60880DCE-D528-5E8C-7402-D2E5D2E60A51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6" name="Arc 445">
                    <a:extLst>
                      <a:ext uri="{FF2B5EF4-FFF2-40B4-BE49-F238E27FC236}">
                        <a16:creationId xmlns:a16="http://schemas.microsoft.com/office/drawing/2014/main" id="{472EB41E-5F17-2463-D338-EE6C8401988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435" name="Straight Connector 434">
                <a:extLst>
                  <a:ext uri="{FF2B5EF4-FFF2-40B4-BE49-F238E27FC236}">
                    <a16:creationId xmlns:a16="http://schemas.microsoft.com/office/drawing/2014/main" id="{384B0140-377D-2555-82A2-2F135F8BC998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12149545-3A57-A367-DCAE-159DC81C6272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4" name="Group 423">
              <a:extLst>
                <a:ext uri="{FF2B5EF4-FFF2-40B4-BE49-F238E27FC236}">
                  <a16:creationId xmlns:a16="http://schemas.microsoft.com/office/drawing/2014/main" id="{4C9539D3-1AC2-F024-AF58-400BA62A3FEE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425" name="Moon 424">
                <a:extLst>
                  <a:ext uri="{FF2B5EF4-FFF2-40B4-BE49-F238E27FC236}">
                    <a16:creationId xmlns:a16="http://schemas.microsoft.com/office/drawing/2014/main" id="{C96952F2-B7E8-0267-9779-61C36ADFFDF7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4332A505-0E68-C318-3995-3817557B399B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Oval 426">
                <a:extLst>
                  <a:ext uri="{FF2B5EF4-FFF2-40B4-BE49-F238E27FC236}">
                    <a16:creationId xmlns:a16="http://schemas.microsoft.com/office/drawing/2014/main" id="{46FD2912-7A81-C4FF-B879-F9B070842987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" name="Oval 427">
                <a:extLst>
                  <a:ext uri="{FF2B5EF4-FFF2-40B4-BE49-F238E27FC236}">
                    <a16:creationId xmlns:a16="http://schemas.microsoft.com/office/drawing/2014/main" id="{4D7DD6A2-DF02-B495-FFDB-42AC403030C5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9" name="Oval 428">
                <a:extLst>
                  <a:ext uri="{FF2B5EF4-FFF2-40B4-BE49-F238E27FC236}">
                    <a16:creationId xmlns:a16="http://schemas.microsoft.com/office/drawing/2014/main" id="{91B7A0E5-26C5-DA2C-ED63-7CC551461F10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0" name="Oval 429">
                <a:extLst>
                  <a:ext uri="{FF2B5EF4-FFF2-40B4-BE49-F238E27FC236}">
                    <a16:creationId xmlns:a16="http://schemas.microsoft.com/office/drawing/2014/main" id="{FC2C05BA-E48E-582E-C0AB-54365F6F5B91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1" name="Oval 430">
                <a:extLst>
                  <a:ext uri="{FF2B5EF4-FFF2-40B4-BE49-F238E27FC236}">
                    <a16:creationId xmlns:a16="http://schemas.microsoft.com/office/drawing/2014/main" id="{204BE74A-2CBE-226D-FFAD-01CAE3EB7F53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2" name="Oval 431">
                <a:extLst>
                  <a:ext uri="{FF2B5EF4-FFF2-40B4-BE49-F238E27FC236}">
                    <a16:creationId xmlns:a16="http://schemas.microsoft.com/office/drawing/2014/main" id="{2C8E8822-5F10-35CA-8B57-8D6B2425BA1D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79AB9B1-4C61-B672-D4A1-C79CE7844138}"/>
              </a:ext>
            </a:extLst>
          </p:cNvPr>
          <p:cNvGrpSpPr/>
          <p:nvPr/>
        </p:nvGrpSpPr>
        <p:grpSpPr>
          <a:xfrm rot="1312654" flipH="1" flipV="1">
            <a:off x="3427141" y="3739354"/>
            <a:ext cx="180828" cy="348790"/>
            <a:chOff x="8901293" y="933753"/>
            <a:chExt cx="2135899" cy="5148330"/>
          </a:xfrm>
          <a:solidFill>
            <a:srgbClr val="00B050"/>
          </a:solidFill>
        </p:grpSpPr>
        <p:grpSp>
          <p:nvGrpSpPr>
            <p:cNvPr id="363" name="Group 362">
              <a:extLst>
                <a:ext uri="{FF2B5EF4-FFF2-40B4-BE49-F238E27FC236}">
                  <a16:creationId xmlns:a16="http://schemas.microsoft.com/office/drawing/2014/main" id="{4CA56E2C-01D1-01AA-1074-81B7FF9DE001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398" name="Group 397">
                <a:extLst>
                  <a:ext uri="{FF2B5EF4-FFF2-40B4-BE49-F238E27FC236}">
                    <a16:creationId xmlns:a16="http://schemas.microsoft.com/office/drawing/2014/main" id="{01EEB32B-A566-649F-9CD7-98AEBB47BAC6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412" name="Oval 411">
                  <a:extLst>
                    <a:ext uri="{FF2B5EF4-FFF2-40B4-BE49-F238E27FC236}">
                      <a16:creationId xmlns:a16="http://schemas.microsoft.com/office/drawing/2014/main" id="{97F79352-2B6F-5E94-C928-477B0380DD2F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13" name="Group 412">
                  <a:extLst>
                    <a:ext uri="{FF2B5EF4-FFF2-40B4-BE49-F238E27FC236}">
                      <a16:creationId xmlns:a16="http://schemas.microsoft.com/office/drawing/2014/main" id="{1BE5667B-8498-1D6B-6518-3AE6B350C46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414" name="Oval 413">
                    <a:extLst>
                      <a:ext uri="{FF2B5EF4-FFF2-40B4-BE49-F238E27FC236}">
                        <a16:creationId xmlns:a16="http://schemas.microsoft.com/office/drawing/2014/main" id="{A4C47E3B-8DB1-A81F-4980-D89820A41B72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15" name="Oval 414">
                    <a:extLst>
                      <a:ext uri="{FF2B5EF4-FFF2-40B4-BE49-F238E27FC236}">
                        <a16:creationId xmlns:a16="http://schemas.microsoft.com/office/drawing/2014/main" id="{40FEFE4E-7781-F4D2-8281-A3C76E30779F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16" name="Oval 415">
                    <a:extLst>
                      <a:ext uri="{FF2B5EF4-FFF2-40B4-BE49-F238E27FC236}">
                        <a16:creationId xmlns:a16="http://schemas.microsoft.com/office/drawing/2014/main" id="{1A1FAB17-2BBB-4E18-5085-BD6F2A4DC50C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E617CFD0-8DC2-E70F-BE29-DA8685CC615F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18" name="Arc 417">
                    <a:extLst>
                      <a:ext uri="{FF2B5EF4-FFF2-40B4-BE49-F238E27FC236}">
                        <a16:creationId xmlns:a16="http://schemas.microsoft.com/office/drawing/2014/main" id="{29D7357C-5489-5A88-9A0F-5BD0A2BD85A9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9" name="Oval 418">
                    <a:extLst>
                      <a:ext uri="{FF2B5EF4-FFF2-40B4-BE49-F238E27FC236}">
                        <a16:creationId xmlns:a16="http://schemas.microsoft.com/office/drawing/2014/main" id="{7FAF88E9-001C-D0D5-5DC8-3847B61FAC5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20" name="Arc 419">
                    <a:extLst>
                      <a:ext uri="{FF2B5EF4-FFF2-40B4-BE49-F238E27FC236}">
                        <a16:creationId xmlns:a16="http://schemas.microsoft.com/office/drawing/2014/main" id="{A905CE2D-CB40-2E35-BCE8-11FDD98CA503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1" name="Arc 420">
                    <a:extLst>
                      <a:ext uri="{FF2B5EF4-FFF2-40B4-BE49-F238E27FC236}">
                        <a16:creationId xmlns:a16="http://schemas.microsoft.com/office/drawing/2014/main" id="{2467E481-598C-EF25-6477-D2CF6FC0B606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9" name="Group 398">
                <a:extLst>
                  <a:ext uri="{FF2B5EF4-FFF2-40B4-BE49-F238E27FC236}">
                    <a16:creationId xmlns:a16="http://schemas.microsoft.com/office/drawing/2014/main" id="{D2CF6E1D-9FCD-7B7D-72D6-951C6ECB2848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402" name="Oval 401">
                  <a:extLst>
                    <a:ext uri="{FF2B5EF4-FFF2-40B4-BE49-F238E27FC236}">
                      <a16:creationId xmlns:a16="http://schemas.microsoft.com/office/drawing/2014/main" id="{1AF24ABE-C51A-D536-2035-6881E69F901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03" name="Group 402">
                  <a:extLst>
                    <a:ext uri="{FF2B5EF4-FFF2-40B4-BE49-F238E27FC236}">
                      <a16:creationId xmlns:a16="http://schemas.microsoft.com/office/drawing/2014/main" id="{03239966-DF3A-E31A-CD49-988D7855123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404" name="Oval 403">
                    <a:extLst>
                      <a:ext uri="{FF2B5EF4-FFF2-40B4-BE49-F238E27FC236}">
                        <a16:creationId xmlns:a16="http://schemas.microsoft.com/office/drawing/2014/main" id="{5E63EFE1-17A2-E7A5-1C77-F7ACBAD3135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05" name="Oval 404">
                    <a:extLst>
                      <a:ext uri="{FF2B5EF4-FFF2-40B4-BE49-F238E27FC236}">
                        <a16:creationId xmlns:a16="http://schemas.microsoft.com/office/drawing/2014/main" id="{566222C0-B53B-1156-DB48-8EDD308D876C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06" name="Oval 405">
                    <a:extLst>
                      <a:ext uri="{FF2B5EF4-FFF2-40B4-BE49-F238E27FC236}">
                        <a16:creationId xmlns:a16="http://schemas.microsoft.com/office/drawing/2014/main" id="{8E579ACC-6BDB-CBCE-A255-A5FF13487D2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07" name="Oval 406">
                    <a:extLst>
                      <a:ext uri="{FF2B5EF4-FFF2-40B4-BE49-F238E27FC236}">
                        <a16:creationId xmlns:a16="http://schemas.microsoft.com/office/drawing/2014/main" id="{CF633A77-D4E3-05FF-DE5E-64F5CE109E58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08" name="Arc 407">
                    <a:extLst>
                      <a:ext uri="{FF2B5EF4-FFF2-40B4-BE49-F238E27FC236}">
                        <a16:creationId xmlns:a16="http://schemas.microsoft.com/office/drawing/2014/main" id="{7F313A2B-C2F2-A343-C438-7999822D088A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9" name="Oval 408">
                    <a:extLst>
                      <a:ext uri="{FF2B5EF4-FFF2-40B4-BE49-F238E27FC236}">
                        <a16:creationId xmlns:a16="http://schemas.microsoft.com/office/drawing/2014/main" id="{E15D3DA8-293C-F67D-90BB-0CD0AE6BB32F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10" name="Arc 409">
                    <a:extLst>
                      <a:ext uri="{FF2B5EF4-FFF2-40B4-BE49-F238E27FC236}">
                        <a16:creationId xmlns:a16="http://schemas.microsoft.com/office/drawing/2014/main" id="{182E2B20-BA7E-0A63-6408-0E45B534EEC5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1" name="Arc 410">
                    <a:extLst>
                      <a:ext uri="{FF2B5EF4-FFF2-40B4-BE49-F238E27FC236}">
                        <a16:creationId xmlns:a16="http://schemas.microsoft.com/office/drawing/2014/main" id="{26E3DB89-7064-5E94-26C3-58EB7E5B543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2334409A-5C06-397E-9F58-90AA2B9EA16E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745E0118-1515-7C77-ED32-A715679D6C0B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4" name="Group 363">
              <a:extLst>
                <a:ext uri="{FF2B5EF4-FFF2-40B4-BE49-F238E27FC236}">
                  <a16:creationId xmlns:a16="http://schemas.microsoft.com/office/drawing/2014/main" id="{60E00F5C-E21F-28AF-E09E-DFF42DF2214E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374" name="Group 373">
                <a:extLst>
                  <a:ext uri="{FF2B5EF4-FFF2-40B4-BE49-F238E27FC236}">
                    <a16:creationId xmlns:a16="http://schemas.microsoft.com/office/drawing/2014/main" id="{F53C872A-5372-D0A7-651C-7082096F70FD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388" name="Oval 387">
                  <a:extLst>
                    <a:ext uri="{FF2B5EF4-FFF2-40B4-BE49-F238E27FC236}">
                      <a16:creationId xmlns:a16="http://schemas.microsoft.com/office/drawing/2014/main" id="{A9CFE9F0-00F6-F016-EEFB-9C5229873C5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389" name="Group 388">
                  <a:extLst>
                    <a:ext uri="{FF2B5EF4-FFF2-40B4-BE49-F238E27FC236}">
                      <a16:creationId xmlns:a16="http://schemas.microsoft.com/office/drawing/2014/main" id="{1A5B2567-D312-5887-7FB4-80B8FBCDCCA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390" name="Oval 389">
                    <a:extLst>
                      <a:ext uri="{FF2B5EF4-FFF2-40B4-BE49-F238E27FC236}">
                        <a16:creationId xmlns:a16="http://schemas.microsoft.com/office/drawing/2014/main" id="{FFD15229-CC78-3531-93C4-4DDE993A0F9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91" name="Oval 390">
                    <a:extLst>
                      <a:ext uri="{FF2B5EF4-FFF2-40B4-BE49-F238E27FC236}">
                        <a16:creationId xmlns:a16="http://schemas.microsoft.com/office/drawing/2014/main" id="{ED576A9D-2721-1696-266E-C00D2A62F40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92" name="Oval 391">
                    <a:extLst>
                      <a:ext uri="{FF2B5EF4-FFF2-40B4-BE49-F238E27FC236}">
                        <a16:creationId xmlns:a16="http://schemas.microsoft.com/office/drawing/2014/main" id="{673F3504-9179-208A-EC74-757B46D987F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93" name="Oval 392">
                    <a:extLst>
                      <a:ext uri="{FF2B5EF4-FFF2-40B4-BE49-F238E27FC236}">
                        <a16:creationId xmlns:a16="http://schemas.microsoft.com/office/drawing/2014/main" id="{64202273-E041-3CAC-4DE1-06D65DFCCFC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94" name="Arc 393">
                    <a:extLst>
                      <a:ext uri="{FF2B5EF4-FFF2-40B4-BE49-F238E27FC236}">
                        <a16:creationId xmlns:a16="http://schemas.microsoft.com/office/drawing/2014/main" id="{447132E2-CBFE-C1AA-28D7-BDF6896A375E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5" name="Oval 394">
                    <a:extLst>
                      <a:ext uri="{FF2B5EF4-FFF2-40B4-BE49-F238E27FC236}">
                        <a16:creationId xmlns:a16="http://schemas.microsoft.com/office/drawing/2014/main" id="{59016700-1D20-E589-FD2F-66B87C961085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96" name="Arc 395">
                    <a:extLst>
                      <a:ext uri="{FF2B5EF4-FFF2-40B4-BE49-F238E27FC236}">
                        <a16:creationId xmlns:a16="http://schemas.microsoft.com/office/drawing/2014/main" id="{66DA88EA-158C-C3BA-7CFB-35E9E61A247C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7" name="Arc 396">
                    <a:extLst>
                      <a:ext uri="{FF2B5EF4-FFF2-40B4-BE49-F238E27FC236}">
                        <a16:creationId xmlns:a16="http://schemas.microsoft.com/office/drawing/2014/main" id="{F9354081-8C41-9242-C3FE-D87D04F6A12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DD1A00CE-B2AE-4F37-9101-96454EFF5906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378" name="Oval 377">
                  <a:extLst>
                    <a:ext uri="{FF2B5EF4-FFF2-40B4-BE49-F238E27FC236}">
                      <a16:creationId xmlns:a16="http://schemas.microsoft.com/office/drawing/2014/main" id="{50A0B875-AF99-80D9-C325-C8701AC4AA92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379" name="Group 378">
                  <a:extLst>
                    <a:ext uri="{FF2B5EF4-FFF2-40B4-BE49-F238E27FC236}">
                      <a16:creationId xmlns:a16="http://schemas.microsoft.com/office/drawing/2014/main" id="{A518DD82-E841-FBB8-2F78-EFCCB124A234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380" name="Oval 379">
                    <a:extLst>
                      <a:ext uri="{FF2B5EF4-FFF2-40B4-BE49-F238E27FC236}">
                        <a16:creationId xmlns:a16="http://schemas.microsoft.com/office/drawing/2014/main" id="{6C607E5F-E0A9-7709-8578-513C1A23A930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81" name="Oval 380">
                    <a:extLst>
                      <a:ext uri="{FF2B5EF4-FFF2-40B4-BE49-F238E27FC236}">
                        <a16:creationId xmlns:a16="http://schemas.microsoft.com/office/drawing/2014/main" id="{C4F319E5-A883-9AD6-5FC7-02870161982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82" name="Oval 381">
                    <a:extLst>
                      <a:ext uri="{FF2B5EF4-FFF2-40B4-BE49-F238E27FC236}">
                        <a16:creationId xmlns:a16="http://schemas.microsoft.com/office/drawing/2014/main" id="{4EE67837-22CA-C20F-2622-5616990528F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83" name="Oval 382">
                    <a:extLst>
                      <a:ext uri="{FF2B5EF4-FFF2-40B4-BE49-F238E27FC236}">
                        <a16:creationId xmlns:a16="http://schemas.microsoft.com/office/drawing/2014/main" id="{578DB65B-A37E-AAFF-8629-980E357208B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84" name="Arc 383">
                    <a:extLst>
                      <a:ext uri="{FF2B5EF4-FFF2-40B4-BE49-F238E27FC236}">
                        <a16:creationId xmlns:a16="http://schemas.microsoft.com/office/drawing/2014/main" id="{2F5E736F-6230-7B17-BA8A-E96AFD0E69F3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5" name="Oval 384">
                    <a:extLst>
                      <a:ext uri="{FF2B5EF4-FFF2-40B4-BE49-F238E27FC236}">
                        <a16:creationId xmlns:a16="http://schemas.microsoft.com/office/drawing/2014/main" id="{EC79081B-A548-54F4-0D13-7F7B7DC7446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86" name="Arc 385">
                    <a:extLst>
                      <a:ext uri="{FF2B5EF4-FFF2-40B4-BE49-F238E27FC236}">
                        <a16:creationId xmlns:a16="http://schemas.microsoft.com/office/drawing/2014/main" id="{A84C9A2D-1D35-2418-FA69-32B5AE0DC041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7" name="Arc 386">
                    <a:extLst>
                      <a:ext uri="{FF2B5EF4-FFF2-40B4-BE49-F238E27FC236}">
                        <a16:creationId xmlns:a16="http://schemas.microsoft.com/office/drawing/2014/main" id="{0EF8B788-B4E3-8520-70EE-A6B9C5BD3F0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867A24D8-4AEB-6920-EE28-35CB2D18B260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Straight Connector 376">
                <a:extLst>
                  <a:ext uri="{FF2B5EF4-FFF2-40B4-BE49-F238E27FC236}">
                    <a16:creationId xmlns:a16="http://schemas.microsoft.com/office/drawing/2014/main" id="{6468F60D-3726-D4BE-DAB3-708A6C8B7404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5" name="Group 364">
              <a:extLst>
                <a:ext uri="{FF2B5EF4-FFF2-40B4-BE49-F238E27FC236}">
                  <a16:creationId xmlns:a16="http://schemas.microsoft.com/office/drawing/2014/main" id="{6BCA0251-03BF-1182-D8B1-E6591F89405C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366" name="Moon 365">
                <a:extLst>
                  <a:ext uri="{FF2B5EF4-FFF2-40B4-BE49-F238E27FC236}">
                    <a16:creationId xmlns:a16="http://schemas.microsoft.com/office/drawing/2014/main" id="{DC3FB4C5-6033-C50E-AFF2-150529303B6A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" name="Oval 366">
                <a:extLst>
                  <a:ext uri="{FF2B5EF4-FFF2-40B4-BE49-F238E27FC236}">
                    <a16:creationId xmlns:a16="http://schemas.microsoft.com/office/drawing/2014/main" id="{5FC942F8-9D1A-1AC4-5EFA-7A3933298824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" name="Oval 367">
                <a:extLst>
                  <a:ext uri="{FF2B5EF4-FFF2-40B4-BE49-F238E27FC236}">
                    <a16:creationId xmlns:a16="http://schemas.microsoft.com/office/drawing/2014/main" id="{0FBD6BB1-E33F-5C46-3BC9-15A7BC2EB83F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" name="Oval 368">
                <a:extLst>
                  <a:ext uri="{FF2B5EF4-FFF2-40B4-BE49-F238E27FC236}">
                    <a16:creationId xmlns:a16="http://schemas.microsoft.com/office/drawing/2014/main" id="{73B9F532-9B77-8FC9-414F-314AA7A72F2B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" name="Oval 369">
                <a:extLst>
                  <a:ext uri="{FF2B5EF4-FFF2-40B4-BE49-F238E27FC236}">
                    <a16:creationId xmlns:a16="http://schemas.microsoft.com/office/drawing/2014/main" id="{2F330CB8-6EDA-4614-D78D-7DD30A4BC49A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Oval 370">
                <a:extLst>
                  <a:ext uri="{FF2B5EF4-FFF2-40B4-BE49-F238E27FC236}">
                    <a16:creationId xmlns:a16="http://schemas.microsoft.com/office/drawing/2014/main" id="{9ADB8103-A187-D0DE-A6D9-41073E80C9E4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" name="Oval 371">
                <a:extLst>
                  <a:ext uri="{FF2B5EF4-FFF2-40B4-BE49-F238E27FC236}">
                    <a16:creationId xmlns:a16="http://schemas.microsoft.com/office/drawing/2014/main" id="{7C230BCE-6113-1FF8-F0B5-AC9F338A1148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" name="Oval 372">
                <a:extLst>
                  <a:ext uri="{FF2B5EF4-FFF2-40B4-BE49-F238E27FC236}">
                    <a16:creationId xmlns:a16="http://schemas.microsoft.com/office/drawing/2014/main" id="{99828E7A-A33A-BC39-9A69-ED09A34E7B0A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B431363-1A36-F1F3-253B-63DE63B46B22}"/>
              </a:ext>
            </a:extLst>
          </p:cNvPr>
          <p:cNvGrpSpPr/>
          <p:nvPr/>
        </p:nvGrpSpPr>
        <p:grpSpPr>
          <a:xfrm rot="5400000" flipH="1" flipV="1">
            <a:off x="3759211" y="3889229"/>
            <a:ext cx="144704" cy="348791"/>
            <a:chOff x="8901293" y="933753"/>
            <a:chExt cx="2135899" cy="5148330"/>
          </a:xfrm>
          <a:solidFill>
            <a:schemeClr val="accent5">
              <a:lumMod val="75000"/>
            </a:schemeClr>
          </a:solidFill>
        </p:grpSpPr>
        <p:grpSp>
          <p:nvGrpSpPr>
            <p:cNvPr id="304" name="Group 303">
              <a:extLst>
                <a:ext uri="{FF2B5EF4-FFF2-40B4-BE49-F238E27FC236}">
                  <a16:creationId xmlns:a16="http://schemas.microsoft.com/office/drawing/2014/main" id="{4F4572EC-CC8E-1261-6136-984E16315267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763A9054-9A16-8CF7-B5E7-EA4BDB280C9C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353" name="Oval 352">
                  <a:extLst>
                    <a:ext uri="{FF2B5EF4-FFF2-40B4-BE49-F238E27FC236}">
                      <a16:creationId xmlns:a16="http://schemas.microsoft.com/office/drawing/2014/main" id="{9280110B-82DA-627C-A693-440C742FE59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354" name="Group 353">
                  <a:extLst>
                    <a:ext uri="{FF2B5EF4-FFF2-40B4-BE49-F238E27FC236}">
                      <a16:creationId xmlns:a16="http://schemas.microsoft.com/office/drawing/2014/main" id="{FFEC4FA5-3893-18D8-B1FE-216A5432DC8A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355" name="Oval 354">
                    <a:extLst>
                      <a:ext uri="{FF2B5EF4-FFF2-40B4-BE49-F238E27FC236}">
                        <a16:creationId xmlns:a16="http://schemas.microsoft.com/office/drawing/2014/main" id="{B0B6C3A1-10E2-C192-05FB-654B1A2B83D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56" name="Oval 355">
                    <a:extLst>
                      <a:ext uri="{FF2B5EF4-FFF2-40B4-BE49-F238E27FC236}">
                        <a16:creationId xmlns:a16="http://schemas.microsoft.com/office/drawing/2014/main" id="{53A588BF-2A7F-79BA-5AAB-AEF90E7678F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57" name="Oval 356">
                    <a:extLst>
                      <a:ext uri="{FF2B5EF4-FFF2-40B4-BE49-F238E27FC236}">
                        <a16:creationId xmlns:a16="http://schemas.microsoft.com/office/drawing/2014/main" id="{620ACA41-963B-D006-D26F-F7A27FED77AC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58" name="Oval 357">
                    <a:extLst>
                      <a:ext uri="{FF2B5EF4-FFF2-40B4-BE49-F238E27FC236}">
                        <a16:creationId xmlns:a16="http://schemas.microsoft.com/office/drawing/2014/main" id="{BDE2FA83-6B84-FA15-5F99-9AD3166480F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59" name="Arc 358">
                    <a:extLst>
                      <a:ext uri="{FF2B5EF4-FFF2-40B4-BE49-F238E27FC236}">
                        <a16:creationId xmlns:a16="http://schemas.microsoft.com/office/drawing/2014/main" id="{9A707A8B-89CB-3645-2F2C-200239EE507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0" name="Oval 359">
                    <a:extLst>
                      <a:ext uri="{FF2B5EF4-FFF2-40B4-BE49-F238E27FC236}">
                        <a16:creationId xmlns:a16="http://schemas.microsoft.com/office/drawing/2014/main" id="{4D5E766F-2606-3548-8DA0-1806C0A2140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61" name="Arc 360">
                    <a:extLst>
                      <a:ext uri="{FF2B5EF4-FFF2-40B4-BE49-F238E27FC236}">
                        <a16:creationId xmlns:a16="http://schemas.microsoft.com/office/drawing/2014/main" id="{5A547B89-D7C1-6472-342D-26E051FE31E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2" name="Arc 361">
                    <a:extLst>
                      <a:ext uri="{FF2B5EF4-FFF2-40B4-BE49-F238E27FC236}">
                        <a16:creationId xmlns:a16="http://schemas.microsoft.com/office/drawing/2014/main" id="{8B3AF73D-F56F-7D03-FC43-4223C1C4610C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40" name="Group 339">
                <a:extLst>
                  <a:ext uri="{FF2B5EF4-FFF2-40B4-BE49-F238E27FC236}">
                    <a16:creationId xmlns:a16="http://schemas.microsoft.com/office/drawing/2014/main" id="{3CDF2071-990D-CE9F-8EF2-D28076F97B38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343" name="Oval 342">
                  <a:extLst>
                    <a:ext uri="{FF2B5EF4-FFF2-40B4-BE49-F238E27FC236}">
                      <a16:creationId xmlns:a16="http://schemas.microsoft.com/office/drawing/2014/main" id="{7092803D-F18C-62C5-127E-B0D1350877C0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344" name="Group 343">
                  <a:extLst>
                    <a:ext uri="{FF2B5EF4-FFF2-40B4-BE49-F238E27FC236}">
                      <a16:creationId xmlns:a16="http://schemas.microsoft.com/office/drawing/2014/main" id="{2AF57C5C-F358-45E9-5B42-D7512E5C41E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345" name="Oval 344">
                    <a:extLst>
                      <a:ext uri="{FF2B5EF4-FFF2-40B4-BE49-F238E27FC236}">
                        <a16:creationId xmlns:a16="http://schemas.microsoft.com/office/drawing/2014/main" id="{98C99338-4323-AB72-2859-8A85C02BD13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46" name="Oval 345">
                    <a:extLst>
                      <a:ext uri="{FF2B5EF4-FFF2-40B4-BE49-F238E27FC236}">
                        <a16:creationId xmlns:a16="http://schemas.microsoft.com/office/drawing/2014/main" id="{A3B93D6B-07D4-02C0-1835-AFC08FBB5FF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47" name="Oval 346">
                    <a:extLst>
                      <a:ext uri="{FF2B5EF4-FFF2-40B4-BE49-F238E27FC236}">
                        <a16:creationId xmlns:a16="http://schemas.microsoft.com/office/drawing/2014/main" id="{72A71A98-ACF1-C5D1-EBFF-FD570D6CD7F3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48" name="Oval 347">
                    <a:extLst>
                      <a:ext uri="{FF2B5EF4-FFF2-40B4-BE49-F238E27FC236}">
                        <a16:creationId xmlns:a16="http://schemas.microsoft.com/office/drawing/2014/main" id="{6753220F-7E5C-EB61-A5FA-7A9CBC9F9A7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49" name="Arc 348">
                    <a:extLst>
                      <a:ext uri="{FF2B5EF4-FFF2-40B4-BE49-F238E27FC236}">
                        <a16:creationId xmlns:a16="http://schemas.microsoft.com/office/drawing/2014/main" id="{9DF13B1E-85CD-9656-A495-586F5E3D0AFA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0" name="Oval 349">
                    <a:extLst>
                      <a:ext uri="{FF2B5EF4-FFF2-40B4-BE49-F238E27FC236}">
                        <a16:creationId xmlns:a16="http://schemas.microsoft.com/office/drawing/2014/main" id="{5F6EF46F-9331-A79E-4BC3-6C45EEDF1707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51" name="Arc 350">
                    <a:extLst>
                      <a:ext uri="{FF2B5EF4-FFF2-40B4-BE49-F238E27FC236}">
                        <a16:creationId xmlns:a16="http://schemas.microsoft.com/office/drawing/2014/main" id="{A7BC2B41-EF85-49CA-560F-D5AF9DD55B3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2" name="Arc 351">
                    <a:extLst>
                      <a:ext uri="{FF2B5EF4-FFF2-40B4-BE49-F238E27FC236}">
                        <a16:creationId xmlns:a16="http://schemas.microsoft.com/office/drawing/2014/main" id="{4ED8B2E4-F4AF-D684-CBB7-52B31F380C5F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FDF9934D-1562-3217-50A8-7B5A4F356847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2405FA38-D7C9-62F4-2823-D59FE3D9FAD5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0AA03F97-758A-3637-362E-2F8F68FDF14E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A6987053-4EAA-E5DF-5817-BE55B63296DB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329" name="Oval 328">
                  <a:extLst>
                    <a:ext uri="{FF2B5EF4-FFF2-40B4-BE49-F238E27FC236}">
                      <a16:creationId xmlns:a16="http://schemas.microsoft.com/office/drawing/2014/main" id="{70CBFC54-3E4B-A023-25B7-CECEFC46357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330" name="Group 329">
                  <a:extLst>
                    <a:ext uri="{FF2B5EF4-FFF2-40B4-BE49-F238E27FC236}">
                      <a16:creationId xmlns:a16="http://schemas.microsoft.com/office/drawing/2014/main" id="{6406C716-DB9D-8E9C-3E1C-9991DFEFE14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331" name="Oval 330">
                    <a:extLst>
                      <a:ext uri="{FF2B5EF4-FFF2-40B4-BE49-F238E27FC236}">
                        <a16:creationId xmlns:a16="http://schemas.microsoft.com/office/drawing/2014/main" id="{48552506-9054-0DA2-7959-A67CE65FC7B4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32" name="Oval 331">
                    <a:extLst>
                      <a:ext uri="{FF2B5EF4-FFF2-40B4-BE49-F238E27FC236}">
                        <a16:creationId xmlns:a16="http://schemas.microsoft.com/office/drawing/2014/main" id="{C20CFE2C-2D2C-82F5-81A6-5A556729D939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33" name="Oval 332">
                    <a:extLst>
                      <a:ext uri="{FF2B5EF4-FFF2-40B4-BE49-F238E27FC236}">
                        <a16:creationId xmlns:a16="http://schemas.microsoft.com/office/drawing/2014/main" id="{B13F15FB-54D9-AD4B-88D5-CF3BCE50001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34" name="Oval 333">
                    <a:extLst>
                      <a:ext uri="{FF2B5EF4-FFF2-40B4-BE49-F238E27FC236}">
                        <a16:creationId xmlns:a16="http://schemas.microsoft.com/office/drawing/2014/main" id="{5D1BBE79-70D9-E534-8023-87FEE0D6F78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35" name="Arc 334">
                    <a:extLst>
                      <a:ext uri="{FF2B5EF4-FFF2-40B4-BE49-F238E27FC236}">
                        <a16:creationId xmlns:a16="http://schemas.microsoft.com/office/drawing/2014/main" id="{95698243-0E7B-A29F-03BE-976CE2DE36B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6" name="Oval 335">
                    <a:extLst>
                      <a:ext uri="{FF2B5EF4-FFF2-40B4-BE49-F238E27FC236}">
                        <a16:creationId xmlns:a16="http://schemas.microsoft.com/office/drawing/2014/main" id="{7DA2D5AC-00A9-F461-9456-0E76CA360E9C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37" name="Arc 336">
                    <a:extLst>
                      <a:ext uri="{FF2B5EF4-FFF2-40B4-BE49-F238E27FC236}">
                        <a16:creationId xmlns:a16="http://schemas.microsoft.com/office/drawing/2014/main" id="{56AF6AB3-2D25-74DF-B0ED-59E2D7CCD67C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8" name="Arc 337">
                    <a:extLst>
                      <a:ext uri="{FF2B5EF4-FFF2-40B4-BE49-F238E27FC236}">
                        <a16:creationId xmlns:a16="http://schemas.microsoft.com/office/drawing/2014/main" id="{58DA2E9B-7D21-D257-24D4-9EBE9B03BB1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16" name="Group 315">
                <a:extLst>
                  <a:ext uri="{FF2B5EF4-FFF2-40B4-BE49-F238E27FC236}">
                    <a16:creationId xmlns:a16="http://schemas.microsoft.com/office/drawing/2014/main" id="{47323A8C-F354-8DDC-C480-42BB95E39DAD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319" name="Oval 318">
                  <a:extLst>
                    <a:ext uri="{FF2B5EF4-FFF2-40B4-BE49-F238E27FC236}">
                      <a16:creationId xmlns:a16="http://schemas.microsoft.com/office/drawing/2014/main" id="{E2EAE3E3-A823-864B-0AE0-E8FDD5EDA812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320" name="Group 319">
                  <a:extLst>
                    <a:ext uri="{FF2B5EF4-FFF2-40B4-BE49-F238E27FC236}">
                      <a16:creationId xmlns:a16="http://schemas.microsoft.com/office/drawing/2014/main" id="{333A7B7E-C1AE-9565-2FCE-4EBB02B7BD7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321" name="Oval 320">
                    <a:extLst>
                      <a:ext uri="{FF2B5EF4-FFF2-40B4-BE49-F238E27FC236}">
                        <a16:creationId xmlns:a16="http://schemas.microsoft.com/office/drawing/2014/main" id="{31B68E37-6277-3CF9-05BA-326CE9BD0BCC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22" name="Oval 321">
                    <a:extLst>
                      <a:ext uri="{FF2B5EF4-FFF2-40B4-BE49-F238E27FC236}">
                        <a16:creationId xmlns:a16="http://schemas.microsoft.com/office/drawing/2014/main" id="{30960FFB-B913-63C2-5408-E7126F7C4311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23" name="Oval 322">
                    <a:extLst>
                      <a:ext uri="{FF2B5EF4-FFF2-40B4-BE49-F238E27FC236}">
                        <a16:creationId xmlns:a16="http://schemas.microsoft.com/office/drawing/2014/main" id="{B081D1BB-6C24-4A96-A524-6199F2D6788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24" name="Oval 323">
                    <a:extLst>
                      <a:ext uri="{FF2B5EF4-FFF2-40B4-BE49-F238E27FC236}">
                        <a16:creationId xmlns:a16="http://schemas.microsoft.com/office/drawing/2014/main" id="{AE6523F5-CF4A-CF42-DC0C-62FF76D25D4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25" name="Arc 324">
                    <a:extLst>
                      <a:ext uri="{FF2B5EF4-FFF2-40B4-BE49-F238E27FC236}">
                        <a16:creationId xmlns:a16="http://schemas.microsoft.com/office/drawing/2014/main" id="{8040FF06-B6CF-A99E-7672-7E103D05AB1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6" name="Oval 325">
                    <a:extLst>
                      <a:ext uri="{FF2B5EF4-FFF2-40B4-BE49-F238E27FC236}">
                        <a16:creationId xmlns:a16="http://schemas.microsoft.com/office/drawing/2014/main" id="{37D6CBB6-7FA3-676A-0887-1E81D5B3E711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27" name="Arc 326">
                    <a:extLst>
                      <a:ext uri="{FF2B5EF4-FFF2-40B4-BE49-F238E27FC236}">
                        <a16:creationId xmlns:a16="http://schemas.microsoft.com/office/drawing/2014/main" id="{6E6E8758-A010-2338-D376-818C11807C7B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8" name="Arc 327">
                    <a:extLst>
                      <a:ext uri="{FF2B5EF4-FFF2-40B4-BE49-F238E27FC236}">
                        <a16:creationId xmlns:a16="http://schemas.microsoft.com/office/drawing/2014/main" id="{EB145F1A-7270-98A5-445A-D1B87A1E833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317" name="Straight Connector 316">
                <a:extLst>
                  <a:ext uri="{FF2B5EF4-FFF2-40B4-BE49-F238E27FC236}">
                    <a16:creationId xmlns:a16="http://schemas.microsoft.com/office/drawing/2014/main" id="{4D794A7A-1D63-ECDA-D67C-A0EFACA8098C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Straight Connector 317">
                <a:extLst>
                  <a:ext uri="{FF2B5EF4-FFF2-40B4-BE49-F238E27FC236}">
                    <a16:creationId xmlns:a16="http://schemas.microsoft.com/office/drawing/2014/main" id="{137E0EA7-2305-EA30-0352-F040CF7093BC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06" name="Group 305">
              <a:extLst>
                <a:ext uri="{FF2B5EF4-FFF2-40B4-BE49-F238E27FC236}">
                  <a16:creationId xmlns:a16="http://schemas.microsoft.com/office/drawing/2014/main" id="{AE82D860-7C4D-D779-D61A-365FD41230E8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307" name="Moon 306">
                <a:extLst>
                  <a:ext uri="{FF2B5EF4-FFF2-40B4-BE49-F238E27FC236}">
                    <a16:creationId xmlns:a16="http://schemas.microsoft.com/office/drawing/2014/main" id="{655B1655-3B69-1F83-E517-10188900C27F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8" name="Oval 307">
                <a:extLst>
                  <a:ext uri="{FF2B5EF4-FFF2-40B4-BE49-F238E27FC236}">
                    <a16:creationId xmlns:a16="http://schemas.microsoft.com/office/drawing/2014/main" id="{CD97023A-EB56-ADF6-9AD9-44CC3E723046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9" name="Oval 308">
                <a:extLst>
                  <a:ext uri="{FF2B5EF4-FFF2-40B4-BE49-F238E27FC236}">
                    <a16:creationId xmlns:a16="http://schemas.microsoft.com/office/drawing/2014/main" id="{28F17D34-F738-3DD9-3F4B-AAAEAF444937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0" name="Oval 309">
                <a:extLst>
                  <a:ext uri="{FF2B5EF4-FFF2-40B4-BE49-F238E27FC236}">
                    <a16:creationId xmlns:a16="http://schemas.microsoft.com/office/drawing/2014/main" id="{98A9FE2C-A8D2-4F68-19FB-83ECAB9FBBA4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1" name="Oval 310">
                <a:extLst>
                  <a:ext uri="{FF2B5EF4-FFF2-40B4-BE49-F238E27FC236}">
                    <a16:creationId xmlns:a16="http://schemas.microsoft.com/office/drawing/2014/main" id="{CC86F3E7-0A53-B8C5-91C4-EB31D651B50F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2" name="Oval 311">
                <a:extLst>
                  <a:ext uri="{FF2B5EF4-FFF2-40B4-BE49-F238E27FC236}">
                    <a16:creationId xmlns:a16="http://schemas.microsoft.com/office/drawing/2014/main" id="{09113A8B-B2E8-222A-A1A3-3D9D6F05C6E9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E70E6559-E99A-7F61-BC04-63DF6E6F1274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6CD59F61-1304-B930-0998-F3B73042B9E2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2" name="Down Arrow 51">
            <a:extLst>
              <a:ext uri="{FF2B5EF4-FFF2-40B4-BE49-F238E27FC236}">
                <a16:creationId xmlns:a16="http://schemas.microsoft.com/office/drawing/2014/main" id="{F5E2D912-7E7E-A285-ADDB-E4D523CB343B}"/>
              </a:ext>
            </a:extLst>
          </p:cNvPr>
          <p:cNvSpPr/>
          <p:nvPr/>
        </p:nvSpPr>
        <p:spPr>
          <a:xfrm rot="15969114">
            <a:off x="6603350" y="4386101"/>
            <a:ext cx="176985" cy="944688"/>
          </a:xfrm>
          <a:prstGeom prst="downArrow">
            <a:avLst/>
          </a:prstGeom>
          <a:solidFill>
            <a:schemeClr val="accent2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Down Arrow 52">
            <a:extLst>
              <a:ext uri="{FF2B5EF4-FFF2-40B4-BE49-F238E27FC236}">
                <a16:creationId xmlns:a16="http://schemas.microsoft.com/office/drawing/2014/main" id="{E1F0A2AA-ED14-EF63-92C3-D1905D959F68}"/>
              </a:ext>
            </a:extLst>
          </p:cNvPr>
          <p:cNvSpPr/>
          <p:nvPr/>
        </p:nvSpPr>
        <p:spPr>
          <a:xfrm rot="15863091">
            <a:off x="5187571" y="4898485"/>
            <a:ext cx="162427" cy="344503"/>
          </a:xfrm>
          <a:prstGeom prst="downArrow">
            <a:avLst/>
          </a:prstGeom>
          <a:solidFill>
            <a:schemeClr val="accent2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1B388C-EE6D-235C-A9A0-070A5F111A86}"/>
              </a:ext>
            </a:extLst>
          </p:cNvPr>
          <p:cNvGrpSpPr/>
          <p:nvPr/>
        </p:nvGrpSpPr>
        <p:grpSpPr>
          <a:xfrm rot="7527832" flipH="1" flipV="1">
            <a:off x="7723371" y="3072753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B3C3F7D3-F33C-1209-484B-A4F298B06E45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38D16FA7-4F71-4A70-6DEE-90FAC046A0D4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94" name="Oval 293">
                  <a:extLst>
                    <a:ext uri="{FF2B5EF4-FFF2-40B4-BE49-F238E27FC236}">
                      <a16:creationId xmlns:a16="http://schemas.microsoft.com/office/drawing/2014/main" id="{65A4DD31-5328-C6D5-1B60-9834A577A0C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95" name="Group 294">
                  <a:extLst>
                    <a:ext uri="{FF2B5EF4-FFF2-40B4-BE49-F238E27FC236}">
                      <a16:creationId xmlns:a16="http://schemas.microsoft.com/office/drawing/2014/main" id="{06BA8CF4-8291-5A72-27A7-DF663532304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96" name="Oval 295">
                    <a:extLst>
                      <a:ext uri="{FF2B5EF4-FFF2-40B4-BE49-F238E27FC236}">
                        <a16:creationId xmlns:a16="http://schemas.microsoft.com/office/drawing/2014/main" id="{96FFA27B-D688-59CA-3F7C-F55AA75FC96E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97" name="Oval 296">
                    <a:extLst>
                      <a:ext uri="{FF2B5EF4-FFF2-40B4-BE49-F238E27FC236}">
                        <a16:creationId xmlns:a16="http://schemas.microsoft.com/office/drawing/2014/main" id="{4C8EF094-5A22-D36D-A538-3C467DA19F6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98" name="Oval 297">
                    <a:extLst>
                      <a:ext uri="{FF2B5EF4-FFF2-40B4-BE49-F238E27FC236}">
                        <a16:creationId xmlns:a16="http://schemas.microsoft.com/office/drawing/2014/main" id="{C2C87F88-AE78-CB90-3C32-B040968BFCB8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99" name="Oval 298">
                    <a:extLst>
                      <a:ext uri="{FF2B5EF4-FFF2-40B4-BE49-F238E27FC236}">
                        <a16:creationId xmlns:a16="http://schemas.microsoft.com/office/drawing/2014/main" id="{EEFFC8CF-6BF8-BFB4-ADBA-BE8E193A84D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00" name="Arc 299">
                    <a:extLst>
                      <a:ext uri="{FF2B5EF4-FFF2-40B4-BE49-F238E27FC236}">
                        <a16:creationId xmlns:a16="http://schemas.microsoft.com/office/drawing/2014/main" id="{90F0C83E-30E4-0FBA-9ECA-A9AC9F1626BD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1" name="Oval 300">
                    <a:extLst>
                      <a:ext uri="{FF2B5EF4-FFF2-40B4-BE49-F238E27FC236}">
                        <a16:creationId xmlns:a16="http://schemas.microsoft.com/office/drawing/2014/main" id="{471AEC28-E8E4-29C8-F7C2-6504A07C224E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302" name="Arc 301">
                    <a:extLst>
                      <a:ext uri="{FF2B5EF4-FFF2-40B4-BE49-F238E27FC236}">
                        <a16:creationId xmlns:a16="http://schemas.microsoft.com/office/drawing/2014/main" id="{3607D3AB-05F6-59AC-F9ED-5772A10A3E8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3" name="Arc 302">
                    <a:extLst>
                      <a:ext uri="{FF2B5EF4-FFF2-40B4-BE49-F238E27FC236}">
                        <a16:creationId xmlns:a16="http://schemas.microsoft.com/office/drawing/2014/main" id="{A1018D24-E010-1B80-B94B-CEAA8AA9035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81" name="Group 280">
                <a:extLst>
                  <a:ext uri="{FF2B5EF4-FFF2-40B4-BE49-F238E27FC236}">
                    <a16:creationId xmlns:a16="http://schemas.microsoft.com/office/drawing/2014/main" id="{A43C27A1-5EB0-1CF9-50EB-2B5532D5C705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84" name="Oval 283">
                  <a:extLst>
                    <a:ext uri="{FF2B5EF4-FFF2-40B4-BE49-F238E27FC236}">
                      <a16:creationId xmlns:a16="http://schemas.microsoft.com/office/drawing/2014/main" id="{0ECA7C2E-0827-167A-6D52-D54F7FED2053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85AD7ED4-4585-A83C-D22F-45709D476FDC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86" name="Oval 285">
                    <a:extLst>
                      <a:ext uri="{FF2B5EF4-FFF2-40B4-BE49-F238E27FC236}">
                        <a16:creationId xmlns:a16="http://schemas.microsoft.com/office/drawing/2014/main" id="{A792A032-BED8-BCE5-02A4-35A1281729F4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87" name="Oval 286">
                    <a:extLst>
                      <a:ext uri="{FF2B5EF4-FFF2-40B4-BE49-F238E27FC236}">
                        <a16:creationId xmlns:a16="http://schemas.microsoft.com/office/drawing/2014/main" id="{F8FB3E53-16F1-6503-A6B7-231F3707956C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88" name="Oval 287">
                    <a:extLst>
                      <a:ext uri="{FF2B5EF4-FFF2-40B4-BE49-F238E27FC236}">
                        <a16:creationId xmlns:a16="http://schemas.microsoft.com/office/drawing/2014/main" id="{5C5E50C7-1275-4951-0D3A-A7A3DF643969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89" name="Oval 288">
                    <a:extLst>
                      <a:ext uri="{FF2B5EF4-FFF2-40B4-BE49-F238E27FC236}">
                        <a16:creationId xmlns:a16="http://schemas.microsoft.com/office/drawing/2014/main" id="{3969E821-5315-BC0C-3AE7-D022E0A8398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90" name="Arc 289">
                    <a:extLst>
                      <a:ext uri="{FF2B5EF4-FFF2-40B4-BE49-F238E27FC236}">
                        <a16:creationId xmlns:a16="http://schemas.microsoft.com/office/drawing/2014/main" id="{1F969E2F-D9DE-6EC4-F986-FCFC32D0BCFE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1" name="Oval 290">
                    <a:extLst>
                      <a:ext uri="{FF2B5EF4-FFF2-40B4-BE49-F238E27FC236}">
                        <a16:creationId xmlns:a16="http://schemas.microsoft.com/office/drawing/2014/main" id="{787B5D07-6C46-12A6-D9AD-15AE9B327E1A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92" name="Arc 291">
                    <a:extLst>
                      <a:ext uri="{FF2B5EF4-FFF2-40B4-BE49-F238E27FC236}">
                        <a16:creationId xmlns:a16="http://schemas.microsoft.com/office/drawing/2014/main" id="{923F4089-4354-91F2-27F7-F23A7A1F09CE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3" name="Arc 292">
                    <a:extLst>
                      <a:ext uri="{FF2B5EF4-FFF2-40B4-BE49-F238E27FC236}">
                        <a16:creationId xmlns:a16="http://schemas.microsoft.com/office/drawing/2014/main" id="{F8B4748E-3BB2-5F49-5190-50976CA64C27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282" name="Straight Connector 281">
                <a:extLst>
                  <a:ext uri="{FF2B5EF4-FFF2-40B4-BE49-F238E27FC236}">
                    <a16:creationId xmlns:a16="http://schemas.microsoft.com/office/drawing/2014/main" id="{D6297B22-D0EC-3719-AA27-5ADC7AD222DC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2B342741-4229-1F65-EA08-1AF4D791ABF7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F8BD0FDC-FC5B-9FB7-750A-49B86168F3BC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256" name="Group 255">
                <a:extLst>
                  <a:ext uri="{FF2B5EF4-FFF2-40B4-BE49-F238E27FC236}">
                    <a16:creationId xmlns:a16="http://schemas.microsoft.com/office/drawing/2014/main" id="{2F1E5154-9D30-0AB9-DB1C-E58CBAC82B61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70" name="Oval 269">
                  <a:extLst>
                    <a:ext uri="{FF2B5EF4-FFF2-40B4-BE49-F238E27FC236}">
                      <a16:creationId xmlns:a16="http://schemas.microsoft.com/office/drawing/2014/main" id="{003D1409-7D19-BC48-38C9-C11D22366C7D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71" name="Group 270">
                  <a:extLst>
                    <a:ext uri="{FF2B5EF4-FFF2-40B4-BE49-F238E27FC236}">
                      <a16:creationId xmlns:a16="http://schemas.microsoft.com/office/drawing/2014/main" id="{6E26295D-1ADA-F4E9-5687-52B214EFF99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72" name="Oval 271">
                    <a:extLst>
                      <a:ext uri="{FF2B5EF4-FFF2-40B4-BE49-F238E27FC236}">
                        <a16:creationId xmlns:a16="http://schemas.microsoft.com/office/drawing/2014/main" id="{A03837C8-DAA1-A876-F6DC-5AAB2909A47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73" name="Oval 272">
                    <a:extLst>
                      <a:ext uri="{FF2B5EF4-FFF2-40B4-BE49-F238E27FC236}">
                        <a16:creationId xmlns:a16="http://schemas.microsoft.com/office/drawing/2014/main" id="{D33AEAA4-46FA-9C2A-471C-085EC278E08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74" name="Oval 273">
                    <a:extLst>
                      <a:ext uri="{FF2B5EF4-FFF2-40B4-BE49-F238E27FC236}">
                        <a16:creationId xmlns:a16="http://schemas.microsoft.com/office/drawing/2014/main" id="{4D73F055-D3B5-FD2E-0A6D-B44E890969C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75" name="Oval 274">
                    <a:extLst>
                      <a:ext uri="{FF2B5EF4-FFF2-40B4-BE49-F238E27FC236}">
                        <a16:creationId xmlns:a16="http://schemas.microsoft.com/office/drawing/2014/main" id="{C61B0A1A-769C-8C98-59F7-B509640A087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76" name="Arc 275">
                    <a:extLst>
                      <a:ext uri="{FF2B5EF4-FFF2-40B4-BE49-F238E27FC236}">
                        <a16:creationId xmlns:a16="http://schemas.microsoft.com/office/drawing/2014/main" id="{C1597CE7-5CB5-0C49-064D-1F64F2ACC0DA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7" name="Oval 276">
                    <a:extLst>
                      <a:ext uri="{FF2B5EF4-FFF2-40B4-BE49-F238E27FC236}">
                        <a16:creationId xmlns:a16="http://schemas.microsoft.com/office/drawing/2014/main" id="{095E906A-4B03-02CA-F142-7C127775C0B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78" name="Arc 277">
                    <a:extLst>
                      <a:ext uri="{FF2B5EF4-FFF2-40B4-BE49-F238E27FC236}">
                        <a16:creationId xmlns:a16="http://schemas.microsoft.com/office/drawing/2014/main" id="{B4045D59-3303-69DB-B716-3EDA3662946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9" name="Arc 278">
                    <a:extLst>
                      <a:ext uri="{FF2B5EF4-FFF2-40B4-BE49-F238E27FC236}">
                        <a16:creationId xmlns:a16="http://schemas.microsoft.com/office/drawing/2014/main" id="{E0E3C2BB-F912-693B-FDF8-E507E750ABC3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0CD86B1F-60DB-A17C-9668-C4DA2E7F803E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60" name="Oval 259">
                  <a:extLst>
                    <a:ext uri="{FF2B5EF4-FFF2-40B4-BE49-F238E27FC236}">
                      <a16:creationId xmlns:a16="http://schemas.microsoft.com/office/drawing/2014/main" id="{5979A5CA-66BD-13B3-7581-799DFC17CD0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11229AF9-D7B3-DDB6-1686-C740CF339CF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62" name="Oval 261">
                    <a:extLst>
                      <a:ext uri="{FF2B5EF4-FFF2-40B4-BE49-F238E27FC236}">
                        <a16:creationId xmlns:a16="http://schemas.microsoft.com/office/drawing/2014/main" id="{44B65DDD-4E36-2252-79CF-DB391027DD5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63" name="Oval 262">
                    <a:extLst>
                      <a:ext uri="{FF2B5EF4-FFF2-40B4-BE49-F238E27FC236}">
                        <a16:creationId xmlns:a16="http://schemas.microsoft.com/office/drawing/2014/main" id="{21F919FB-012B-E057-8ACF-384E58DB6721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64" name="Oval 263">
                    <a:extLst>
                      <a:ext uri="{FF2B5EF4-FFF2-40B4-BE49-F238E27FC236}">
                        <a16:creationId xmlns:a16="http://schemas.microsoft.com/office/drawing/2014/main" id="{722728FE-E969-284A-D2DD-D11C37E2AF07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65" name="Oval 264">
                    <a:extLst>
                      <a:ext uri="{FF2B5EF4-FFF2-40B4-BE49-F238E27FC236}">
                        <a16:creationId xmlns:a16="http://schemas.microsoft.com/office/drawing/2014/main" id="{A113AFE9-E29F-79FF-3336-E85532E4E498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66" name="Arc 265">
                    <a:extLst>
                      <a:ext uri="{FF2B5EF4-FFF2-40B4-BE49-F238E27FC236}">
                        <a16:creationId xmlns:a16="http://schemas.microsoft.com/office/drawing/2014/main" id="{C2412741-C602-60B5-2895-BD05EC2EE825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7" name="Oval 266">
                    <a:extLst>
                      <a:ext uri="{FF2B5EF4-FFF2-40B4-BE49-F238E27FC236}">
                        <a16:creationId xmlns:a16="http://schemas.microsoft.com/office/drawing/2014/main" id="{43B66D09-78AB-BD5D-9ACF-B9469755E2C8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68" name="Arc 267">
                    <a:extLst>
                      <a:ext uri="{FF2B5EF4-FFF2-40B4-BE49-F238E27FC236}">
                        <a16:creationId xmlns:a16="http://schemas.microsoft.com/office/drawing/2014/main" id="{07C7F574-33F0-C5F0-B96A-045A1FF23751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9" name="Arc 268">
                    <a:extLst>
                      <a:ext uri="{FF2B5EF4-FFF2-40B4-BE49-F238E27FC236}">
                        <a16:creationId xmlns:a16="http://schemas.microsoft.com/office/drawing/2014/main" id="{0F5CA6AF-814E-B731-993C-75F87C549483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5A70C091-831D-8382-638E-2D7A20B4E3DC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64D18A3C-330D-029B-F806-1C07D38D7FB7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09C6A29A-AD46-DC52-4760-C4D52208439F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248" name="Moon 247">
                <a:extLst>
                  <a:ext uri="{FF2B5EF4-FFF2-40B4-BE49-F238E27FC236}">
                    <a16:creationId xmlns:a16="http://schemas.microsoft.com/office/drawing/2014/main" id="{62FEED90-980F-897D-47FF-C63B51473AE4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8694E4BE-28AE-8777-C322-F244FAC22EE0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9B7B3860-6FBA-15D8-68CC-F3C12FF877C8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1" name="Oval 250">
                <a:extLst>
                  <a:ext uri="{FF2B5EF4-FFF2-40B4-BE49-F238E27FC236}">
                    <a16:creationId xmlns:a16="http://schemas.microsoft.com/office/drawing/2014/main" id="{2B77211F-C104-8663-7162-30183BD56091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Oval 251">
                <a:extLst>
                  <a:ext uri="{FF2B5EF4-FFF2-40B4-BE49-F238E27FC236}">
                    <a16:creationId xmlns:a16="http://schemas.microsoft.com/office/drawing/2014/main" id="{62DC0C9B-7B77-AF93-80A1-82CADD6D942F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021C062E-7202-4978-9FDD-93DBBBD97E80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FCDA0634-3F9C-CD66-41C6-1CE9EA41DDEE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Oval 254">
                <a:extLst>
                  <a:ext uri="{FF2B5EF4-FFF2-40B4-BE49-F238E27FC236}">
                    <a16:creationId xmlns:a16="http://schemas.microsoft.com/office/drawing/2014/main" id="{CFE5523E-F58E-C639-0460-952026E07D28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8716B7A-7636-56E2-995D-78D91B7506C5}"/>
              </a:ext>
            </a:extLst>
          </p:cNvPr>
          <p:cNvGrpSpPr/>
          <p:nvPr/>
        </p:nvGrpSpPr>
        <p:grpSpPr>
          <a:xfrm rot="7464527" flipH="1" flipV="1">
            <a:off x="7206677" y="2474940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4CDF0532-143B-532D-EF8D-328169CBF2B0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3C8936C3-D3C4-4A75-53B4-7ABE705BD90F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35" name="Oval 234">
                  <a:extLst>
                    <a:ext uri="{FF2B5EF4-FFF2-40B4-BE49-F238E27FC236}">
                      <a16:creationId xmlns:a16="http://schemas.microsoft.com/office/drawing/2014/main" id="{B449749B-A50B-0699-8665-AEF0FD1A1B9C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36" name="Group 235">
                  <a:extLst>
                    <a:ext uri="{FF2B5EF4-FFF2-40B4-BE49-F238E27FC236}">
                      <a16:creationId xmlns:a16="http://schemas.microsoft.com/office/drawing/2014/main" id="{4B96AC85-286B-7382-B2E4-C1378F0E5CB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37" name="Oval 236">
                    <a:extLst>
                      <a:ext uri="{FF2B5EF4-FFF2-40B4-BE49-F238E27FC236}">
                        <a16:creationId xmlns:a16="http://schemas.microsoft.com/office/drawing/2014/main" id="{17E64DC2-694A-CF6B-65B3-320B4F59FD9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38" name="Oval 237">
                    <a:extLst>
                      <a:ext uri="{FF2B5EF4-FFF2-40B4-BE49-F238E27FC236}">
                        <a16:creationId xmlns:a16="http://schemas.microsoft.com/office/drawing/2014/main" id="{B3AF779E-BAF8-B528-2CE0-ACC501D84BC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39" name="Oval 238">
                    <a:extLst>
                      <a:ext uri="{FF2B5EF4-FFF2-40B4-BE49-F238E27FC236}">
                        <a16:creationId xmlns:a16="http://schemas.microsoft.com/office/drawing/2014/main" id="{E002ABF5-80F6-6E6B-DB38-6EB0E60E26AE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40" name="Oval 239">
                    <a:extLst>
                      <a:ext uri="{FF2B5EF4-FFF2-40B4-BE49-F238E27FC236}">
                        <a16:creationId xmlns:a16="http://schemas.microsoft.com/office/drawing/2014/main" id="{7700DB1B-F545-A4B4-ECA3-927539D1CDC4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41" name="Arc 240">
                    <a:extLst>
                      <a:ext uri="{FF2B5EF4-FFF2-40B4-BE49-F238E27FC236}">
                        <a16:creationId xmlns:a16="http://schemas.microsoft.com/office/drawing/2014/main" id="{34A44519-6CDE-6E66-ED7C-D4A895ADB951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2" name="Oval 241">
                    <a:extLst>
                      <a:ext uri="{FF2B5EF4-FFF2-40B4-BE49-F238E27FC236}">
                        <a16:creationId xmlns:a16="http://schemas.microsoft.com/office/drawing/2014/main" id="{8CCE56A3-DABE-7A1F-FDA2-6F47B57D4364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43" name="Arc 242">
                    <a:extLst>
                      <a:ext uri="{FF2B5EF4-FFF2-40B4-BE49-F238E27FC236}">
                        <a16:creationId xmlns:a16="http://schemas.microsoft.com/office/drawing/2014/main" id="{0A688D9C-EBA4-A860-6E5D-7E81AC43E2DC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4" name="Arc 243">
                    <a:extLst>
                      <a:ext uri="{FF2B5EF4-FFF2-40B4-BE49-F238E27FC236}">
                        <a16:creationId xmlns:a16="http://schemas.microsoft.com/office/drawing/2014/main" id="{4D0A51BF-E363-37A5-6BD8-F1A273156EE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22" name="Group 221">
                <a:extLst>
                  <a:ext uri="{FF2B5EF4-FFF2-40B4-BE49-F238E27FC236}">
                    <a16:creationId xmlns:a16="http://schemas.microsoft.com/office/drawing/2014/main" id="{B61801F6-08E4-E9D5-4A08-21E8795F047B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25" name="Oval 224">
                  <a:extLst>
                    <a:ext uri="{FF2B5EF4-FFF2-40B4-BE49-F238E27FC236}">
                      <a16:creationId xmlns:a16="http://schemas.microsoft.com/office/drawing/2014/main" id="{94C95429-23A0-4470-B67F-9554AAB5BAD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26" name="Group 225">
                  <a:extLst>
                    <a:ext uri="{FF2B5EF4-FFF2-40B4-BE49-F238E27FC236}">
                      <a16:creationId xmlns:a16="http://schemas.microsoft.com/office/drawing/2014/main" id="{EA7EB8E0-C665-76E2-ECC5-D697D88D8F2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27" name="Oval 226">
                    <a:extLst>
                      <a:ext uri="{FF2B5EF4-FFF2-40B4-BE49-F238E27FC236}">
                        <a16:creationId xmlns:a16="http://schemas.microsoft.com/office/drawing/2014/main" id="{140A72C1-36D1-E72D-DC90-6DEA1486664C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28" name="Oval 227">
                    <a:extLst>
                      <a:ext uri="{FF2B5EF4-FFF2-40B4-BE49-F238E27FC236}">
                        <a16:creationId xmlns:a16="http://schemas.microsoft.com/office/drawing/2014/main" id="{00A4A55E-33D2-696D-8FA1-94B491D9D98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29" name="Oval 228">
                    <a:extLst>
                      <a:ext uri="{FF2B5EF4-FFF2-40B4-BE49-F238E27FC236}">
                        <a16:creationId xmlns:a16="http://schemas.microsoft.com/office/drawing/2014/main" id="{314AFB53-254B-B417-38FE-E9EFBD766761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30" name="Oval 229">
                    <a:extLst>
                      <a:ext uri="{FF2B5EF4-FFF2-40B4-BE49-F238E27FC236}">
                        <a16:creationId xmlns:a16="http://schemas.microsoft.com/office/drawing/2014/main" id="{0ED30955-4AF4-9549-4297-D760AEECDB3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31" name="Arc 230">
                    <a:extLst>
                      <a:ext uri="{FF2B5EF4-FFF2-40B4-BE49-F238E27FC236}">
                        <a16:creationId xmlns:a16="http://schemas.microsoft.com/office/drawing/2014/main" id="{7F374FD4-A684-DEB4-85B2-843F3197DF69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2" name="Oval 231">
                    <a:extLst>
                      <a:ext uri="{FF2B5EF4-FFF2-40B4-BE49-F238E27FC236}">
                        <a16:creationId xmlns:a16="http://schemas.microsoft.com/office/drawing/2014/main" id="{165F0DC8-F4DD-3E31-407B-99B93DDB484A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33" name="Arc 232">
                    <a:extLst>
                      <a:ext uri="{FF2B5EF4-FFF2-40B4-BE49-F238E27FC236}">
                        <a16:creationId xmlns:a16="http://schemas.microsoft.com/office/drawing/2014/main" id="{6ACF387A-0810-025A-F4ED-0E7ADEA1FCA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4" name="Arc 233">
                    <a:extLst>
                      <a:ext uri="{FF2B5EF4-FFF2-40B4-BE49-F238E27FC236}">
                        <a16:creationId xmlns:a16="http://schemas.microsoft.com/office/drawing/2014/main" id="{9A249CCB-D895-3A2D-A1CB-A2C95CAB624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047B226C-5292-A7C7-C499-739D10339635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Straight Connector 223">
                <a:extLst>
                  <a:ext uri="{FF2B5EF4-FFF2-40B4-BE49-F238E27FC236}">
                    <a16:creationId xmlns:a16="http://schemas.microsoft.com/office/drawing/2014/main" id="{82781538-D207-1224-5C47-12DA961164A5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3F2CA9FE-7653-7E42-30B4-7340133468F6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1DD53ABF-EF91-9F29-3DDC-44EE6169849C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E1DD713D-CE7C-7E58-EF36-F37770A42B00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12" name="Group 211">
                  <a:extLst>
                    <a:ext uri="{FF2B5EF4-FFF2-40B4-BE49-F238E27FC236}">
                      <a16:creationId xmlns:a16="http://schemas.microsoft.com/office/drawing/2014/main" id="{81E30A19-9C03-A4CC-5BA0-AB1164E1437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13" name="Oval 212">
                    <a:extLst>
                      <a:ext uri="{FF2B5EF4-FFF2-40B4-BE49-F238E27FC236}">
                        <a16:creationId xmlns:a16="http://schemas.microsoft.com/office/drawing/2014/main" id="{FC505677-F164-39CB-B8A8-922C4D28943C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4" name="Oval 213">
                    <a:extLst>
                      <a:ext uri="{FF2B5EF4-FFF2-40B4-BE49-F238E27FC236}">
                        <a16:creationId xmlns:a16="http://schemas.microsoft.com/office/drawing/2014/main" id="{233DF18D-BB21-A72A-F34B-74633A94FD7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5" name="Oval 214">
                    <a:extLst>
                      <a:ext uri="{FF2B5EF4-FFF2-40B4-BE49-F238E27FC236}">
                        <a16:creationId xmlns:a16="http://schemas.microsoft.com/office/drawing/2014/main" id="{29E37CD0-BFCE-9B3C-B6DA-E1AFF66137C5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6" name="Oval 215">
                    <a:extLst>
                      <a:ext uri="{FF2B5EF4-FFF2-40B4-BE49-F238E27FC236}">
                        <a16:creationId xmlns:a16="http://schemas.microsoft.com/office/drawing/2014/main" id="{36338582-CE34-D566-81D5-C6F21DDC634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7" name="Arc 216">
                    <a:extLst>
                      <a:ext uri="{FF2B5EF4-FFF2-40B4-BE49-F238E27FC236}">
                        <a16:creationId xmlns:a16="http://schemas.microsoft.com/office/drawing/2014/main" id="{CB448763-7BEF-A2D3-7087-DE4FCC6EE05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8" name="Oval 217">
                    <a:extLst>
                      <a:ext uri="{FF2B5EF4-FFF2-40B4-BE49-F238E27FC236}">
                        <a16:creationId xmlns:a16="http://schemas.microsoft.com/office/drawing/2014/main" id="{4AD5841A-5CD5-17EE-6169-1410E6C7D24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9" name="Arc 218">
                    <a:extLst>
                      <a:ext uri="{FF2B5EF4-FFF2-40B4-BE49-F238E27FC236}">
                        <a16:creationId xmlns:a16="http://schemas.microsoft.com/office/drawing/2014/main" id="{E14D73FE-28FA-A594-0EDA-2CD5529CAC5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0" name="Arc 219">
                    <a:extLst>
                      <a:ext uri="{FF2B5EF4-FFF2-40B4-BE49-F238E27FC236}">
                        <a16:creationId xmlns:a16="http://schemas.microsoft.com/office/drawing/2014/main" id="{AC331D29-0BCE-9ABA-5A2A-7B59C3CDB476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8" name="Group 197">
                <a:extLst>
                  <a:ext uri="{FF2B5EF4-FFF2-40B4-BE49-F238E27FC236}">
                    <a16:creationId xmlns:a16="http://schemas.microsoft.com/office/drawing/2014/main" id="{0C86CF19-498A-AF46-655B-3F8DF6C7CE5B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201" name="Oval 200">
                  <a:extLst>
                    <a:ext uri="{FF2B5EF4-FFF2-40B4-BE49-F238E27FC236}">
                      <a16:creationId xmlns:a16="http://schemas.microsoft.com/office/drawing/2014/main" id="{BD8F7EDC-8A73-F4E2-9EA9-955FF06A604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A874F800-7C4B-F205-389F-01FF9EA368C6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203" name="Oval 202">
                    <a:extLst>
                      <a:ext uri="{FF2B5EF4-FFF2-40B4-BE49-F238E27FC236}">
                        <a16:creationId xmlns:a16="http://schemas.microsoft.com/office/drawing/2014/main" id="{F7C47F5B-6A7D-B84A-92CE-4E6B022B33FB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04" name="Oval 203">
                    <a:extLst>
                      <a:ext uri="{FF2B5EF4-FFF2-40B4-BE49-F238E27FC236}">
                        <a16:creationId xmlns:a16="http://schemas.microsoft.com/office/drawing/2014/main" id="{B9BA8403-2E40-1247-55EA-883ED91B5905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74CFCE27-417F-71D2-478D-0DFC23E7ABA2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06" name="Oval 205">
                    <a:extLst>
                      <a:ext uri="{FF2B5EF4-FFF2-40B4-BE49-F238E27FC236}">
                        <a16:creationId xmlns:a16="http://schemas.microsoft.com/office/drawing/2014/main" id="{A65E1F05-E333-D72A-35A1-27791683E5E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07" name="Arc 206">
                    <a:extLst>
                      <a:ext uri="{FF2B5EF4-FFF2-40B4-BE49-F238E27FC236}">
                        <a16:creationId xmlns:a16="http://schemas.microsoft.com/office/drawing/2014/main" id="{DC4BF4A0-8A81-B8C7-49E9-C9ADA33E3C9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8" name="Oval 207">
                    <a:extLst>
                      <a:ext uri="{FF2B5EF4-FFF2-40B4-BE49-F238E27FC236}">
                        <a16:creationId xmlns:a16="http://schemas.microsoft.com/office/drawing/2014/main" id="{800BD50C-439C-DDD6-DCA3-229566599F2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09" name="Arc 208">
                    <a:extLst>
                      <a:ext uri="{FF2B5EF4-FFF2-40B4-BE49-F238E27FC236}">
                        <a16:creationId xmlns:a16="http://schemas.microsoft.com/office/drawing/2014/main" id="{FEF31225-2758-52D4-B1B8-2CD42981D1F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0" name="Arc 209">
                    <a:extLst>
                      <a:ext uri="{FF2B5EF4-FFF2-40B4-BE49-F238E27FC236}">
                        <a16:creationId xmlns:a16="http://schemas.microsoft.com/office/drawing/2014/main" id="{361C7170-487B-693C-2569-794164B2FA45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4010EA46-E7FE-5423-2211-0E13832EB3A8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CD97419F-DB53-2648-FD95-9F4F819A9CD4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E7B308B5-4587-D4C5-724F-B2A67A019D4E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189" name="Moon 188">
                <a:extLst>
                  <a:ext uri="{FF2B5EF4-FFF2-40B4-BE49-F238E27FC236}">
                    <a16:creationId xmlns:a16="http://schemas.microsoft.com/office/drawing/2014/main" id="{CD47BB4D-F2D3-81F6-5140-E38F398D12DE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D5BAEC7D-718C-11DF-CF85-EB6ED92ABD6B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19EE25A0-83CD-1F05-6AAC-7441FBB5845E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C6F265E6-1C64-B4A1-C7CE-5A5C63C6DAEC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B9396FE4-3AFD-4C54-0EB9-71044D999534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C7792059-AE75-0B14-FE56-1882F2B640D2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03AFAE4D-0D6F-5439-F320-8B2AD145D15D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2F76802A-6A95-7DE8-D7D2-024AAEA8CB49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FAAA41C-E0F0-35C9-5C12-35AF2CF81FC7}"/>
              </a:ext>
            </a:extLst>
          </p:cNvPr>
          <p:cNvGrpSpPr/>
          <p:nvPr/>
        </p:nvGrpSpPr>
        <p:grpSpPr>
          <a:xfrm rot="6571890" flipH="1" flipV="1">
            <a:off x="7483542" y="3776335"/>
            <a:ext cx="144704" cy="348791"/>
            <a:chOff x="8901293" y="933753"/>
            <a:chExt cx="2135899" cy="5148330"/>
          </a:xfrm>
          <a:solidFill>
            <a:srgbClr val="0432FF"/>
          </a:solidFill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D812FB1F-0E17-736D-244B-5900930233F6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4C20CF2B-CA6E-849F-7611-DDFAD92B4655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6493F45E-48F3-267E-DB16-7775F678937D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77" name="Group 176">
                  <a:extLst>
                    <a:ext uri="{FF2B5EF4-FFF2-40B4-BE49-F238E27FC236}">
                      <a16:creationId xmlns:a16="http://schemas.microsoft.com/office/drawing/2014/main" id="{7ADAA505-6483-DF9C-A125-635A5730739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78" name="Oval 177">
                    <a:extLst>
                      <a:ext uri="{FF2B5EF4-FFF2-40B4-BE49-F238E27FC236}">
                        <a16:creationId xmlns:a16="http://schemas.microsoft.com/office/drawing/2014/main" id="{F1B91646-174B-421C-03C5-2BD768FA758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F3C97590-5AC0-5DB0-C897-77332450BD4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0" name="Oval 179">
                    <a:extLst>
                      <a:ext uri="{FF2B5EF4-FFF2-40B4-BE49-F238E27FC236}">
                        <a16:creationId xmlns:a16="http://schemas.microsoft.com/office/drawing/2014/main" id="{6FEF486D-C0BA-FD59-4FE7-8BE7DDAE92FC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1" name="Oval 180">
                    <a:extLst>
                      <a:ext uri="{FF2B5EF4-FFF2-40B4-BE49-F238E27FC236}">
                        <a16:creationId xmlns:a16="http://schemas.microsoft.com/office/drawing/2014/main" id="{8B285A22-128A-464F-F82F-81124DB02854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2" name="Arc 181">
                    <a:extLst>
                      <a:ext uri="{FF2B5EF4-FFF2-40B4-BE49-F238E27FC236}">
                        <a16:creationId xmlns:a16="http://schemas.microsoft.com/office/drawing/2014/main" id="{CE09F764-097C-86A1-63F6-EE7B2601003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3" name="Oval 182">
                    <a:extLst>
                      <a:ext uri="{FF2B5EF4-FFF2-40B4-BE49-F238E27FC236}">
                        <a16:creationId xmlns:a16="http://schemas.microsoft.com/office/drawing/2014/main" id="{9F226BE0-1CFD-5ECF-B3F1-7B655994E34E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84" name="Arc 183">
                    <a:extLst>
                      <a:ext uri="{FF2B5EF4-FFF2-40B4-BE49-F238E27FC236}">
                        <a16:creationId xmlns:a16="http://schemas.microsoft.com/office/drawing/2014/main" id="{4A3AA84A-142A-62F5-5629-D3427E533E13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5" name="Arc 184">
                    <a:extLst>
                      <a:ext uri="{FF2B5EF4-FFF2-40B4-BE49-F238E27FC236}">
                        <a16:creationId xmlns:a16="http://schemas.microsoft.com/office/drawing/2014/main" id="{4988BFF8-4DE4-3861-0949-A14D6B57C18D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FF746CC4-240B-DEAA-FD6E-44FB8EC48682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8D8B82E9-A871-8B65-8547-359873E2D137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4811BA2E-FCF1-078E-7D86-1D0C4B593BB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68" name="Oval 167">
                    <a:extLst>
                      <a:ext uri="{FF2B5EF4-FFF2-40B4-BE49-F238E27FC236}">
                        <a16:creationId xmlns:a16="http://schemas.microsoft.com/office/drawing/2014/main" id="{95946080-7958-B83D-1D17-24DC137EEA2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9" name="Oval 168">
                    <a:extLst>
                      <a:ext uri="{FF2B5EF4-FFF2-40B4-BE49-F238E27FC236}">
                        <a16:creationId xmlns:a16="http://schemas.microsoft.com/office/drawing/2014/main" id="{CF3181DC-D876-445C-1FD7-12377EC9A7CF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0" name="Oval 169">
                    <a:extLst>
                      <a:ext uri="{FF2B5EF4-FFF2-40B4-BE49-F238E27FC236}">
                        <a16:creationId xmlns:a16="http://schemas.microsoft.com/office/drawing/2014/main" id="{8E3EAA89-1D20-7341-8D1B-783746B30B58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1" name="Oval 170">
                    <a:extLst>
                      <a:ext uri="{FF2B5EF4-FFF2-40B4-BE49-F238E27FC236}">
                        <a16:creationId xmlns:a16="http://schemas.microsoft.com/office/drawing/2014/main" id="{FFFCA474-BD90-3BF5-64EB-97658898366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2" name="Arc 171">
                    <a:extLst>
                      <a:ext uri="{FF2B5EF4-FFF2-40B4-BE49-F238E27FC236}">
                        <a16:creationId xmlns:a16="http://schemas.microsoft.com/office/drawing/2014/main" id="{75E1EA00-E655-B8F9-3D9C-85F64436499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3" name="Oval 172">
                    <a:extLst>
                      <a:ext uri="{FF2B5EF4-FFF2-40B4-BE49-F238E27FC236}">
                        <a16:creationId xmlns:a16="http://schemas.microsoft.com/office/drawing/2014/main" id="{9830D5AA-B59B-B503-7222-B3D95D9E4A2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74" name="Arc 173">
                    <a:extLst>
                      <a:ext uri="{FF2B5EF4-FFF2-40B4-BE49-F238E27FC236}">
                        <a16:creationId xmlns:a16="http://schemas.microsoft.com/office/drawing/2014/main" id="{54929573-1A10-47FB-8AE5-D88DB0A7195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5" name="Arc 174">
                    <a:extLst>
                      <a:ext uri="{FF2B5EF4-FFF2-40B4-BE49-F238E27FC236}">
                        <a16:creationId xmlns:a16="http://schemas.microsoft.com/office/drawing/2014/main" id="{A9F52986-58B2-8958-805B-086EEB5034F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9F1F0876-924B-1C51-16C3-593479A496D5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840D2FD6-5AF3-2742-AA82-28FFBB5E73F6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9BEFC236-9FF0-E90F-0FE4-640FA783FCEE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66517EC6-D9F7-EDFD-518E-B3DBC1CB4AD4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52" name="Oval 151">
                  <a:extLst>
                    <a:ext uri="{FF2B5EF4-FFF2-40B4-BE49-F238E27FC236}">
                      <a16:creationId xmlns:a16="http://schemas.microsoft.com/office/drawing/2014/main" id="{1F534B6F-D447-66E8-E922-1B3187C81780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BD0A0025-092B-F31A-BF3F-57710A3F046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54" name="Oval 153">
                    <a:extLst>
                      <a:ext uri="{FF2B5EF4-FFF2-40B4-BE49-F238E27FC236}">
                        <a16:creationId xmlns:a16="http://schemas.microsoft.com/office/drawing/2014/main" id="{0E6D56E6-D3DC-81D9-C766-FCF0669FA5A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B206AAAD-89F5-48CD-CD44-F20269E5E56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6" name="Oval 155">
                    <a:extLst>
                      <a:ext uri="{FF2B5EF4-FFF2-40B4-BE49-F238E27FC236}">
                        <a16:creationId xmlns:a16="http://schemas.microsoft.com/office/drawing/2014/main" id="{BD8F023D-47C0-8069-AAE3-647B45746FCF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7" name="Oval 156">
                    <a:extLst>
                      <a:ext uri="{FF2B5EF4-FFF2-40B4-BE49-F238E27FC236}">
                        <a16:creationId xmlns:a16="http://schemas.microsoft.com/office/drawing/2014/main" id="{14C2EA68-79B4-0E31-E066-A1A45F98B9A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8" name="Arc 157">
                    <a:extLst>
                      <a:ext uri="{FF2B5EF4-FFF2-40B4-BE49-F238E27FC236}">
                        <a16:creationId xmlns:a16="http://schemas.microsoft.com/office/drawing/2014/main" id="{D4D89807-60B1-4502-D675-1701714A0D3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9AF7F3C8-2E88-620A-3BEE-4D5CD597FD5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0" name="Arc 159">
                    <a:extLst>
                      <a:ext uri="{FF2B5EF4-FFF2-40B4-BE49-F238E27FC236}">
                        <a16:creationId xmlns:a16="http://schemas.microsoft.com/office/drawing/2014/main" id="{AFA0088D-0C08-5C58-400B-5DBA5F533E4D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" name="Arc 160">
                    <a:extLst>
                      <a:ext uri="{FF2B5EF4-FFF2-40B4-BE49-F238E27FC236}">
                        <a16:creationId xmlns:a16="http://schemas.microsoft.com/office/drawing/2014/main" id="{BBCD69D5-84D7-09A6-582D-D93113354FF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39" name="Group 138">
                <a:extLst>
                  <a:ext uri="{FF2B5EF4-FFF2-40B4-BE49-F238E27FC236}">
                    <a16:creationId xmlns:a16="http://schemas.microsoft.com/office/drawing/2014/main" id="{942B0710-5EDF-E5E1-F4F5-2A3B5434B9B4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42" name="Oval 141">
                  <a:extLst>
                    <a:ext uri="{FF2B5EF4-FFF2-40B4-BE49-F238E27FC236}">
                      <a16:creationId xmlns:a16="http://schemas.microsoft.com/office/drawing/2014/main" id="{E92575E6-93FC-8BAF-E305-D1496549647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CB96D3F7-69B2-92A0-8CA2-6F13E8C24CA6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44" name="Oval 143">
                    <a:extLst>
                      <a:ext uri="{FF2B5EF4-FFF2-40B4-BE49-F238E27FC236}">
                        <a16:creationId xmlns:a16="http://schemas.microsoft.com/office/drawing/2014/main" id="{48C93978-D800-C963-4743-27A7F99C76FE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5" name="Oval 144">
                    <a:extLst>
                      <a:ext uri="{FF2B5EF4-FFF2-40B4-BE49-F238E27FC236}">
                        <a16:creationId xmlns:a16="http://schemas.microsoft.com/office/drawing/2014/main" id="{CD07BF4D-9EA7-CD1B-7788-FB652E5CD2E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6" name="Oval 145">
                    <a:extLst>
                      <a:ext uri="{FF2B5EF4-FFF2-40B4-BE49-F238E27FC236}">
                        <a16:creationId xmlns:a16="http://schemas.microsoft.com/office/drawing/2014/main" id="{BF50EA3A-304F-C611-A29E-D583EAC3ADD0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7" name="Oval 146">
                    <a:extLst>
                      <a:ext uri="{FF2B5EF4-FFF2-40B4-BE49-F238E27FC236}">
                        <a16:creationId xmlns:a16="http://schemas.microsoft.com/office/drawing/2014/main" id="{6A3020A2-7197-F4D1-DD3B-0F056BC5F95F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8" name="Arc 147">
                    <a:extLst>
                      <a:ext uri="{FF2B5EF4-FFF2-40B4-BE49-F238E27FC236}">
                        <a16:creationId xmlns:a16="http://schemas.microsoft.com/office/drawing/2014/main" id="{6194B28A-C5CF-8873-FB89-88609637E4E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9" name="Oval 148">
                    <a:extLst>
                      <a:ext uri="{FF2B5EF4-FFF2-40B4-BE49-F238E27FC236}">
                        <a16:creationId xmlns:a16="http://schemas.microsoft.com/office/drawing/2014/main" id="{C0D4FD7B-CD39-04EA-ED07-FE1133781D2E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0" name="Arc 149">
                    <a:extLst>
                      <a:ext uri="{FF2B5EF4-FFF2-40B4-BE49-F238E27FC236}">
                        <a16:creationId xmlns:a16="http://schemas.microsoft.com/office/drawing/2014/main" id="{CCE4C699-D03B-0D50-B656-C6128F39C217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1" name="Arc 150">
                    <a:extLst>
                      <a:ext uri="{FF2B5EF4-FFF2-40B4-BE49-F238E27FC236}">
                        <a16:creationId xmlns:a16="http://schemas.microsoft.com/office/drawing/2014/main" id="{B15DEF5B-7FBC-3355-13B0-BED78A5A12B2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DDCEFAB5-D570-93BC-EDD4-D9356B2299BC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5D8B7CEC-A664-BE0B-EECA-727DFE26BABA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A741E4F0-0A6D-E9EA-CAFB-688D05CAF5EE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130" name="Moon 129">
                <a:extLst>
                  <a:ext uri="{FF2B5EF4-FFF2-40B4-BE49-F238E27FC236}">
                    <a16:creationId xmlns:a16="http://schemas.microsoft.com/office/drawing/2014/main" id="{9F26453D-C5BD-CD96-F7E3-C15A29ED38E8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EBCD7F07-4234-F0AE-DC13-C32451D17E46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Oval 131">
                <a:extLst>
                  <a:ext uri="{FF2B5EF4-FFF2-40B4-BE49-F238E27FC236}">
                    <a16:creationId xmlns:a16="http://schemas.microsoft.com/office/drawing/2014/main" id="{AB4E59D0-0F04-1E59-F9BF-B273203BC5A3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Oval 132">
                <a:extLst>
                  <a:ext uri="{FF2B5EF4-FFF2-40B4-BE49-F238E27FC236}">
                    <a16:creationId xmlns:a16="http://schemas.microsoft.com/office/drawing/2014/main" id="{5CDA8B89-B881-EC6C-DFCD-834B1C315E52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D0BA6AD0-B0B2-68E9-A4A9-48B1AB50A166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CF1E468A-CE2B-4008-48D9-9C7AFD6CA458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Oval 135">
                <a:extLst>
                  <a:ext uri="{FF2B5EF4-FFF2-40B4-BE49-F238E27FC236}">
                    <a16:creationId xmlns:a16="http://schemas.microsoft.com/office/drawing/2014/main" id="{E95076FB-426D-721F-BEE2-5B1286A2B729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4FC1E59B-5275-BC53-B35A-0B6CF329A22A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FF37B8E-0CAE-0DFC-DBAA-81C5D2288990}"/>
              </a:ext>
            </a:extLst>
          </p:cNvPr>
          <p:cNvGrpSpPr/>
          <p:nvPr/>
        </p:nvGrpSpPr>
        <p:grpSpPr>
          <a:xfrm rot="7464527" flipH="1" flipV="1">
            <a:off x="7276529" y="4921097"/>
            <a:ext cx="144704" cy="348791"/>
            <a:chOff x="8901293" y="933753"/>
            <a:chExt cx="2135899" cy="5148330"/>
          </a:xfrm>
          <a:solidFill>
            <a:srgbClr val="00B100"/>
          </a:solidFill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560BAB1-CCC7-9F7B-12AF-31980A2939A1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DAF68D75-E36D-97E4-1B85-A06CBE3CE048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30F5421F-6A70-41BE-8D04-EE829B2BC67F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B7CCE930-EF4C-21E9-8605-040FAE2A682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F03556E4-94AF-DD57-7293-EF38D4107F55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20" name="Oval 119">
                    <a:extLst>
                      <a:ext uri="{FF2B5EF4-FFF2-40B4-BE49-F238E27FC236}">
                        <a16:creationId xmlns:a16="http://schemas.microsoft.com/office/drawing/2014/main" id="{DAD26BD2-5057-C792-0282-AEF29338A50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21" name="Oval 120">
                    <a:extLst>
                      <a:ext uri="{FF2B5EF4-FFF2-40B4-BE49-F238E27FC236}">
                        <a16:creationId xmlns:a16="http://schemas.microsoft.com/office/drawing/2014/main" id="{C6B93892-4AD5-D475-0665-05F0739E2550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22" name="Oval 121">
                    <a:extLst>
                      <a:ext uri="{FF2B5EF4-FFF2-40B4-BE49-F238E27FC236}">
                        <a16:creationId xmlns:a16="http://schemas.microsoft.com/office/drawing/2014/main" id="{AE125AB3-0612-00EE-6F92-F608606CB671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23" name="Arc 122">
                    <a:extLst>
                      <a:ext uri="{FF2B5EF4-FFF2-40B4-BE49-F238E27FC236}">
                        <a16:creationId xmlns:a16="http://schemas.microsoft.com/office/drawing/2014/main" id="{64036C3D-E23F-5FD0-6F6F-2E8D02676D1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4" name="Oval 123">
                    <a:extLst>
                      <a:ext uri="{FF2B5EF4-FFF2-40B4-BE49-F238E27FC236}">
                        <a16:creationId xmlns:a16="http://schemas.microsoft.com/office/drawing/2014/main" id="{9296CE47-E093-660A-3352-B986A17E341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25" name="Arc 124">
                    <a:extLst>
                      <a:ext uri="{FF2B5EF4-FFF2-40B4-BE49-F238E27FC236}">
                        <a16:creationId xmlns:a16="http://schemas.microsoft.com/office/drawing/2014/main" id="{2FD65711-15B4-5EFD-EC10-9059F91E313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6" name="Arc 125">
                    <a:extLst>
                      <a:ext uri="{FF2B5EF4-FFF2-40B4-BE49-F238E27FC236}">
                        <a16:creationId xmlns:a16="http://schemas.microsoft.com/office/drawing/2014/main" id="{9005EBF2-FEBB-9995-707B-116DFB0FEC6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4" name="Group 103">
                <a:extLst>
                  <a:ext uri="{FF2B5EF4-FFF2-40B4-BE49-F238E27FC236}">
                    <a16:creationId xmlns:a16="http://schemas.microsoft.com/office/drawing/2014/main" id="{F98E440D-7268-2881-4D76-8B3073339A09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7" name="Oval 106">
                  <a:extLst>
                    <a:ext uri="{FF2B5EF4-FFF2-40B4-BE49-F238E27FC236}">
                      <a16:creationId xmlns:a16="http://schemas.microsoft.com/office/drawing/2014/main" id="{80CEEF1D-7D9E-33DD-A781-DEA0C1DA7732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8" name="Group 107">
                  <a:extLst>
                    <a:ext uri="{FF2B5EF4-FFF2-40B4-BE49-F238E27FC236}">
                      <a16:creationId xmlns:a16="http://schemas.microsoft.com/office/drawing/2014/main" id="{2370F16D-A459-BFA8-16AE-DBF951746746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9" name="Oval 108">
                    <a:extLst>
                      <a:ext uri="{FF2B5EF4-FFF2-40B4-BE49-F238E27FC236}">
                        <a16:creationId xmlns:a16="http://schemas.microsoft.com/office/drawing/2014/main" id="{F8D0E21C-E075-AE95-1288-08F4FA45AFF5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10" name="Oval 109">
                    <a:extLst>
                      <a:ext uri="{FF2B5EF4-FFF2-40B4-BE49-F238E27FC236}">
                        <a16:creationId xmlns:a16="http://schemas.microsoft.com/office/drawing/2014/main" id="{B55C43D5-061A-3C59-2794-2AF8F14A8D2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11" name="Oval 110">
                    <a:extLst>
                      <a:ext uri="{FF2B5EF4-FFF2-40B4-BE49-F238E27FC236}">
                        <a16:creationId xmlns:a16="http://schemas.microsoft.com/office/drawing/2014/main" id="{17AED793-CB6E-F8F1-735A-8FE686DEFD66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12" name="Oval 111">
                    <a:extLst>
                      <a:ext uri="{FF2B5EF4-FFF2-40B4-BE49-F238E27FC236}">
                        <a16:creationId xmlns:a16="http://schemas.microsoft.com/office/drawing/2014/main" id="{CCA5677E-9634-2C00-EF8D-F7253DFA253A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13" name="Arc 112">
                    <a:extLst>
                      <a:ext uri="{FF2B5EF4-FFF2-40B4-BE49-F238E27FC236}">
                        <a16:creationId xmlns:a16="http://schemas.microsoft.com/office/drawing/2014/main" id="{CC41DB77-1244-1C54-CED3-BE75D2D67D9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" name="Oval 113">
                    <a:extLst>
                      <a:ext uri="{FF2B5EF4-FFF2-40B4-BE49-F238E27FC236}">
                        <a16:creationId xmlns:a16="http://schemas.microsoft.com/office/drawing/2014/main" id="{D3C765FC-4094-363B-4A7B-2A506E42EF32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15" name="Arc 114">
                    <a:extLst>
                      <a:ext uri="{FF2B5EF4-FFF2-40B4-BE49-F238E27FC236}">
                        <a16:creationId xmlns:a16="http://schemas.microsoft.com/office/drawing/2014/main" id="{088B9E84-1102-F73D-3686-00C3A4388B59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" name="Arc 115">
                    <a:extLst>
                      <a:ext uri="{FF2B5EF4-FFF2-40B4-BE49-F238E27FC236}">
                        <a16:creationId xmlns:a16="http://schemas.microsoft.com/office/drawing/2014/main" id="{BB779854-D5C5-5165-4C9A-E52DF8770BA6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6187759B-D496-3131-8D87-13D477F27A7E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F8FB0789-B397-CF8C-A8E9-226365A2EA8C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E0A66F9-F442-EB07-AA52-849AE0EFAD57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F65548E-ECEF-2474-D5F5-CA6E72806F05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F83CA2F6-2F6C-8E14-51D6-C54AF4816EBF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4" name="Group 93">
                  <a:extLst>
                    <a:ext uri="{FF2B5EF4-FFF2-40B4-BE49-F238E27FC236}">
                      <a16:creationId xmlns:a16="http://schemas.microsoft.com/office/drawing/2014/main" id="{7601237E-9A05-D4F6-7D95-FC93B6C8C1D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50B802E7-B6F3-2052-D093-D4487CAE682E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6" name="Oval 95">
                    <a:extLst>
                      <a:ext uri="{FF2B5EF4-FFF2-40B4-BE49-F238E27FC236}">
                        <a16:creationId xmlns:a16="http://schemas.microsoft.com/office/drawing/2014/main" id="{8846B7AE-02D2-F7D3-AFFA-9A24A68008F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" name="Oval 96">
                    <a:extLst>
                      <a:ext uri="{FF2B5EF4-FFF2-40B4-BE49-F238E27FC236}">
                        <a16:creationId xmlns:a16="http://schemas.microsoft.com/office/drawing/2014/main" id="{E1029E51-B594-975D-A7E8-0222AFE140C2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" name="Oval 97">
                    <a:extLst>
                      <a:ext uri="{FF2B5EF4-FFF2-40B4-BE49-F238E27FC236}">
                        <a16:creationId xmlns:a16="http://schemas.microsoft.com/office/drawing/2014/main" id="{830A07E1-3529-DC06-AEA8-37D704F9CF6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9" name="Arc 98">
                    <a:extLst>
                      <a:ext uri="{FF2B5EF4-FFF2-40B4-BE49-F238E27FC236}">
                        <a16:creationId xmlns:a16="http://schemas.microsoft.com/office/drawing/2014/main" id="{CB756BCC-238D-0416-7B5B-B1293C5E6AFA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" name="Oval 99">
                    <a:extLst>
                      <a:ext uri="{FF2B5EF4-FFF2-40B4-BE49-F238E27FC236}">
                        <a16:creationId xmlns:a16="http://schemas.microsoft.com/office/drawing/2014/main" id="{D5898FBE-57C9-2D1B-611F-5A3E9EBA60B9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1" name="Arc 100">
                    <a:extLst>
                      <a:ext uri="{FF2B5EF4-FFF2-40B4-BE49-F238E27FC236}">
                        <a16:creationId xmlns:a16="http://schemas.microsoft.com/office/drawing/2014/main" id="{9B56B9F1-3125-F789-D549-BAF353683E00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" name="Arc 101">
                    <a:extLst>
                      <a:ext uri="{FF2B5EF4-FFF2-40B4-BE49-F238E27FC236}">
                        <a16:creationId xmlns:a16="http://schemas.microsoft.com/office/drawing/2014/main" id="{F08BE6BF-7B3B-11DA-1736-C40F3D8840F1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5C0A234E-C1A2-24AD-2B31-444BC5B307B7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C7822B71-E12E-6361-2455-D9508AE71CC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46E5704F-513A-E5AC-776C-75FF7117AF0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0AA127EB-217B-672F-F08A-1932BD1679E2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6" name="Oval 85">
                    <a:extLst>
                      <a:ext uri="{FF2B5EF4-FFF2-40B4-BE49-F238E27FC236}">
                        <a16:creationId xmlns:a16="http://schemas.microsoft.com/office/drawing/2014/main" id="{F7DD6130-E23C-CCE8-3B00-7C171C5061F0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C5B13EF2-2A60-9520-314A-EDEBD5565741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" name="Oval 87">
                    <a:extLst>
                      <a:ext uri="{FF2B5EF4-FFF2-40B4-BE49-F238E27FC236}">
                        <a16:creationId xmlns:a16="http://schemas.microsoft.com/office/drawing/2014/main" id="{69AE5812-1142-6C43-73FF-8EE1BBDD296F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" name="Arc 88">
                    <a:extLst>
                      <a:ext uri="{FF2B5EF4-FFF2-40B4-BE49-F238E27FC236}">
                        <a16:creationId xmlns:a16="http://schemas.microsoft.com/office/drawing/2014/main" id="{63CF7540-4923-3ED8-DE8B-5653059C5283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" name="Oval 89">
                    <a:extLst>
                      <a:ext uri="{FF2B5EF4-FFF2-40B4-BE49-F238E27FC236}">
                        <a16:creationId xmlns:a16="http://schemas.microsoft.com/office/drawing/2014/main" id="{B1B32A3A-FC25-DB17-319C-00F74AC1B0A4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" name="Arc 90">
                    <a:extLst>
                      <a:ext uri="{FF2B5EF4-FFF2-40B4-BE49-F238E27FC236}">
                        <a16:creationId xmlns:a16="http://schemas.microsoft.com/office/drawing/2014/main" id="{CAFDA66A-ADA5-F157-82FA-A5EF0293AD9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" name="Arc 91">
                    <a:extLst>
                      <a:ext uri="{FF2B5EF4-FFF2-40B4-BE49-F238E27FC236}">
                        <a16:creationId xmlns:a16="http://schemas.microsoft.com/office/drawing/2014/main" id="{045261AB-8166-BBED-C284-59F663E0939A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1C88676B-3340-8502-4E82-ACF33854410D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34DED4CD-84CC-30C6-61DB-2C728AEBFE4B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BDBAAB7F-A59D-F88F-05EF-DAC7F9F3678F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71" name="Moon 70">
                <a:extLst>
                  <a:ext uri="{FF2B5EF4-FFF2-40B4-BE49-F238E27FC236}">
                    <a16:creationId xmlns:a16="http://schemas.microsoft.com/office/drawing/2014/main" id="{3943F959-B00C-2462-C025-4C6FD4597506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FC2B0A3A-7F51-B288-88EE-51669C21C269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AAA84B1B-295B-41D8-0256-DC9DF13B9D80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A93F3B61-ED8F-6F05-8CFD-047CD7059B70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BE9607E1-FC20-6F1C-BFEA-DEF2873A5415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EE6B3ECA-0C40-453D-44E7-5137BB5714B4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9BDA9F82-CEFE-9D81-7EA9-CECAF8314B2A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31AAB1E3-B6AC-A99E-52DF-B49A05B83551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F49DFEE-329C-D1ED-06D9-18368ABA2C1F}"/>
              </a:ext>
            </a:extLst>
          </p:cNvPr>
          <p:cNvSpPr txBox="1"/>
          <p:nvPr/>
        </p:nvSpPr>
        <p:spPr>
          <a:xfrm>
            <a:off x="4440452" y="75171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pIgR</a:t>
            </a:r>
            <a:endParaRPr lang="en-US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F3EBAA7-5D36-90A0-2C03-56E4D2DDB35D}"/>
              </a:ext>
            </a:extLst>
          </p:cNvPr>
          <p:cNvGrpSpPr/>
          <p:nvPr/>
        </p:nvGrpSpPr>
        <p:grpSpPr>
          <a:xfrm rot="10800000">
            <a:off x="5360183" y="5688626"/>
            <a:ext cx="45719" cy="375264"/>
            <a:chOff x="6686062" y="3899868"/>
            <a:chExt cx="74130" cy="410527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1B9E1FAF-943F-318F-C508-3506EAEE70FC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ounded Rectangle 62">
              <a:extLst>
                <a:ext uri="{FF2B5EF4-FFF2-40B4-BE49-F238E27FC236}">
                  <a16:creationId xmlns:a16="http://schemas.microsoft.com/office/drawing/2014/main" id="{656199D7-4198-6145-C55F-7FF845426E6F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8F2A23E0-A981-9F1B-543C-38CD05A00E61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ounded Rectangle 64">
              <a:extLst>
                <a:ext uri="{FF2B5EF4-FFF2-40B4-BE49-F238E27FC236}">
                  <a16:creationId xmlns:a16="http://schemas.microsoft.com/office/drawing/2014/main" id="{4D2C13FD-5B99-BB17-E3E4-30F31849EF47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EC0C9CE-19BF-9054-1762-6C63DD5C8EA5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BB136C3-8655-604D-B1F6-7C8986096592}"/>
                </a:ext>
              </a:extLst>
            </p:cNvPr>
            <p:cNvCxnSpPr>
              <a:cxnSpLocks/>
              <a:stCxn id="62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D03EF9E2-6372-7D29-2ECC-9BA0A3D3F1DA}"/>
              </a:ext>
            </a:extLst>
          </p:cNvPr>
          <p:cNvSpPr txBox="1"/>
          <p:nvPr/>
        </p:nvSpPr>
        <p:spPr>
          <a:xfrm>
            <a:off x="5301193" y="5670401"/>
            <a:ext cx="1450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polymeric IgA transport receptor</a:t>
            </a:r>
          </a:p>
        </p:txBody>
      </p:sp>
      <p:sp>
        <p:nvSpPr>
          <p:cNvPr id="1484" name="Rounded Rectangle 1483">
            <a:extLst>
              <a:ext uri="{FF2B5EF4-FFF2-40B4-BE49-F238E27FC236}">
                <a16:creationId xmlns:a16="http://schemas.microsoft.com/office/drawing/2014/main" id="{1EBA9B79-4A07-653C-2B09-6413952DF493}"/>
              </a:ext>
            </a:extLst>
          </p:cNvPr>
          <p:cNvSpPr/>
          <p:nvPr/>
        </p:nvSpPr>
        <p:spPr>
          <a:xfrm rot="5400000">
            <a:off x="7328938" y="5061934"/>
            <a:ext cx="44815" cy="62419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5" name="Rounded Rectangle 1484">
            <a:extLst>
              <a:ext uri="{FF2B5EF4-FFF2-40B4-BE49-F238E27FC236}">
                <a16:creationId xmlns:a16="http://schemas.microsoft.com/office/drawing/2014/main" id="{7B693328-1B2E-4900-31D6-095810FCB072}"/>
              </a:ext>
            </a:extLst>
          </p:cNvPr>
          <p:cNvSpPr/>
          <p:nvPr/>
        </p:nvSpPr>
        <p:spPr>
          <a:xfrm rot="5400000">
            <a:off x="7530270" y="3917277"/>
            <a:ext cx="44815" cy="62419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6" name="Rounded Rectangle 1485">
            <a:extLst>
              <a:ext uri="{FF2B5EF4-FFF2-40B4-BE49-F238E27FC236}">
                <a16:creationId xmlns:a16="http://schemas.microsoft.com/office/drawing/2014/main" id="{D27FCF9A-3293-2264-8B74-7F78478515A6}"/>
              </a:ext>
            </a:extLst>
          </p:cNvPr>
          <p:cNvSpPr/>
          <p:nvPr/>
        </p:nvSpPr>
        <p:spPr>
          <a:xfrm rot="5400000">
            <a:off x="7775937" y="3213577"/>
            <a:ext cx="44815" cy="62419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7" name="Rounded Rectangle 1486">
            <a:extLst>
              <a:ext uri="{FF2B5EF4-FFF2-40B4-BE49-F238E27FC236}">
                <a16:creationId xmlns:a16="http://schemas.microsoft.com/office/drawing/2014/main" id="{CD632E14-788E-8C40-881E-9B061C990937}"/>
              </a:ext>
            </a:extLst>
          </p:cNvPr>
          <p:cNvSpPr/>
          <p:nvPr/>
        </p:nvSpPr>
        <p:spPr>
          <a:xfrm rot="5400000">
            <a:off x="7253456" y="2607540"/>
            <a:ext cx="44815" cy="62419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0" name="TextBox 1489">
            <a:extLst>
              <a:ext uri="{FF2B5EF4-FFF2-40B4-BE49-F238E27FC236}">
                <a16:creationId xmlns:a16="http://schemas.microsoft.com/office/drawing/2014/main" id="{53EEA071-0CE9-90DE-EC80-B814DA76559A}"/>
              </a:ext>
            </a:extLst>
          </p:cNvPr>
          <p:cNvSpPr txBox="1"/>
          <p:nvPr/>
        </p:nvSpPr>
        <p:spPr>
          <a:xfrm>
            <a:off x="2784043" y="1383966"/>
            <a:ext cx="182184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Respiratory </a:t>
            </a:r>
          </a:p>
          <a:p>
            <a:pPr algn="ctr"/>
            <a:r>
              <a:rPr lang="en-US" dirty="0"/>
              <a:t>mucosal tissue</a:t>
            </a:r>
          </a:p>
          <a:p>
            <a:pPr algn="ctr"/>
            <a:r>
              <a:rPr lang="en-US" dirty="0"/>
              <a:t>(production site)</a:t>
            </a:r>
          </a:p>
        </p:txBody>
      </p:sp>
      <p:sp>
        <p:nvSpPr>
          <p:cNvPr id="1491" name="Rounded Rectangle 1490">
            <a:extLst>
              <a:ext uri="{FF2B5EF4-FFF2-40B4-BE49-F238E27FC236}">
                <a16:creationId xmlns:a16="http://schemas.microsoft.com/office/drawing/2014/main" id="{2C9B2CBB-A47C-5935-DC6E-23789C0B2FD3}"/>
              </a:ext>
            </a:extLst>
          </p:cNvPr>
          <p:cNvSpPr/>
          <p:nvPr/>
        </p:nvSpPr>
        <p:spPr>
          <a:xfrm rot="5400000">
            <a:off x="5247738" y="544141"/>
            <a:ext cx="1034793" cy="13983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2" name="Freeform 1491">
            <a:extLst>
              <a:ext uri="{FF2B5EF4-FFF2-40B4-BE49-F238E27FC236}">
                <a16:creationId xmlns:a16="http://schemas.microsoft.com/office/drawing/2014/main" id="{2E93827E-6584-8B56-0FBB-D821CF9B849A}"/>
              </a:ext>
            </a:extLst>
          </p:cNvPr>
          <p:cNvSpPr/>
          <p:nvPr/>
        </p:nvSpPr>
        <p:spPr>
          <a:xfrm rot="5400000">
            <a:off x="6273816" y="940562"/>
            <a:ext cx="912036" cy="610268"/>
          </a:xfrm>
          <a:custGeom>
            <a:avLst/>
            <a:gdLst>
              <a:gd name="csX0" fmla="*/ 0 w 934342"/>
              <a:gd name="csY0" fmla="*/ 485425 h 645742"/>
              <a:gd name="csX1" fmla="*/ 77190 w 934342"/>
              <a:gd name="csY1" fmla="*/ 402298 h 645742"/>
              <a:gd name="csX2" fmla="*/ 95003 w 934342"/>
              <a:gd name="csY2" fmla="*/ 40100 h 645742"/>
              <a:gd name="csX3" fmla="*/ 118753 w 934342"/>
              <a:gd name="csY3" fmla="*/ 10412 h 645742"/>
              <a:gd name="csX4" fmla="*/ 160317 w 934342"/>
              <a:gd name="csY4" fmla="*/ 51976 h 645742"/>
              <a:gd name="csX5" fmla="*/ 160317 w 934342"/>
              <a:gd name="csY5" fmla="*/ 437924 h 645742"/>
              <a:gd name="csX6" fmla="*/ 219693 w 934342"/>
              <a:gd name="csY6" fmla="*/ 509176 h 645742"/>
              <a:gd name="csX7" fmla="*/ 273132 w 934342"/>
              <a:gd name="csY7" fmla="*/ 426049 h 645742"/>
              <a:gd name="csX8" fmla="*/ 273132 w 934342"/>
              <a:gd name="csY8" fmla="*/ 57913 h 645742"/>
              <a:gd name="csX9" fmla="*/ 326571 w 934342"/>
              <a:gd name="csY9" fmla="*/ 16350 h 645742"/>
              <a:gd name="csX10" fmla="*/ 356260 w 934342"/>
              <a:gd name="csY10" fmla="*/ 93539 h 645742"/>
              <a:gd name="csX11" fmla="*/ 356260 w 934342"/>
              <a:gd name="csY11" fmla="*/ 467612 h 645742"/>
              <a:gd name="csX12" fmla="*/ 463138 w 934342"/>
              <a:gd name="csY12" fmla="*/ 491363 h 645742"/>
              <a:gd name="csX13" fmla="*/ 469075 w 934342"/>
              <a:gd name="csY13" fmla="*/ 63851 h 645742"/>
              <a:gd name="csX14" fmla="*/ 504701 w 934342"/>
              <a:gd name="csY14" fmla="*/ 22287 h 645742"/>
              <a:gd name="csX15" fmla="*/ 552203 w 934342"/>
              <a:gd name="csY15" fmla="*/ 81664 h 645742"/>
              <a:gd name="csX16" fmla="*/ 581891 w 934342"/>
              <a:gd name="csY16" fmla="*/ 503238 h 645742"/>
              <a:gd name="csX17" fmla="*/ 665018 w 934342"/>
              <a:gd name="csY17" fmla="*/ 437924 h 645742"/>
              <a:gd name="csX18" fmla="*/ 665018 w 934342"/>
              <a:gd name="csY18" fmla="*/ 75726 h 645742"/>
              <a:gd name="csX19" fmla="*/ 742208 w 934342"/>
              <a:gd name="csY19" fmla="*/ 46038 h 645742"/>
              <a:gd name="csX20" fmla="*/ 748145 w 934342"/>
              <a:gd name="csY20" fmla="*/ 265732 h 645742"/>
              <a:gd name="csX21" fmla="*/ 765958 w 934342"/>
              <a:gd name="csY21" fmla="*/ 479487 h 645742"/>
              <a:gd name="csX22" fmla="*/ 843148 w 934342"/>
              <a:gd name="csY22" fmla="*/ 473550 h 645742"/>
              <a:gd name="csX23" fmla="*/ 866899 w 934342"/>
              <a:gd name="csY23" fmla="*/ 69789 h 645742"/>
              <a:gd name="csX24" fmla="*/ 926275 w 934342"/>
              <a:gd name="csY24" fmla="*/ 75726 h 645742"/>
              <a:gd name="csX25" fmla="*/ 932213 w 934342"/>
              <a:gd name="csY25" fmla="*/ 645742 h 645742"/>
              <a:gd name="csX0" fmla="*/ 0 w 903080"/>
              <a:gd name="csY0" fmla="*/ 575302 h 645742"/>
              <a:gd name="csX1" fmla="*/ 45928 w 903080"/>
              <a:gd name="csY1" fmla="*/ 402298 h 645742"/>
              <a:gd name="csX2" fmla="*/ 63741 w 903080"/>
              <a:gd name="csY2" fmla="*/ 40100 h 645742"/>
              <a:gd name="csX3" fmla="*/ 87491 w 903080"/>
              <a:gd name="csY3" fmla="*/ 10412 h 645742"/>
              <a:gd name="csX4" fmla="*/ 129055 w 903080"/>
              <a:gd name="csY4" fmla="*/ 51976 h 645742"/>
              <a:gd name="csX5" fmla="*/ 129055 w 903080"/>
              <a:gd name="csY5" fmla="*/ 437924 h 645742"/>
              <a:gd name="csX6" fmla="*/ 188431 w 903080"/>
              <a:gd name="csY6" fmla="*/ 509176 h 645742"/>
              <a:gd name="csX7" fmla="*/ 241870 w 903080"/>
              <a:gd name="csY7" fmla="*/ 426049 h 645742"/>
              <a:gd name="csX8" fmla="*/ 241870 w 903080"/>
              <a:gd name="csY8" fmla="*/ 57913 h 645742"/>
              <a:gd name="csX9" fmla="*/ 295309 w 903080"/>
              <a:gd name="csY9" fmla="*/ 16350 h 645742"/>
              <a:gd name="csX10" fmla="*/ 324998 w 903080"/>
              <a:gd name="csY10" fmla="*/ 93539 h 645742"/>
              <a:gd name="csX11" fmla="*/ 324998 w 903080"/>
              <a:gd name="csY11" fmla="*/ 467612 h 645742"/>
              <a:gd name="csX12" fmla="*/ 431876 w 903080"/>
              <a:gd name="csY12" fmla="*/ 491363 h 645742"/>
              <a:gd name="csX13" fmla="*/ 437813 w 903080"/>
              <a:gd name="csY13" fmla="*/ 63851 h 645742"/>
              <a:gd name="csX14" fmla="*/ 473439 w 903080"/>
              <a:gd name="csY14" fmla="*/ 22287 h 645742"/>
              <a:gd name="csX15" fmla="*/ 520941 w 903080"/>
              <a:gd name="csY15" fmla="*/ 81664 h 645742"/>
              <a:gd name="csX16" fmla="*/ 550629 w 903080"/>
              <a:gd name="csY16" fmla="*/ 503238 h 645742"/>
              <a:gd name="csX17" fmla="*/ 633756 w 903080"/>
              <a:gd name="csY17" fmla="*/ 437924 h 645742"/>
              <a:gd name="csX18" fmla="*/ 633756 w 903080"/>
              <a:gd name="csY18" fmla="*/ 75726 h 645742"/>
              <a:gd name="csX19" fmla="*/ 710946 w 903080"/>
              <a:gd name="csY19" fmla="*/ 46038 h 645742"/>
              <a:gd name="csX20" fmla="*/ 716883 w 903080"/>
              <a:gd name="csY20" fmla="*/ 265732 h 645742"/>
              <a:gd name="csX21" fmla="*/ 734696 w 903080"/>
              <a:gd name="csY21" fmla="*/ 479487 h 645742"/>
              <a:gd name="csX22" fmla="*/ 811886 w 903080"/>
              <a:gd name="csY22" fmla="*/ 473550 h 645742"/>
              <a:gd name="csX23" fmla="*/ 835637 w 903080"/>
              <a:gd name="csY23" fmla="*/ 69789 h 645742"/>
              <a:gd name="csX24" fmla="*/ 895013 w 903080"/>
              <a:gd name="csY24" fmla="*/ 75726 h 645742"/>
              <a:gd name="csX25" fmla="*/ 900951 w 903080"/>
              <a:gd name="csY25" fmla="*/ 645742 h 645742"/>
              <a:gd name="csX0" fmla="*/ 0 w 902297"/>
              <a:gd name="csY0" fmla="*/ 575302 h 646159"/>
              <a:gd name="csX1" fmla="*/ 45928 w 902297"/>
              <a:gd name="csY1" fmla="*/ 402298 h 646159"/>
              <a:gd name="csX2" fmla="*/ 63741 w 902297"/>
              <a:gd name="csY2" fmla="*/ 40100 h 646159"/>
              <a:gd name="csX3" fmla="*/ 87491 w 902297"/>
              <a:gd name="csY3" fmla="*/ 10412 h 646159"/>
              <a:gd name="csX4" fmla="*/ 129055 w 902297"/>
              <a:gd name="csY4" fmla="*/ 51976 h 646159"/>
              <a:gd name="csX5" fmla="*/ 129055 w 902297"/>
              <a:gd name="csY5" fmla="*/ 437924 h 646159"/>
              <a:gd name="csX6" fmla="*/ 188431 w 902297"/>
              <a:gd name="csY6" fmla="*/ 509176 h 646159"/>
              <a:gd name="csX7" fmla="*/ 241870 w 902297"/>
              <a:gd name="csY7" fmla="*/ 426049 h 646159"/>
              <a:gd name="csX8" fmla="*/ 241870 w 902297"/>
              <a:gd name="csY8" fmla="*/ 57913 h 646159"/>
              <a:gd name="csX9" fmla="*/ 295309 w 902297"/>
              <a:gd name="csY9" fmla="*/ 16350 h 646159"/>
              <a:gd name="csX10" fmla="*/ 324998 w 902297"/>
              <a:gd name="csY10" fmla="*/ 93539 h 646159"/>
              <a:gd name="csX11" fmla="*/ 324998 w 902297"/>
              <a:gd name="csY11" fmla="*/ 467612 h 646159"/>
              <a:gd name="csX12" fmla="*/ 431876 w 902297"/>
              <a:gd name="csY12" fmla="*/ 491363 h 646159"/>
              <a:gd name="csX13" fmla="*/ 437813 w 902297"/>
              <a:gd name="csY13" fmla="*/ 63851 h 646159"/>
              <a:gd name="csX14" fmla="*/ 473439 w 902297"/>
              <a:gd name="csY14" fmla="*/ 22287 h 646159"/>
              <a:gd name="csX15" fmla="*/ 520941 w 902297"/>
              <a:gd name="csY15" fmla="*/ 81664 h 646159"/>
              <a:gd name="csX16" fmla="*/ 550629 w 902297"/>
              <a:gd name="csY16" fmla="*/ 503238 h 646159"/>
              <a:gd name="csX17" fmla="*/ 633756 w 902297"/>
              <a:gd name="csY17" fmla="*/ 437924 h 646159"/>
              <a:gd name="csX18" fmla="*/ 633756 w 902297"/>
              <a:gd name="csY18" fmla="*/ 75726 h 646159"/>
              <a:gd name="csX19" fmla="*/ 710946 w 902297"/>
              <a:gd name="csY19" fmla="*/ 46038 h 646159"/>
              <a:gd name="csX20" fmla="*/ 716883 w 902297"/>
              <a:gd name="csY20" fmla="*/ 265732 h 646159"/>
              <a:gd name="csX21" fmla="*/ 734696 w 902297"/>
              <a:gd name="csY21" fmla="*/ 479487 h 646159"/>
              <a:gd name="csX22" fmla="*/ 811886 w 902297"/>
              <a:gd name="csY22" fmla="*/ 473550 h 646159"/>
              <a:gd name="csX23" fmla="*/ 835637 w 902297"/>
              <a:gd name="csY23" fmla="*/ 69789 h 646159"/>
              <a:gd name="csX24" fmla="*/ 895013 w 902297"/>
              <a:gd name="csY24" fmla="*/ 75726 h 646159"/>
              <a:gd name="csX25" fmla="*/ 901964 w 902297"/>
              <a:gd name="csY25" fmla="*/ 582104 h 646159"/>
              <a:gd name="csX26" fmla="*/ 900951 w 902297"/>
              <a:gd name="csY26" fmla="*/ 645742 h 646159"/>
              <a:gd name="csX0" fmla="*/ 0 w 902297"/>
              <a:gd name="csY0" fmla="*/ 575302 h 637726"/>
              <a:gd name="csX1" fmla="*/ 45928 w 902297"/>
              <a:gd name="csY1" fmla="*/ 402298 h 637726"/>
              <a:gd name="csX2" fmla="*/ 63741 w 902297"/>
              <a:gd name="csY2" fmla="*/ 40100 h 637726"/>
              <a:gd name="csX3" fmla="*/ 87491 w 902297"/>
              <a:gd name="csY3" fmla="*/ 10412 h 637726"/>
              <a:gd name="csX4" fmla="*/ 129055 w 902297"/>
              <a:gd name="csY4" fmla="*/ 51976 h 637726"/>
              <a:gd name="csX5" fmla="*/ 129055 w 902297"/>
              <a:gd name="csY5" fmla="*/ 437924 h 637726"/>
              <a:gd name="csX6" fmla="*/ 188431 w 902297"/>
              <a:gd name="csY6" fmla="*/ 509176 h 637726"/>
              <a:gd name="csX7" fmla="*/ 241870 w 902297"/>
              <a:gd name="csY7" fmla="*/ 426049 h 637726"/>
              <a:gd name="csX8" fmla="*/ 241870 w 902297"/>
              <a:gd name="csY8" fmla="*/ 57913 h 637726"/>
              <a:gd name="csX9" fmla="*/ 295309 w 902297"/>
              <a:gd name="csY9" fmla="*/ 16350 h 637726"/>
              <a:gd name="csX10" fmla="*/ 324998 w 902297"/>
              <a:gd name="csY10" fmla="*/ 93539 h 637726"/>
              <a:gd name="csX11" fmla="*/ 324998 w 902297"/>
              <a:gd name="csY11" fmla="*/ 467612 h 637726"/>
              <a:gd name="csX12" fmla="*/ 431876 w 902297"/>
              <a:gd name="csY12" fmla="*/ 491363 h 637726"/>
              <a:gd name="csX13" fmla="*/ 437813 w 902297"/>
              <a:gd name="csY13" fmla="*/ 63851 h 637726"/>
              <a:gd name="csX14" fmla="*/ 473439 w 902297"/>
              <a:gd name="csY14" fmla="*/ 22287 h 637726"/>
              <a:gd name="csX15" fmla="*/ 520941 w 902297"/>
              <a:gd name="csY15" fmla="*/ 81664 h 637726"/>
              <a:gd name="csX16" fmla="*/ 550629 w 902297"/>
              <a:gd name="csY16" fmla="*/ 503238 h 637726"/>
              <a:gd name="csX17" fmla="*/ 633756 w 902297"/>
              <a:gd name="csY17" fmla="*/ 437924 h 637726"/>
              <a:gd name="csX18" fmla="*/ 633756 w 902297"/>
              <a:gd name="csY18" fmla="*/ 75726 h 637726"/>
              <a:gd name="csX19" fmla="*/ 710946 w 902297"/>
              <a:gd name="csY19" fmla="*/ 46038 h 637726"/>
              <a:gd name="csX20" fmla="*/ 716883 w 902297"/>
              <a:gd name="csY20" fmla="*/ 265732 h 637726"/>
              <a:gd name="csX21" fmla="*/ 734696 w 902297"/>
              <a:gd name="csY21" fmla="*/ 479487 h 637726"/>
              <a:gd name="csX22" fmla="*/ 811886 w 902297"/>
              <a:gd name="csY22" fmla="*/ 473550 h 637726"/>
              <a:gd name="csX23" fmla="*/ 835637 w 902297"/>
              <a:gd name="csY23" fmla="*/ 69789 h 637726"/>
              <a:gd name="csX24" fmla="*/ 895013 w 902297"/>
              <a:gd name="csY24" fmla="*/ 75726 h 637726"/>
              <a:gd name="csX25" fmla="*/ 901964 w 902297"/>
              <a:gd name="csY25" fmla="*/ 582104 h 637726"/>
              <a:gd name="csX26" fmla="*/ 181 w 902297"/>
              <a:gd name="csY26" fmla="*/ 629833 h 637726"/>
              <a:gd name="csX0" fmla="*/ 0 w 902297"/>
              <a:gd name="csY0" fmla="*/ 575302 h 621152"/>
              <a:gd name="csX1" fmla="*/ 45928 w 902297"/>
              <a:gd name="csY1" fmla="*/ 402298 h 621152"/>
              <a:gd name="csX2" fmla="*/ 63741 w 902297"/>
              <a:gd name="csY2" fmla="*/ 40100 h 621152"/>
              <a:gd name="csX3" fmla="*/ 87491 w 902297"/>
              <a:gd name="csY3" fmla="*/ 10412 h 621152"/>
              <a:gd name="csX4" fmla="*/ 129055 w 902297"/>
              <a:gd name="csY4" fmla="*/ 51976 h 621152"/>
              <a:gd name="csX5" fmla="*/ 129055 w 902297"/>
              <a:gd name="csY5" fmla="*/ 437924 h 621152"/>
              <a:gd name="csX6" fmla="*/ 188431 w 902297"/>
              <a:gd name="csY6" fmla="*/ 509176 h 621152"/>
              <a:gd name="csX7" fmla="*/ 241870 w 902297"/>
              <a:gd name="csY7" fmla="*/ 426049 h 621152"/>
              <a:gd name="csX8" fmla="*/ 241870 w 902297"/>
              <a:gd name="csY8" fmla="*/ 57913 h 621152"/>
              <a:gd name="csX9" fmla="*/ 295309 w 902297"/>
              <a:gd name="csY9" fmla="*/ 16350 h 621152"/>
              <a:gd name="csX10" fmla="*/ 324998 w 902297"/>
              <a:gd name="csY10" fmla="*/ 93539 h 621152"/>
              <a:gd name="csX11" fmla="*/ 324998 w 902297"/>
              <a:gd name="csY11" fmla="*/ 467612 h 621152"/>
              <a:gd name="csX12" fmla="*/ 431876 w 902297"/>
              <a:gd name="csY12" fmla="*/ 491363 h 621152"/>
              <a:gd name="csX13" fmla="*/ 437813 w 902297"/>
              <a:gd name="csY13" fmla="*/ 63851 h 621152"/>
              <a:gd name="csX14" fmla="*/ 473439 w 902297"/>
              <a:gd name="csY14" fmla="*/ 22287 h 621152"/>
              <a:gd name="csX15" fmla="*/ 520941 w 902297"/>
              <a:gd name="csY15" fmla="*/ 81664 h 621152"/>
              <a:gd name="csX16" fmla="*/ 550629 w 902297"/>
              <a:gd name="csY16" fmla="*/ 503238 h 621152"/>
              <a:gd name="csX17" fmla="*/ 633756 w 902297"/>
              <a:gd name="csY17" fmla="*/ 437924 h 621152"/>
              <a:gd name="csX18" fmla="*/ 633756 w 902297"/>
              <a:gd name="csY18" fmla="*/ 75726 h 621152"/>
              <a:gd name="csX19" fmla="*/ 710946 w 902297"/>
              <a:gd name="csY19" fmla="*/ 46038 h 621152"/>
              <a:gd name="csX20" fmla="*/ 716883 w 902297"/>
              <a:gd name="csY20" fmla="*/ 265732 h 621152"/>
              <a:gd name="csX21" fmla="*/ 734696 w 902297"/>
              <a:gd name="csY21" fmla="*/ 479487 h 621152"/>
              <a:gd name="csX22" fmla="*/ 811886 w 902297"/>
              <a:gd name="csY22" fmla="*/ 473550 h 621152"/>
              <a:gd name="csX23" fmla="*/ 835637 w 902297"/>
              <a:gd name="csY23" fmla="*/ 69789 h 621152"/>
              <a:gd name="csX24" fmla="*/ 895013 w 902297"/>
              <a:gd name="csY24" fmla="*/ 75726 h 621152"/>
              <a:gd name="csX25" fmla="*/ 901964 w 902297"/>
              <a:gd name="csY25" fmla="*/ 582104 h 621152"/>
              <a:gd name="csX26" fmla="*/ 181 w 902297"/>
              <a:gd name="csY26" fmla="*/ 578127 h 6211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902297" h="621152">
                <a:moveTo>
                  <a:pt x="0" y="575302"/>
                </a:moveTo>
                <a:cubicBezTo>
                  <a:pt x="30678" y="570849"/>
                  <a:pt x="35305" y="491498"/>
                  <a:pt x="45928" y="402298"/>
                </a:cubicBezTo>
                <a:cubicBezTo>
                  <a:pt x="56552" y="313098"/>
                  <a:pt x="63741" y="40100"/>
                  <a:pt x="63741" y="40100"/>
                </a:cubicBezTo>
                <a:cubicBezTo>
                  <a:pt x="70668" y="-25214"/>
                  <a:pt x="76605" y="8433"/>
                  <a:pt x="87491" y="10412"/>
                </a:cubicBezTo>
                <a:cubicBezTo>
                  <a:pt x="98377" y="12391"/>
                  <a:pt x="122128" y="-19276"/>
                  <a:pt x="129055" y="51976"/>
                </a:cubicBezTo>
                <a:cubicBezTo>
                  <a:pt x="135982" y="123228"/>
                  <a:pt x="119159" y="361724"/>
                  <a:pt x="129055" y="437924"/>
                </a:cubicBezTo>
                <a:cubicBezTo>
                  <a:pt x="138951" y="514124"/>
                  <a:pt x="169629" y="511155"/>
                  <a:pt x="188431" y="509176"/>
                </a:cubicBezTo>
                <a:cubicBezTo>
                  <a:pt x="207233" y="507197"/>
                  <a:pt x="232964" y="501260"/>
                  <a:pt x="241870" y="426049"/>
                </a:cubicBezTo>
                <a:cubicBezTo>
                  <a:pt x="250777" y="350838"/>
                  <a:pt x="232964" y="126196"/>
                  <a:pt x="241870" y="57913"/>
                </a:cubicBezTo>
                <a:cubicBezTo>
                  <a:pt x="250777" y="-10370"/>
                  <a:pt x="281454" y="10412"/>
                  <a:pt x="295309" y="16350"/>
                </a:cubicBezTo>
                <a:cubicBezTo>
                  <a:pt x="309164" y="22288"/>
                  <a:pt x="320050" y="18329"/>
                  <a:pt x="324998" y="93539"/>
                </a:cubicBezTo>
                <a:cubicBezTo>
                  <a:pt x="329946" y="168749"/>
                  <a:pt x="307185" y="401308"/>
                  <a:pt x="324998" y="467612"/>
                </a:cubicBezTo>
                <a:cubicBezTo>
                  <a:pt x="342811" y="533916"/>
                  <a:pt x="413074" y="558657"/>
                  <a:pt x="431876" y="491363"/>
                </a:cubicBezTo>
                <a:cubicBezTo>
                  <a:pt x="450679" y="424069"/>
                  <a:pt x="430886" y="142030"/>
                  <a:pt x="437813" y="63851"/>
                </a:cubicBezTo>
                <a:cubicBezTo>
                  <a:pt x="444740" y="-14328"/>
                  <a:pt x="459584" y="19318"/>
                  <a:pt x="473439" y="22287"/>
                </a:cubicBezTo>
                <a:cubicBezTo>
                  <a:pt x="487294" y="25256"/>
                  <a:pt x="508076" y="1506"/>
                  <a:pt x="520941" y="81664"/>
                </a:cubicBezTo>
                <a:cubicBezTo>
                  <a:pt x="533806" y="161822"/>
                  <a:pt x="531827" y="443861"/>
                  <a:pt x="550629" y="503238"/>
                </a:cubicBezTo>
                <a:cubicBezTo>
                  <a:pt x="569431" y="562615"/>
                  <a:pt x="619901" y="509176"/>
                  <a:pt x="633756" y="437924"/>
                </a:cubicBezTo>
                <a:cubicBezTo>
                  <a:pt x="647611" y="366672"/>
                  <a:pt x="620891" y="141040"/>
                  <a:pt x="633756" y="75726"/>
                </a:cubicBezTo>
                <a:cubicBezTo>
                  <a:pt x="646621" y="10412"/>
                  <a:pt x="697092" y="14370"/>
                  <a:pt x="710946" y="46038"/>
                </a:cubicBezTo>
                <a:cubicBezTo>
                  <a:pt x="724800" y="77706"/>
                  <a:pt x="712925" y="193491"/>
                  <a:pt x="716883" y="265732"/>
                </a:cubicBezTo>
                <a:cubicBezTo>
                  <a:pt x="720841" y="337973"/>
                  <a:pt x="718862" y="444851"/>
                  <a:pt x="734696" y="479487"/>
                </a:cubicBezTo>
                <a:cubicBezTo>
                  <a:pt x="750530" y="514123"/>
                  <a:pt x="795063" y="541833"/>
                  <a:pt x="811886" y="473550"/>
                </a:cubicBezTo>
                <a:cubicBezTo>
                  <a:pt x="828709" y="405267"/>
                  <a:pt x="821783" y="136093"/>
                  <a:pt x="835637" y="69789"/>
                </a:cubicBezTo>
                <a:cubicBezTo>
                  <a:pt x="849491" y="3485"/>
                  <a:pt x="883959" y="-9660"/>
                  <a:pt x="895013" y="75726"/>
                </a:cubicBezTo>
                <a:cubicBezTo>
                  <a:pt x="906068" y="161112"/>
                  <a:pt x="900974" y="487101"/>
                  <a:pt x="901964" y="582104"/>
                </a:cubicBezTo>
                <a:cubicBezTo>
                  <a:pt x="902954" y="677107"/>
                  <a:pt x="350" y="567521"/>
                  <a:pt x="181" y="578127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93" name="Rounded Rectangle 1492">
            <a:extLst>
              <a:ext uri="{FF2B5EF4-FFF2-40B4-BE49-F238E27FC236}">
                <a16:creationId xmlns:a16="http://schemas.microsoft.com/office/drawing/2014/main" id="{8B9148FF-4FCD-F8E6-07CA-FC7E7B4E5308}"/>
              </a:ext>
            </a:extLst>
          </p:cNvPr>
          <p:cNvSpPr/>
          <p:nvPr/>
        </p:nvSpPr>
        <p:spPr>
          <a:xfrm rot="5400000">
            <a:off x="6028015" y="1207715"/>
            <a:ext cx="840811" cy="12307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4" name="Oval 1493">
            <a:extLst>
              <a:ext uri="{FF2B5EF4-FFF2-40B4-BE49-F238E27FC236}">
                <a16:creationId xmlns:a16="http://schemas.microsoft.com/office/drawing/2014/main" id="{60E28ADE-26FA-863D-5A34-400621CBF7D3}"/>
              </a:ext>
            </a:extLst>
          </p:cNvPr>
          <p:cNvSpPr/>
          <p:nvPr/>
        </p:nvSpPr>
        <p:spPr>
          <a:xfrm rot="5400000">
            <a:off x="5638623" y="921964"/>
            <a:ext cx="327121" cy="56579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2" name="Group 1501">
            <a:extLst>
              <a:ext uri="{FF2B5EF4-FFF2-40B4-BE49-F238E27FC236}">
                <a16:creationId xmlns:a16="http://schemas.microsoft.com/office/drawing/2014/main" id="{8F265AAA-210A-33B3-6AA2-CB7ED33A0F26}"/>
              </a:ext>
            </a:extLst>
          </p:cNvPr>
          <p:cNvGrpSpPr/>
          <p:nvPr/>
        </p:nvGrpSpPr>
        <p:grpSpPr>
          <a:xfrm rot="5400000">
            <a:off x="4844514" y="1305311"/>
            <a:ext cx="45719" cy="375264"/>
            <a:chOff x="6686062" y="3899868"/>
            <a:chExt cx="74130" cy="410527"/>
          </a:xfrm>
        </p:grpSpPr>
        <p:sp>
          <p:nvSpPr>
            <p:cNvPr id="1503" name="Rounded Rectangle 1502">
              <a:extLst>
                <a:ext uri="{FF2B5EF4-FFF2-40B4-BE49-F238E27FC236}">
                  <a16:creationId xmlns:a16="http://schemas.microsoft.com/office/drawing/2014/main" id="{068D9CDF-888C-D56E-2C9D-E63A971915A8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4" name="Rounded Rectangle 1503">
              <a:extLst>
                <a:ext uri="{FF2B5EF4-FFF2-40B4-BE49-F238E27FC236}">
                  <a16:creationId xmlns:a16="http://schemas.microsoft.com/office/drawing/2014/main" id="{148AFD12-85D9-42D1-3016-7ADCAF1A473F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5" name="Rounded Rectangle 1504">
              <a:extLst>
                <a:ext uri="{FF2B5EF4-FFF2-40B4-BE49-F238E27FC236}">
                  <a16:creationId xmlns:a16="http://schemas.microsoft.com/office/drawing/2014/main" id="{EF39B02B-E0EB-5083-8A07-75E811A1C29C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6" name="Rounded Rectangle 1505">
              <a:extLst>
                <a:ext uri="{FF2B5EF4-FFF2-40B4-BE49-F238E27FC236}">
                  <a16:creationId xmlns:a16="http://schemas.microsoft.com/office/drawing/2014/main" id="{86A86F14-5AF8-6C35-FF7D-4EE015EC496F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7" name="Rounded Rectangle 1506">
              <a:extLst>
                <a:ext uri="{FF2B5EF4-FFF2-40B4-BE49-F238E27FC236}">
                  <a16:creationId xmlns:a16="http://schemas.microsoft.com/office/drawing/2014/main" id="{A6C0E447-B0C3-7B3B-CA35-3224B393A20B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08" name="Straight Connector 1507">
              <a:extLst>
                <a:ext uri="{FF2B5EF4-FFF2-40B4-BE49-F238E27FC236}">
                  <a16:creationId xmlns:a16="http://schemas.microsoft.com/office/drawing/2014/main" id="{48FA1146-22C8-D978-921D-33E6D066B464}"/>
                </a:ext>
              </a:extLst>
            </p:cNvPr>
            <p:cNvCxnSpPr>
              <a:cxnSpLocks/>
              <a:stCxn id="1503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50" name="Group 1549">
            <a:extLst>
              <a:ext uri="{FF2B5EF4-FFF2-40B4-BE49-F238E27FC236}">
                <a16:creationId xmlns:a16="http://schemas.microsoft.com/office/drawing/2014/main" id="{EDE45C54-E506-B0EB-D910-8995DB29FF22}"/>
              </a:ext>
            </a:extLst>
          </p:cNvPr>
          <p:cNvGrpSpPr/>
          <p:nvPr/>
        </p:nvGrpSpPr>
        <p:grpSpPr>
          <a:xfrm>
            <a:off x="7446965" y="2576345"/>
            <a:ext cx="519248" cy="515445"/>
            <a:chOff x="7834657" y="2437554"/>
            <a:chExt cx="718792" cy="776250"/>
          </a:xfrm>
        </p:grpSpPr>
        <p:sp>
          <p:nvSpPr>
            <p:cNvPr id="1518" name="Oval 1517">
              <a:extLst>
                <a:ext uri="{FF2B5EF4-FFF2-40B4-BE49-F238E27FC236}">
                  <a16:creationId xmlns:a16="http://schemas.microsoft.com/office/drawing/2014/main" id="{A17728C3-CCB1-FAA8-21DB-DD3F71B7D37A}"/>
                </a:ext>
              </a:extLst>
            </p:cNvPr>
            <p:cNvSpPr/>
            <p:nvPr/>
          </p:nvSpPr>
          <p:spPr>
            <a:xfrm>
              <a:off x="7974419" y="2613949"/>
              <a:ext cx="427685" cy="426963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20" name="Straight Connector 1519">
              <a:extLst>
                <a:ext uri="{FF2B5EF4-FFF2-40B4-BE49-F238E27FC236}">
                  <a16:creationId xmlns:a16="http://schemas.microsoft.com/office/drawing/2014/main" id="{7A66EE58-0020-334B-7467-10C7D986D6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3198" y="2632259"/>
              <a:ext cx="126068" cy="76106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4" name="Straight Connector 1523">
              <a:extLst>
                <a:ext uri="{FF2B5EF4-FFF2-40B4-BE49-F238E27FC236}">
                  <a16:creationId xmlns:a16="http://schemas.microsoft.com/office/drawing/2014/main" id="{7BB6252C-121C-EAB1-E703-1FB1BF711C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77257" y="2927186"/>
              <a:ext cx="126068" cy="86535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5" name="Straight Connector 1524">
              <a:extLst>
                <a:ext uri="{FF2B5EF4-FFF2-40B4-BE49-F238E27FC236}">
                  <a16:creationId xmlns:a16="http://schemas.microsoft.com/office/drawing/2014/main" id="{ABA5AAF2-BE2F-C0B6-257E-699EC18FA8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65426" y="2597263"/>
              <a:ext cx="124233" cy="98947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9" name="Straight Connector 1528">
              <a:extLst>
                <a:ext uri="{FF2B5EF4-FFF2-40B4-BE49-F238E27FC236}">
                  <a16:creationId xmlns:a16="http://schemas.microsoft.com/office/drawing/2014/main" id="{00C6991F-058C-5DEE-EB94-EF938CDC4E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86864" y="2932452"/>
              <a:ext cx="107086" cy="8126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3" name="Straight Connector 1532">
              <a:extLst>
                <a:ext uri="{FF2B5EF4-FFF2-40B4-BE49-F238E27FC236}">
                  <a16:creationId xmlns:a16="http://schemas.microsoft.com/office/drawing/2014/main" id="{FCBE45AF-5FA0-28DD-FD9C-19730EDE8A7F}"/>
                </a:ext>
              </a:extLst>
            </p:cNvPr>
            <p:cNvCxnSpPr>
              <a:cxnSpLocks/>
            </p:cNvCxnSpPr>
            <p:nvPr/>
          </p:nvCxnSpPr>
          <p:spPr>
            <a:xfrm>
              <a:off x="8182569" y="2483273"/>
              <a:ext cx="0" cy="12370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6" name="Straight Connector 1535">
              <a:extLst>
                <a:ext uri="{FF2B5EF4-FFF2-40B4-BE49-F238E27FC236}">
                  <a16:creationId xmlns:a16="http://schemas.microsoft.com/office/drawing/2014/main" id="{CC735D7E-3889-6BFA-B0F4-8CA1595B403C}"/>
                </a:ext>
              </a:extLst>
            </p:cNvPr>
            <p:cNvCxnSpPr>
              <a:cxnSpLocks/>
            </p:cNvCxnSpPr>
            <p:nvPr/>
          </p:nvCxnSpPr>
          <p:spPr>
            <a:xfrm>
              <a:off x="8188261" y="3040912"/>
              <a:ext cx="0" cy="12370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44" name="Oval 1543">
              <a:extLst>
                <a:ext uri="{FF2B5EF4-FFF2-40B4-BE49-F238E27FC236}">
                  <a16:creationId xmlns:a16="http://schemas.microsoft.com/office/drawing/2014/main" id="{EA4070A3-000D-C072-F649-DCA79BC2FFBF}"/>
                </a:ext>
              </a:extLst>
            </p:cNvPr>
            <p:cNvSpPr/>
            <p:nvPr/>
          </p:nvSpPr>
          <p:spPr>
            <a:xfrm>
              <a:off x="8151052" y="2437554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5" name="Oval 1544">
              <a:extLst>
                <a:ext uri="{FF2B5EF4-FFF2-40B4-BE49-F238E27FC236}">
                  <a16:creationId xmlns:a16="http://schemas.microsoft.com/office/drawing/2014/main" id="{AB1C3FD1-49FB-44B0-6DAB-8178C60125D6}"/>
                </a:ext>
              </a:extLst>
            </p:cNvPr>
            <p:cNvSpPr/>
            <p:nvPr/>
          </p:nvSpPr>
          <p:spPr>
            <a:xfrm rot="3319598">
              <a:off x="8474851" y="2567454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6" name="Oval 1545">
              <a:extLst>
                <a:ext uri="{FF2B5EF4-FFF2-40B4-BE49-F238E27FC236}">
                  <a16:creationId xmlns:a16="http://schemas.microsoft.com/office/drawing/2014/main" id="{41D0E354-E23E-B5CD-7BC5-550537205986}"/>
                </a:ext>
              </a:extLst>
            </p:cNvPr>
            <p:cNvSpPr/>
            <p:nvPr/>
          </p:nvSpPr>
          <p:spPr>
            <a:xfrm rot="3319598">
              <a:off x="7838638" y="3004457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7" name="Oval 1546">
              <a:extLst>
                <a:ext uri="{FF2B5EF4-FFF2-40B4-BE49-F238E27FC236}">
                  <a16:creationId xmlns:a16="http://schemas.microsoft.com/office/drawing/2014/main" id="{1D344647-2C5B-D39F-E833-D46A15FBEF1A}"/>
                </a:ext>
              </a:extLst>
            </p:cNvPr>
            <p:cNvSpPr/>
            <p:nvPr/>
          </p:nvSpPr>
          <p:spPr>
            <a:xfrm rot="18236711">
              <a:off x="8499073" y="3004442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8" name="Oval 1547">
              <a:extLst>
                <a:ext uri="{FF2B5EF4-FFF2-40B4-BE49-F238E27FC236}">
                  <a16:creationId xmlns:a16="http://schemas.microsoft.com/office/drawing/2014/main" id="{C08A727A-4F5A-D68B-88F6-82186C9A4265}"/>
                </a:ext>
              </a:extLst>
            </p:cNvPr>
            <p:cNvSpPr/>
            <p:nvPr/>
          </p:nvSpPr>
          <p:spPr>
            <a:xfrm rot="18236711">
              <a:off x="7826000" y="2601812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9" name="Oval 1548">
              <a:extLst>
                <a:ext uri="{FF2B5EF4-FFF2-40B4-BE49-F238E27FC236}">
                  <a16:creationId xmlns:a16="http://schemas.microsoft.com/office/drawing/2014/main" id="{BE7D80DE-4960-2A47-8AD3-B395DB7E5ADE}"/>
                </a:ext>
              </a:extLst>
            </p:cNvPr>
            <p:cNvSpPr/>
            <p:nvPr/>
          </p:nvSpPr>
          <p:spPr>
            <a:xfrm>
              <a:off x="8151052" y="3168085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12" name="Group 1611">
            <a:extLst>
              <a:ext uri="{FF2B5EF4-FFF2-40B4-BE49-F238E27FC236}">
                <a16:creationId xmlns:a16="http://schemas.microsoft.com/office/drawing/2014/main" id="{FFF8ED6A-732A-2D43-EC22-390EE59AA26B}"/>
              </a:ext>
            </a:extLst>
          </p:cNvPr>
          <p:cNvGrpSpPr/>
          <p:nvPr/>
        </p:nvGrpSpPr>
        <p:grpSpPr>
          <a:xfrm rot="5400000" flipH="1" flipV="1">
            <a:off x="7327498" y="4266857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1613" name="Group 1612">
              <a:extLst>
                <a:ext uri="{FF2B5EF4-FFF2-40B4-BE49-F238E27FC236}">
                  <a16:creationId xmlns:a16="http://schemas.microsoft.com/office/drawing/2014/main" id="{782BE0B3-A3B8-4F6A-A316-5DEB6BD1C7F8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648" name="Group 1647">
                <a:extLst>
                  <a:ext uri="{FF2B5EF4-FFF2-40B4-BE49-F238E27FC236}">
                    <a16:creationId xmlns:a16="http://schemas.microsoft.com/office/drawing/2014/main" id="{73E8BE20-2CA5-FCC3-725C-C8352768EF07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662" name="Oval 1661">
                  <a:extLst>
                    <a:ext uri="{FF2B5EF4-FFF2-40B4-BE49-F238E27FC236}">
                      <a16:creationId xmlns:a16="http://schemas.microsoft.com/office/drawing/2014/main" id="{D166D832-428B-3598-1782-B2B7BF02C4FE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663" name="Group 1662">
                  <a:extLst>
                    <a:ext uri="{FF2B5EF4-FFF2-40B4-BE49-F238E27FC236}">
                      <a16:creationId xmlns:a16="http://schemas.microsoft.com/office/drawing/2014/main" id="{2B7456ED-0965-E42B-7363-6A016520315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664" name="Oval 1663">
                    <a:extLst>
                      <a:ext uri="{FF2B5EF4-FFF2-40B4-BE49-F238E27FC236}">
                        <a16:creationId xmlns:a16="http://schemas.microsoft.com/office/drawing/2014/main" id="{812F7954-7498-F933-A994-29CEE2F3A22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65" name="Oval 1664">
                    <a:extLst>
                      <a:ext uri="{FF2B5EF4-FFF2-40B4-BE49-F238E27FC236}">
                        <a16:creationId xmlns:a16="http://schemas.microsoft.com/office/drawing/2014/main" id="{88098AA3-40F9-86FF-127B-AA6CBB0562C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66" name="Oval 1665">
                    <a:extLst>
                      <a:ext uri="{FF2B5EF4-FFF2-40B4-BE49-F238E27FC236}">
                        <a16:creationId xmlns:a16="http://schemas.microsoft.com/office/drawing/2014/main" id="{790633D8-57C2-9F28-0217-7DDF0FFB9907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67" name="Oval 1666">
                    <a:extLst>
                      <a:ext uri="{FF2B5EF4-FFF2-40B4-BE49-F238E27FC236}">
                        <a16:creationId xmlns:a16="http://schemas.microsoft.com/office/drawing/2014/main" id="{6B96A3AB-961E-69D3-BF51-61AC7EB76454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68" name="Arc 1667">
                    <a:extLst>
                      <a:ext uri="{FF2B5EF4-FFF2-40B4-BE49-F238E27FC236}">
                        <a16:creationId xmlns:a16="http://schemas.microsoft.com/office/drawing/2014/main" id="{BFC599C5-0EB5-C4C4-5ED5-C86D52D0BBD2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9" name="Oval 1668">
                    <a:extLst>
                      <a:ext uri="{FF2B5EF4-FFF2-40B4-BE49-F238E27FC236}">
                        <a16:creationId xmlns:a16="http://schemas.microsoft.com/office/drawing/2014/main" id="{B0101F80-999E-5F5A-0F13-7734AB0B08E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70" name="Arc 1669">
                    <a:extLst>
                      <a:ext uri="{FF2B5EF4-FFF2-40B4-BE49-F238E27FC236}">
                        <a16:creationId xmlns:a16="http://schemas.microsoft.com/office/drawing/2014/main" id="{C27F488D-535E-63B8-2CFD-58DA1CFE0DD3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71" name="Arc 1670">
                    <a:extLst>
                      <a:ext uri="{FF2B5EF4-FFF2-40B4-BE49-F238E27FC236}">
                        <a16:creationId xmlns:a16="http://schemas.microsoft.com/office/drawing/2014/main" id="{B64BC2F0-2289-A829-F514-6C6AC7EAF337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649" name="Group 1648">
                <a:extLst>
                  <a:ext uri="{FF2B5EF4-FFF2-40B4-BE49-F238E27FC236}">
                    <a16:creationId xmlns:a16="http://schemas.microsoft.com/office/drawing/2014/main" id="{A81AD797-FA67-F47F-D357-16F435BB25EF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652" name="Oval 1651">
                  <a:extLst>
                    <a:ext uri="{FF2B5EF4-FFF2-40B4-BE49-F238E27FC236}">
                      <a16:creationId xmlns:a16="http://schemas.microsoft.com/office/drawing/2014/main" id="{84865C39-C128-D473-2564-5A4885431BE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653" name="Group 1652">
                  <a:extLst>
                    <a:ext uri="{FF2B5EF4-FFF2-40B4-BE49-F238E27FC236}">
                      <a16:creationId xmlns:a16="http://schemas.microsoft.com/office/drawing/2014/main" id="{62CB2072-3D05-BD2E-828A-7D5A7216F36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654" name="Oval 1653">
                    <a:extLst>
                      <a:ext uri="{FF2B5EF4-FFF2-40B4-BE49-F238E27FC236}">
                        <a16:creationId xmlns:a16="http://schemas.microsoft.com/office/drawing/2014/main" id="{162C8FB4-FFB8-77D2-B4C5-C566A9FDDAA5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55" name="Oval 1654">
                    <a:extLst>
                      <a:ext uri="{FF2B5EF4-FFF2-40B4-BE49-F238E27FC236}">
                        <a16:creationId xmlns:a16="http://schemas.microsoft.com/office/drawing/2014/main" id="{00C5F285-A4DA-4FA1-0220-3C5B0BD28928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56" name="Oval 1655">
                    <a:extLst>
                      <a:ext uri="{FF2B5EF4-FFF2-40B4-BE49-F238E27FC236}">
                        <a16:creationId xmlns:a16="http://schemas.microsoft.com/office/drawing/2014/main" id="{85D18EC7-AAD7-DB3A-8045-40E16206DB20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57" name="Oval 1656">
                    <a:extLst>
                      <a:ext uri="{FF2B5EF4-FFF2-40B4-BE49-F238E27FC236}">
                        <a16:creationId xmlns:a16="http://schemas.microsoft.com/office/drawing/2014/main" id="{76E5EEA3-430A-183C-A6FE-AD47D189195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58" name="Arc 1657">
                    <a:extLst>
                      <a:ext uri="{FF2B5EF4-FFF2-40B4-BE49-F238E27FC236}">
                        <a16:creationId xmlns:a16="http://schemas.microsoft.com/office/drawing/2014/main" id="{EBA260B9-B341-6D91-F4CD-418A915556BA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9" name="Oval 1658">
                    <a:extLst>
                      <a:ext uri="{FF2B5EF4-FFF2-40B4-BE49-F238E27FC236}">
                        <a16:creationId xmlns:a16="http://schemas.microsoft.com/office/drawing/2014/main" id="{4EFD619A-BBB6-417F-4786-A1377334EE2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60" name="Arc 1659">
                    <a:extLst>
                      <a:ext uri="{FF2B5EF4-FFF2-40B4-BE49-F238E27FC236}">
                        <a16:creationId xmlns:a16="http://schemas.microsoft.com/office/drawing/2014/main" id="{5A28ECE7-294B-2AEE-36FF-D0D8B705524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1" name="Arc 1660">
                    <a:extLst>
                      <a:ext uri="{FF2B5EF4-FFF2-40B4-BE49-F238E27FC236}">
                        <a16:creationId xmlns:a16="http://schemas.microsoft.com/office/drawing/2014/main" id="{468DA401-852A-8E08-8386-701E7BFEB303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650" name="Straight Connector 1649">
                <a:extLst>
                  <a:ext uri="{FF2B5EF4-FFF2-40B4-BE49-F238E27FC236}">
                    <a16:creationId xmlns:a16="http://schemas.microsoft.com/office/drawing/2014/main" id="{CC6D765D-18A8-78B4-740B-F691EA76F1C3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1" name="Straight Connector 1650">
                <a:extLst>
                  <a:ext uri="{FF2B5EF4-FFF2-40B4-BE49-F238E27FC236}">
                    <a16:creationId xmlns:a16="http://schemas.microsoft.com/office/drawing/2014/main" id="{E3FBE985-6D3A-E035-32BC-8B7A8418A4B4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14" name="Group 1613">
              <a:extLst>
                <a:ext uri="{FF2B5EF4-FFF2-40B4-BE49-F238E27FC236}">
                  <a16:creationId xmlns:a16="http://schemas.microsoft.com/office/drawing/2014/main" id="{1BE84CEF-A0DC-B46A-AB77-C20AC6418909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624" name="Group 1623">
                <a:extLst>
                  <a:ext uri="{FF2B5EF4-FFF2-40B4-BE49-F238E27FC236}">
                    <a16:creationId xmlns:a16="http://schemas.microsoft.com/office/drawing/2014/main" id="{6A59AA55-ACBC-71C2-424E-85619C61649C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638" name="Oval 1637">
                  <a:extLst>
                    <a:ext uri="{FF2B5EF4-FFF2-40B4-BE49-F238E27FC236}">
                      <a16:creationId xmlns:a16="http://schemas.microsoft.com/office/drawing/2014/main" id="{B02DB25B-D1CC-ABCF-49F4-DB38FBF6BA2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639" name="Group 1638">
                  <a:extLst>
                    <a:ext uri="{FF2B5EF4-FFF2-40B4-BE49-F238E27FC236}">
                      <a16:creationId xmlns:a16="http://schemas.microsoft.com/office/drawing/2014/main" id="{D5E6B841-F9BB-6F09-A55A-70ACCB48C98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640" name="Oval 1639">
                    <a:extLst>
                      <a:ext uri="{FF2B5EF4-FFF2-40B4-BE49-F238E27FC236}">
                        <a16:creationId xmlns:a16="http://schemas.microsoft.com/office/drawing/2014/main" id="{6C605B01-6FB2-BC93-808B-BF03B5079EA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41" name="Oval 1640">
                    <a:extLst>
                      <a:ext uri="{FF2B5EF4-FFF2-40B4-BE49-F238E27FC236}">
                        <a16:creationId xmlns:a16="http://schemas.microsoft.com/office/drawing/2014/main" id="{F3DEB7FC-8D40-EB0F-46D1-C02F11DF6A0E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42" name="Oval 1641">
                    <a:extLst>
                      <a:ext uri="{FF2B5EF4-FFF2-40B4-BE49-F238E27FC236}">
                        <a16:creationId xmlns:a16="http://schemas.microsoft.com/office/drawing/2014/main" id="{28577C65-E823-5821-5C43-F0CCB15AB45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43" name="Oval 1642">
                    <a:extLst>
                      <a:ext uri="{FF2B5EF4-FFF2-40B4-BE49-F238E27FC236}">
                        <a16:creationId xmlns:a16="http://schemas.microsoft.com/office/drawing/2014/main" id="{AC27C5BB-7A49-B008-4B53-D288986BBF55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44" name="Arc 1643">
                    <a:extLst>
                      <a:ext uri="{FF2B5EF4-FFF2-40B4-BE49-F238E27FC236}">
                        <a16:creationId xmlns:a16="http://schemas.microsoft.com/office/drawing/2014/main" id="{67840941-11F8-727A-0E71-C1C5C22A3DFD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5" name="Oval 1644">
                    <a:extLst>
                      <a:ext uri="{FF2B5EF4-FFF2-40B4-BE49-F238E27FC236}">
                        <a16:creationId xmlns:a16="http://schemas.microsoft.com/office/drawing/2014/main" id="{2380D517-F494-5AE4-7416-090DB444DB2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46" name="Arc 1645">
                    <a:extLst>
                      <a:ext uri="{FF2B5EF4-FFF2-40B4-BE49-F238E27FC236}">
                        <a16:creationId xmlns:a16="http://schemas.microsoft.com/office/drawing/2014/main" id="{6203E269-111A-18DF-1B10-0739BA03F0C1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7" name="Arc 1646">
                    <a:extLst>
                      <a:ext uri="{FF2B5EF4-FFF2-40B4-BE49-F238E27FC236}">
                        <a16:creationId xmlns:a16="http://schemas.microsoft.com/office/drawing/2014/main" id="{34CCB7F0-30F0-8D61-2115-3529FA7E08DF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4BE489B8-5B70-AFC9-54B1-95E282E2A6D3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628" name="Oval 1627">
                  <a:extLst>
                    <a:ext uri="{FF2B5EF4-FFF2-40B4-BE49-F238E27FC236}">
                      <a16:creationId xmlns:a16="http://schemas.microsoft.com/office/drawing/2014/main" id="{21DD0C23-EC26-5DB1-9A53-16441450260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629" name="Group 1628">
                  <a:extLst>
                    <a:ext uri="{FF2B5EF4-FFF2-40B4-BE49-F238E27FC236}">
                      <a16:creationId xmlns:a16="http://schemas.microsoft.com/office/drawing/2014/main" id="{1FD6EB58-8385-1756-298E-A50BC79161B4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630" name="Oval 1629">
                    <a:extLst>
                      <a:ext uri="{FF2B5EF4-FFF2-40B4-BE49-F238E27FC236}">
                        <a16:creationId xmlns:a16="http://schemas.microsoft.com/office/drawing/2014/main" id="{F1AB5780-4CE6-0A75-2499-673E9285A09C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31" name="Oval 1630">
                    <a:extLst>
                      <a:ext uri="{FF2B5EF4-FFF2-40B4-BE49-F238E27FC236}">
                        <a16:creationId xmlns:a16="http://schemas.microsoft.com/office/drawing/2014/main" id="{A2F8D84C-33F9-30A8-C2DA-E7C39E0434C4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32" name="Oval 1631">
                    <a:extLst>
                      <a:ext uri="{FF2B5EF4-FFF2-40B4-BE49-F238E27FC236}">
                        <a16:creationId xmlns:a16="http://schemas.microsoft.com/office/drawing/2014/main" id="{B71641FA-F894-A8E2-DEED-4763C051147E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33" name="Oval 1632">
                    <a:extLst>
                      <a:ext uri="{FF2B5EF4-FFF2-40B4-BE49-F238E27FC236}">
                        <a16:creationId xmlns:a16="http://schemas.microsoft.com/office/drawing/2014/main" id="{11339ED9-76CE-14C5-E6E2-C137C7CFCA1A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34" name="Arc 1633">
                    <a:extLst>
                      <a:ext uri="{FF2B5EF4-FFF2-40B4-BE49-F238E27FC236}">
                        <a16:creationId xmlns:a16="http://schemas.microsoft.com/office/drawing/2014/main" id="{36F023AD-873D-5467-81D8-4903E5C50C4F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5" name="Oval 1634">
                    <a:extLst>
                      <a:ext uri="{FF2B5EF4-FFF2-40B4-BE49-F238E27FC236}">
                        <a16:creationId xmlns:a16="http://schemas.microsoft.com/office/drawing/2014/main" id="{A11E7394-8603-3E3E-839E-81C8F1FDEC15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636" name="Arc 1635">
                    <a:extLst>
                      <a:ext uri="{FF2B5EF4-FFF2-40B4-BE49-F238E27FC236}">
                        <a16:creationId xmlns:a16="http://schemas.microsoft.com/office/drawing/2014/main" id="{2F9E75C2-BE84-02C1-9D7F-044CBE652EAE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7" name="Arc 1636">
                    <a:extLst>
                      <a:ext uri="{FF2B5EF4-FFF2-40B4-BE49-F238E27FC236}">
                        <a16:creationId xmlns:a16="http://schemas.microsoft.com/office/drawing/2014/main" id="{1A097DE8-1646-5ED2-352E-574E9970DC9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626" name="Straight Connector 1625">
                <a:extLst>
                  <a:ext uri="{FF2B5EF4-FFF2-40B4-BE49-F238E27FC236}">
                    <a16:creationId xmlns:a16="http://schemas.microsoft.com/office/drawing/2014/main" id="{6BA28754-FFEF-B712-5715-5FAF64C06ED4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7" name="Straight Connector 1626">
                <a:extLst>
                  <a:ext uri="{FF2B5EF4-FFF2-40B4-BE49-F238E27FC236}">
                    <a16:creationId xmlns:a16="http://schemas.microsoft.com/office/drawing/2014/main" id="{E8E390A2-49CE-AD4B-4360-15CB7886553A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15" name="Group 1614">
              <a:extLst>
                <a:ext uri="{FF2B5EF4-FFF2-40B4-BE49-F238E27FC236}">
                  <a16:creationId xmlns:a16="http://schemas.microsoft.com/office/drawing/2014/main" id="{2072A9C1-1B73-E8DC-E46E-26724EA310AB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1616" name="Moon 1615">
                <a:extLst>
                  <a:ext uri="{FF2B5EF4-FFF2-40B4-BE49-F238E27FC236}">
                    <a16:creationId xmlns:a16="http://schemas.microsoft.com/office/drawing/2014/main" id="{E45094F5-0400-4442-E4AF-8FD1D3349FA2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7" name="Oval 1616">
                <a:extLst>
                  <a:ext uri="{FF2B5EF4-FFF2-40B4-BE49-F238E27FC236}">
                    <a16:creationId xmlns:a16="http://schemas.microsoft.com/office/drawing/2014/main" id="{A49E50B0-469F-E605-205A-8A6065A7F34D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8" name="Oval 1617">
                <a:extLst>
                  <a:ext uri="{FF2B5EF4-FFF2-40B4-BE49-F238E27FC236}">
                    <a16:creationId xmlns:a16="http://schemas.microsoft.com/office/drawing/2014/main" id="{DE684B6F-BBE0-DDE2-55A3-17B9BC38BE66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9" name="Oval 1618">
                <a:extLst>
                  <a:ext uri="{FF2B5EF4-FFF2-40B4-BE49-F238E27FC236}">
                    <a16:creationId xmlns:a16="http://schemas.microsoft.com/office/drawing/2014/main" id="{59814235-BB52-3EE1-8391-D2F56046C96F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0" name="Oval 1619">
                <a:extLst>
                  <a:ext uri="{FF2B5EF4-FFF2-40B4-BE49-F238E27FC236}">
                    <a16:creationId xmlns:a16="http://schemas.microsoft.com/office/drawing/2014/main" id="{5C44D74C-5FF8-CD82-848A-ADB272B4A022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1" name="Oval 1620">
                <a:extLst>
                  <a:ext uri="{FF2B5EF4-FFF2-40B4-BE49-F238E27FC236}">
                    <a16:creationId xmlns:a16="http://schemas.microsoft.com/office/drawing/2014/main" id="{52061009-B8E4-905E-FF79-3C337722D828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2" name="Oval 1621">
                <a:extLst>
                  <a:ext uri="{FF2B5EF4-FFF2-40B4-BE49-F238E27FC236}">
                    <a16:creationId xmlns:a16="http://schemas.microsoft.com/office/drawing/2014/main" id="{6ACCF479-6C90-4870-4343-4DE386AC6CC3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3" name="Oval 1622">
                <a:extLst>
                  <a:ext uri="{FF2B5EF4-FFF2-40B4-BE49-F238E27FC236}">
                    <a16:creationId xmlns:a16="http://schemas.microsoft.com/office/drawing/2014/main" id="{85387EFF-3C6E-F9F5-A341-1B4F37F3AC2A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72" name="Rounded Rectangle 1671">
            <a:extLst>
              <a:ext uri="{FF2B5EF4-FFF2-40B4-BE49-F238E27FC236}">
                <a16:creationId xmlns:a16="http://schemas.microsoft.com/office/drawing/2014/main" id="{8BAF98B6-B344-2E35-B857-5583E75A8E77}"/>
              </a:ext>
            </a:extLst>
          </p:cNvPr>
          <p:cNvSpPr/>
          <p:nvPr/>
        </p:nvSpPr>
        <p:spPr>
          <a:xfrm rot="5400000">
            <a:off x="7360523" y="4412133"/>
            <a:ext cx="44815" cy="62419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73" name="Group 1672">
            <a:extLst>
              <a:ext uri="{FF2B5EF4-FFF2-40B4-BE49-F238E27FC236}">
                <a16:creationId xmlns:a16="http://schemas.microsoft.com/office/drawing/2014/main" id="{91CF25EE-86BE-8778-8E9E-A8E9C6DCDC91}"/>
              </a:ext>
            </a:extLst>
          </p:cNvPr>
          <p:cNvGrpSpPr/>
          <p:nvPr/>
        </p:nvGrpSpPr>
        <p:grpSpPr>
          <a:xfrm rot="586446">
            <a:off x="7869537" y="3335410"/>
            <a:ext cx="519248" cy="515445"/>
            <a:chOff x="7834657" y="2437554"/>
            <a:chExt cx="718792" cy="776250"/>
          </a:xfrm>
        </p:grpSpPr>
        <p:sp>
          <p:nvSpPr>
            <p:cNvPr id="1674" name="Oval 1673">
              <a:extLst>
                <a:ext uri="{FF2B5EF4-FFF2-40B4-BE49-F238E27FC236}">
                  <a16:creationId xmlns:a16="http://schemas.microsoft.com/office/drawing/2014/main" id="{7A649E55-8F87-8547-308C-95D217C2FC4E}"/>
                </a:ext>
              </a:extLst>
            </p:cNvPr>
            <p:cNvSpPr/>
            <p:nvPr/>
          </p:nvSpPr>
          <p:spPr>
            <a:xfrm>
              <a:off x="7974419" y="2613949"/>
              <a:ext cx="427685" cy="426963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75" name="Straight Connector 1674">
              <a:extLst>
                <a:ext uri="{FF2B5EF4-FFF2-40B4-BE49-F238E27FC236}">
                  <a16:creationId xmlns:a16="http://schemas.microsoft.com/office/drawing/2014/main" id="{541DE4B4-B336-71FB-FDDC-CEA4D87BED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3198" y="2632259"/>
              <a:ext cx="126068" cy="76106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6" name="Straight Connector 1675">
              <a:extLst>
                <a:ext uri="{FF2B5EF4-FFF2-40B4-BE49-F238E27FC236}">
                  <a16:creationId xmlns:a16="http://schemas.microsoft.com/office/drawing/2014/main" id="{EC651882-E657-674F-F2EC-490DF28A770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77257" y="2927186"/>
              <a:ext cx="126068" cy="86535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7" name="Straight Connector 1676">
              <a:extLst>
                <a:ext uri="{FF2B5EF4-FFF2-40B4-BE49-F238E27FC236}">
                  <a16:creationId xmlns:a16="http://schemas.microsoft.com/office/drawing/2014/main" id="{985138D2-E6E1-6617-F54E-AAC5923E5C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65426" y="2597263"/>
              <a:ext cx="124233" cy="98947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8" name="Straight Connector 1677">
              <a:extLst>
                <a:ext uri="{FF2B5EF4-FFF2-40B4-BE49-F238E27FC236}">
                  <a16:creationId xmlns:a16="http://schemas.microsoft.com/office/drawing/2014/main" id="{86AF88EC-2B45-7E72-8719-43B00E7A85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86864" y="2932452"/>
              <a:ext cx="107086" cy="8126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9" name="Straight Connector 1678">
              <a:extLst>
                <a:ext uri="{FF2B5EF4-FFF2-40B4-BE49-F238E27FC236}">
                  <a16:creationId xmlns:a16="http://schemas.microsoft.com/office/drawing/2014/main" id="{3372B5E1-4AEF-8FCC-B12E-9EAB12474364}"/>
                </a:ext>
              </a:extLst>
            </p:cNvPr>
            <p:cNvCxnSpPr>
              <a:cxnSpLocks/>
            </p:cNvCxnSpPr>
            <p:nvPr/>
          </p:nvCxnSpPr>
          <p:spPr>
            <a:xfrm>
              <a:off x="8182569" y="2483273"/>
              <a:ext cx="0" cy="12370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0" name="Straight Connector 1679">
              <a:extLst>
                <a:ext uri="{FF2B5EF4-FFF2-40B4-BE49-F238E27FC236}">
                  <a16:creationId xmlns:a16="http://schemas.microsoft.com/office/drawing/2014/main" id="{6B199FF5-936C-5F75-8A8C-08CD79152FCA}"/>
                </a:ext>
              </a:extLst>
            </p:cNvPr>
            <p:cNvCxnSpPr>
              <a:cxnSpLocks/>
            </p:cNvCxnSpPr>
            <p:nvPr/>
          </p:nvCxnSpPr>
          <p:spPr>
            <a:xfrm>
              <a:off x="8188261" y="3040912"/>
              <a:ext cx="0" cy="12370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81" name="Oval 1680">
              <a:extLst>
                <a:ext uri="{FF2B5EF4-FFF2-40B4-BE49-F238E27FC236}">
                  <a16:creationId xmlns:a16="http://schemas.microsoft.com/office/drawing/2014/main" id="{97029B76-C801-B994-F4F9-2280941A27EC}"/>
                </a:ext>
              </a:extLst>
            </p:cNvPr>
            <p:cNvSpPr/>
            <p:nvPr/>
          </p:nvSpPr>
          <p:spPr>
            <a:xfrm>
              <a:off x="8151052" y="2437554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2" name="Oval 1681">
              <a:extLst>
                <a:ext uri="{FF2B5EF4-FFF2-40B4-BE49-F238E27FC236}">
                  <a16:creationId xmlns:a16="http://schemas.microsoft.com/office/drawing/2014/main" id="{E4FCE740-569D-5E52-4F88-FCC421EC9604}"/>
                </a:ext>
              </a:extLst>
            </p:cNvPr>
            <p:cNvSpPr/>
            <p:nvPr/>
          </p:nvSpPr>
          <p:spPr>
            <a:xfrm rot="3319598">
              <a:off x="8474851" y="2567454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3" name="Oval 1682">
              <a:extLst>
                <a:ext uri="{FF2B5EF4-FFF2-40B4-BE49-F238E27FC236}">
                  <a16:creationId xmlns:a16="http://schemas.microsoft.com/office/drawing/2014/main" id="{647C9A5E-C31F-5783-2D2C-00D48BD096F0}"/>
                </a:ext>
              </a:extLst>
            </p:cNvPr>
            <p:cNvSpPr/>
            <p:nvPr/>
          </p:nvSpPr>
          <p:spPr>
            <a:xfrm rot="3319598">
              <a:off x="7838638" y="3004457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4" name="Oval 1683">
              <a:extLst>
                <a:ext uri="{FF2B5EF4-FFF2-40B4-BE49-F238E27FC236}">
                  <a16:creationId xmlns:a16="http://schemas.microsoft.com/office/drawing/2014/main" id="{A8BCAFA4-456C-8B3D-3053-6ADA11BE08F2}"/>
                </a:ext>
              </a:extLst>
            </p:cNvPr>
            <p:cNvSpPr/>
            <p:nvPr/>
          </p:nvSpPr>
          <p:spPr>
            <a:xfrm rot="18236711">
              <a:off x="8499073" y="3004442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5" name="Oval 1684">
              <a:extLst>
                <a:ext uri="{FF2B5EF4-FFF2-40B4-BE49-F238E27FC236}">
                  <a16:creationId xmlns:a16="http://schemas.microsoft.com/office/drawing/2014/main" id="{C11D3A02-4A70-36B8-B18F-3BCC5280F715}"/>
                </a:ext>
              </a:extLst>
            </p:cNvPr>
            <p:cNvSpPr/>
            <p:nvPr/>
          </p:nvSpPr>
          <p:spPr>
            <a:xfrm rot="18236711">
              <a:off x="7826000" y="2601812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6" name="Oval 1685">
              <a:extLst>
                <a:ext uri="{FF2B5EF4-FFF2-40B4-BE49-F238E27FC236}">
                  <a16:creationId xmlns:a16="http://schemas.microsoft.com/office/drawing/2014/main" id="{FE75D2A9-3C31-B604-66AA-70A014A441A6}"/>
                </a:ext>
              </a:extLst>
            </p:cNvPr>
            <p:cNvSpPr/>
            <p:nvPr/>
          </p:nvSpPr>
          <p:spPr>
            <a:xfrm>
              <a:off x="8151052" y="3168085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87" name="Group 1686">
            <a:extLst>
              <a:ext uri="{FF2B5EF4-FFF2-40B4-BE49-F238E27FC236}">
                <a16:creationId xmlns:a16="http://schemas.microsoft.com/office/drawing/2014/main" id="{3469F98E-A61D-9136-3A06-14A110A0039C}"/>
              </a:ext>
            </a:extLst>
          </p:cNvPr>
          <p:cNvGrpSpPr/>
          <p:nvPr/>
        </p:nvGrpSpPr>
        <p:grpSpPr>
          <a:xfrm>
            <a:off x="7569930" y="4385532"/>
            <a:ext cx="519248" cy="515445"/>
            <a:chOff x="7834657" y="2437554"/>
            <a:chExt cx="718792" cy="776250"/>
          </a:xfrm>
        </p:grpSpPr>
        <p:sp>
          <p:nvSpPr>
            <p:cNvPr id="1688" name="Oval 1687">
              <a:extLst>
                <a:ext uri="{FF2B5EF4-FFF2-40B4-BE49-F238E27FC236}">
                  <a16:creationId xmlns:a16="http://schemas.microsoft.com/office/drawing/2014/main" id="{5266524A-D47E-F293-954E-C07ACEA8FD34}"/>
                </a:ext>
              </a:extLst>
            </p:cNvPr>
            <p:cNvSpPr/>
            <p:nvPr/>
          </p:nvSpPr>
          <p:spPr>
            <a:xfrm>
              <a:off x="7974419" y="2613949"/>
              <a:ext cx="427685" cy="426963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89" name="Straight Connector 1688">
              <a:extLst>
                <a:ext uri="{FF2B5EF4-FFF2-40B4-BE49-F238E27FC236}">
                  <a16:creationId xmlns:a16="http://schemas.microsoft.com/office/drawing/2014/main" id="{73A03257-9DBD-F79C-991C-37F953A2FA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3198" y="2632259"/>
              <a:ext cx="126068" cy="76106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0" name="Straight Connector 1689">
              <a:extLst>
                <a:ext uri="{FF2B5EF4-FFF2-40B4-BE49-F238E27FC236}">
                  <a16:creationId xmlns:a16="http://schemas.microsoft.com/office/drawing/2014/main" id="{867ADFED-2BE9-CA65-CC02-2F7A4D4079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77257" y="2927186"/>
              <a:ext cx="126068" cy="86535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1" name="Straight Connector 1690">
              <a:extLst>
                <a:ext uri="{FF2B5EF4-FFF2-40B4-BE49-F238E27FC236}">
                  <a16:creationId xmlns:a16="http://schemas.microsoft.com/office/drawing/2014/main" id="{6B24E982-D86A-0738-0E29-4D99976F8C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65426" y="2597263"/>
              <a:ext cx="124233" cy="98947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2" name="Straight Connector 1691">
              <a:extLst>
                <a:ext uri="{FF2B5EF4-FFF2-40B4-BE49-F238E27FC236}">
                  <a16:creationId xmlns:a16="http://schemas.microsoft.com/office/drawing/2014/main" id="{EE39D7B4-4159-D84D-40A5-769C947F6D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86864" y="2932452"/>
              <a:ext cx="107086" cy="8126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3" name="Straight Connector 1692">
              <a:extLst>
                <a:ext uri="{FF2B5EF4-FFF2-40B4-BE49-F238E27FC236}">
                  <a16:creationId xmlns:a16="http://schemas.microsoft.com/office/drawing/2014/main" id="{E3D272EA-E818-44B4-ECB0-BB29911DA261}"/>
                </a:ext>
              </a:extLst>
            </p:cNvPr>
            <p:cNvCxnSpPr>
              <a:cxnSpLocks/>
            </p:cNvCxnSpPr>
            <p:nvPr/>
          </p:nvCxnSpPr>
          <p:spPr>
            <a:xfrm>
              <a:off x="8182569" y="2483273"/>
              <a:ext cx="0" cy="12370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4" name="Straight Connector 1693">
              <a:extLst>
                <a:ext uri="{FF2B5EF4-FFF2-40B4-BE49-F238E27FC236}">
                  <a16:creationId xmlns:a16="http://schemas.microsoft.com/office/drawing/2014/main" id="{243D3196-6ECC-1FB8-1A51-4B0C9400D87F}"/>
                </a:ext>
              </a:extLst>
            </p:cNvPr>
            <p:cNvCxnSpPr>
              <a:cxnSpLocks/>
            </p:cNvCxnSpPr>
            <p:nvPr/>
          </p:nvCxnSpPr>
          <p:spPr>
            <a:xfrm>
              <a:off x="8188261" y="3040912"/>
              <a:ext cx="0" cy="12370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95" name="Oval 1694">
              <a:extLst>
                <a:ext uri="{FF2B5EF4-FFF2-40B4-BE49-F238E27FC236}">
                  <a16:creationId xmlns:a16="http://schemas.microsoft.com/office/drawing/2014/main" id="{BBC927D1-996E-E293-BDFD-56F7D0D4E93C}"/>
                </a:ext>
              </a:extLst>
            </p:cNvPr>
            <p:cNvSpPr/>
            <p:nvPr/>
          </p:nvSpPr>
          <p:spPr>
            <a:xfrm>
              <a:off x="8151052" y="2437554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6" name="Oval 1695">
              <a:extLst>
                <a:ext uri="{FF2B5EF4-FFF2-40B4-BE49-F238E27FC236}">
                  <a16:creationId xmlns:a16="http://schemas.microsoft.com/office/drawing/2014/main" id="{8EDB45CD-81FD-BF00-92B0-C7C9A2095019}"/>
                </a:ext>
              </a:extLst>
            </p:cNvPr>
            <p:cNvSpPr/>
            <p:nvPr/>
          </p:nvSpPr>
          <p:spPr>
            <a:xfrm rot="3319598">
              <a:off x="8474851" y="2567454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7" name="Oval 1696">
              <a:extLst>
                <a:ext uri="{FF2B5EF4-FFF2-40B4-BE49-F238E27FC236}">
                  <a16:creationId xmlns:a16="http://schemas.microsoft.com/office/drawing/2014/main" id="{75821B19-71B6-FB45-0DB9-8EC944B5BC1D}"/>
                </a:ext>
              </a:extLst>
            </p:cNvPr>
            <p:cNvSpPr/>
            <p:nvPr/>
          </p:nvSpPr>
          <p:spPr>
            <a:xfrm rot="3319598">
              <a:off x="7838638" y="3004457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8" name="Oval 1697">
              <a:extLst>
                <a:ext uri="{FF2B5EF4-FFF2-40B4-BE49-F238E27FC236}">
                  <a16:creationId xmlns:a16="http://schemas.microsoft.com/office/drawing/2014/main" id="{C1FC96C8-AA5C-6A62-D1FB-D36AEA88A8E3}"/>
                </a:ext>
              </a:extLst>
            </p:cNvPr>
            <p:cNvSpPr/>
            <p:nvPr/>
          </p:nvSpPr>
          <p:spPr>
            <a:xfrm rot="18236711">
              <a:off x="8499073" y="3004442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9" name="Oval 1698">
              <a:extLst>
                <a:ext uri="{FF2B5EF4-FFF2-40B4-BE49-F238E27FC236}">
                  <a16:creationId xmlns:a16="http://schemas.microsoft.com/office/drawing/2014/main" id="{BC07B5DC-6BB9-0309-0467-465971072F6F}"/>
                </a:ext>
              </a:extLst>
            </p:cNvPr>
            <p:cNvSpPr/>
            <p:nvPr/>
          </p:nvSpPr>
          <p:spPr>
            <a:xfrm rot="18236711">
              <a:off x="7826000" y="2601812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0" name="Oval 1699">
              <a:extLst>
                <a:ext uri="{FF2B5EF4-FFF2-40B4-BE49-F238E27FC236}">
                  <a16:creationId xmlns:a16="http://schemas.microsoft.com/office/drawing/2014/main" id="{8C7BDC3E-23C9-1BAB-4979-CB2DCC759783}"/>
                </a:ext>
              </a:extLst>
            </p:cNvPr>
            <p:cNvSpPr/>
            <p:nvPr/>
          </p:nvSpPr>
          <p:spPr>
            <a:xfrm>
              <a:off x="8151052" y="3168085"/>
              <a:ext cx="63034" cy="45719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40883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339F84-82C9-5049-A057-D63B35662ABA}"/>
              </a:ext>
            </a:extLst>
          </p:cNvPr>
          <p:cNvSpPr/>
          <p:nvPr/>
        </p:nvSpPr>
        <p:spPr>
          <a:xfrm>
            <a:off x="908714" y="660681"/>
            <a:ext cx="2538680" cy="2088381"/>
          </a:xfrm>
          <a:prstGeom prst="roundRect">
            <a:avLst/>
          </a:prstGeom>
          <a:solidFill>
            <a:srgbClr val="F44E48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05EAA01-8AFC-C69E-E74C-0F6C8FECBD9B}"/>
              </a:ext>
            </a:extLst>
          </p:cNvPr>
          <p:cNvSpPr/>
          <p:nvPr/>
        </p:nvSpPr>
        <p:spPr>
          <a:xfrm>
            <a:off x="4766439" y="651641"/>
            <a:ext cx="2542032" cy="2084832"/>
          </a:xfrm>
          <a:prstGeom prst="roundRect">
            <a:avLst/>
          </a:prstGeom>
          <a:solidFill>
            <a:srgbClr val="B4E5A2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BA2946F-946A-2424-565F-100FEFA02A9E}"/>
              </a:ext>
            </a:extLst>
          </p:cNvPr>
          <p:cNvSpPr/>
          <p:nvPr/>
        </p:nvSpPr>
        <p:spPr>
          <a:xfrm>
            <a:off x="8387253" y="651641"/>
            <a:ext cx="2301765" cy="2084825"/>
          </a:xfrm>
          <a:prstGeom prst="roundRect">
            <a:avLst/>
          </a:prstGeom>
          <a:solidFill>
            <a:srgbClr val="A6CAE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63975E-3AE7-F230-BB0E-38FD66CBDB29}"/>
              </a:ext>
            </a:extLst>
          </p:cNvPr>
          <p:cNvSpPr txBox="1"/>
          <p:nvPr/>
        </p:nvSpPr>
        <p:spPr>
          <a:xfrm>
            <a:off x="1889988" y="282309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Blood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5DF134-ACD9-6910-9CB1-3E57006A3D67}"/>
              </a:ext>
            </a:extLst>
          </p:cNvPr>
          <p:cNvSpPr txBox="1"/>
          <p:nvPr/>
        </p:nvSpPr>
        <p:spPr>
          <a:xfrm>
            <a:off x="4813590" y="291349"/>
            <a:ext cx="2207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Respiratory Mucosa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74B84-D6C5-B14C-55DE-4ECEF36DF781}"/>
              </a:ext>
            </a:extLst>
          </p:cNvPr>
          <p:cNvSpPr txBox="1"/>
          <p:nvPr/>
        </p:nvSpPr>
        <p:spPr>
          <a:xfrm>
            <a:off x="8935259" y="291349"/>
            <a:ext cx="1323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Lumen URT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C639528-4DBC-52A8-6C31-A59D83B89447}"/>
              </a:ext>
            </a:extLst>
          </p:cNvPr>
          <p:cNvCxnSpPr/>
          <p:nvPr/>
        </p:nvCxnSpPr>
        <p:spPr>
          <a:xfrm>
            <a:off x="3525405" y="1290394"/>
            <a:ext cx="10405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07EA72-EFC9-D31F-9CED-19C44A4F7AC2}"/>
              </a:ext>
            </a:extLst>
          </p:cNvPr>
          <p:cNvCxnSpPr>
            <a:cxnSpLocks/>
          </p:cNvCxnSpPr>
          <p:nvPr/>
        </p:nvCxnSpPr>
        <p:spPr>
          <a:xfrm flipH="1">
            <a:off x="3525405" y="1965148"/>
            <a:ext cx="10405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7000BD-E2C3-F66F-FA59-BA2E3FAB04CA}"/>
              </a:ext>
            </a:extLst>
          </p:cNvPr>
          <p:cNvCxnSpPr/>
          <p:nvPr/>
        </p:nvCxnSpPr>
        <p:spPr>
          <a:xfrm>
            <a:off x="7346729" y="1622688"/>
            <a:ext cx="10405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8216379-081C-3A20-2B22-A511EFC401FB}"/>
              </a:ext>
            </a:extLst>
          </p:cNvPr>
          <p:cNvGrpSpPr/>
          <p:nvPr/>
        </p:nvGrpSpPr>
        <p:grpSpPr>
          <a:xfrm>
            <a:off x="959274" y="933271"/>
            <a:ext cx="2566131" cy="1534156"/>
            <a:chOff x="919160" y="3698053"/>
            <a:chExt cx="2566131" cy="153415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7794EB9-7E71-EFE4-9539-013E4E855AFF}"/>
                </a:ext>
              </a:extLst>
            </p:cNvPr>
            <p:cNvGrpSpPr/>
            <p:nvPr/>
          </p:nvGrpSpPr>
          <p:grpSpPr>
            <a:xfrm>
              <a:off x="919160" y="3698053"/>
              <a:ext cx="2566131" cy="1534156"/>
              <a:chOff x="6044310" y="90365"/>
              <a:chExt cx="6394225" cy="24878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388929-13D2-D2EA-47D1-CB7C6C824074}"/>
                  </a:ext>
                </a:extLst>
              </p:cNvPr>
              <p:cNvSpPr txBox="1"/>
              <p:nvPr/>
            </p:nvSpPr>
            <p:spPr>
              <a:xfrm>
                <a:off x="6044310" y="1332964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Naïve</a:t>
                </a:r>
              </a:p>
              <a:p>
                <a:pPr algn="ctr"/>
                <a:r>
                  <a:rPr lang="en-US" sz="600" dirty="0"/>
                  <a:t>B cell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6B7CB5-4FEB-D8A2-7823-526CFF1904D3}"/>
                  </a:ext>
                </a:extLst>
              </p:cNvPr>
              <p:cNvSpPr txBox="1"/>
              <p:nvPr/>
            </p:nvSpPr>
            <p:spPr>
              <a:xfrm>
                <a:off x="7674637" y="1332962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 err="1"/>
                  <a:t>Prolif</a:t>
                </a:r>
                <a:r>
                  <a:rPr lang="en-US" sz="600" dirty="0"/>
                  <a:t>.  GC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9C11DE-A881-8C89-FD3A-0AD9EECEBC59}"/>
                  </a:ext>
                </a:extLst>
              </p:cNvPr>
              <p:cNvSpPr txBox="1"/>
              <p:nvPr/>
            </p:nvSpPr>
            <p:spPr>
              <a:xfrm>
                <a:off x="9575660" y="364916"/>
                <a:ext cx="964594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Long-lived PC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B10DAC-6277-EA09-235D-DA7E4182D6A2}"/>
                  </a:ext>
                </a:extLst>
              </p:cNvPr>
              <p:cNvSpPr txBox="1"/>
              <p:nvPr/>
            </p:nvSpPr>
            <p:spPr>
              <a:xfrm>
                <a:off x="9501901" y="1979294"/>
                <a:ext cx="1051859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 lived MBC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EA218894-468C-1B73-E240-821DD3FB85AE}"/>
                  </a:ext>
                </a:extLst>
              </p:cNvPr>
              <p:cNvCxnSpPr>
                <a:stCxn id="13" idx="3"/>
                <a:endCxn id="14" idx="1"/>
              </p:cNvCxnSpPr>
              <p:nvPr/>
            </p:nvCxnSpPr>
            <p:spPr>
              <a:xfrm flipV="1">
                <a:off x="7008904" y="1557560"/>
                <a:ext cx="665733" cy="2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F956871-5078-FBD4-63BD-FF3753279F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1549" y="777488"/>
                <a:ext cx="838241" cy="534399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1A46567-4236-B67B-4D3E-630CBE3B50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95558" y="1811673"/>
                <a:ext cx="862675" cy="251878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692E95C7-8EEF-8889-452D-3BDF5123649C}"/>
                  </a:ext>
                </a:extLst>
              </p:cNvPr>
              <p:cNvSpPr/>
              <p:nvPr/>
            </p:nvSpPr>
            <p:spPr>
              <a:xfrm>
                <a:off x="7885721" y="777488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7C099447-4520-CF99-E704-D953BCE447A6}"/>
                  </a:ext>
                </a:extLst>
              </p:cNvPr>
              <p:cNvSpPr/>
              <p:nvPr/>
            </p:nvSpPr>
            <p:spPr>
              <a:xfrm>
                <a:off x="8041592" y="777487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A5C2152-546F-DAD4-16C1-51D4C664B4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53818" y="913124"/>
                <a:ext cx="936432" cy="50409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D33F6BF0-735B-3223-7C80-E3052D9D26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25374" y="1853278"/>
                <a:ext cx="862675" cy="461666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5B1480D2-CA35-CCB7-CDB2-60122399B1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7711" y="977566"/>
                <a:ext cx="0" cy="461575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9BAF315B-17E4-9C0F-CA9A-8D7EA04873E4}"/>
                  </a:ext>
                </a:extLst>
              </p:cNvPr>
              <p:cNvSpPr/>
              <p:nvPr/>
            </p:nvSpPr>
            <p:spPr>
              <a:xfrm>
                <a:off x="8018978" y="1744610"/>
                <a:ext cx="1425996" cy="701065"/>
              </a:xfrm>
              <a:custGeom>
                <a:avLst/>
                <a:gdLst>
                  <a:gd name="connsiteX0" fmla="*/ 1374629 w 1425997"/>
                  <a:gd name="connsiteY0" fmla="*/ 689020 h 701065"/>
                  <a:gd name="connsiteX1" fmla="*/ 1284477 w 1425997"/>
                  <a:gd name="connsiteY1" fmla="*/ 695459 h 701065"/>
                  <a:gd name="connsiteX2" fmla="*/ 170454 w 1425997"/>
                  <a:gd name="connsiteY2" fmla="*/ 618186 h 701065"/>
                  <a:gd name="connsiteX3" fmla="*/ 22347 w 1425997"/>
                  <a:gd name="connsiteY3" fmla="*/ 0 h 7010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25997" h="701065">
                    <a:moveTo>
                      <a:pt x="1374629" y="689020"/>
                    </a:moveTo>
                    <a:cubicBezTo>
                      <a:pt x="1429901" y="698142"/>
                      <a:pt x="1485173" y="707265"/>
                      <a:pt x="1284477" y="695459"/>
                    </a:cubicBezTo>
                    <a:cubicBezTo>
                      <a:pt x="1083781" y="683653"/>
                      <a:pt x="380809" y="734096"/>
                      <a:pt x="170454" y="618186"/>
                    </a:cubicBezTo>
                    <a:cubicBezTo>
                      <a:pt x="-39901" y="502276"/>
                      <a:pt x="-8777" y="251138"/>
                      <a:pt x="22347" y="0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AED5D59B-B524-A74F-7DE9-2B76C1B20199}"/>
                  </a:ext>
                </a:extLst>
              </p:cNvPr>
              <p:cNvCxnSpPr/>
              <p:nvPr/>
            </p:nvCxnSpPr>
            <p:spPr>
              <a:xfrm>
                <a:off x="10566919" y="616794"/>
                <a:ext cx="431616" cy="0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601112-66AB-50AA-2874-AB8A8AAFE4F5}"/>
                  </a:ext>
                </a:extLst>
              </p:cNvPr>
              <p:cNvSpPr txBox="1"/>
              <p:nvPr/>
            </p:nvSpPr>
            <p:spPr>
              <a:xfrm>
                <a:off x="10364360" y="90365"/>
                <a:ext cx="2074175" cy="449194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600" b="1" dirty="0"/>
                  <a:t>Secreted antibody</a:t>
                </a:r>
              </a:p>
              <a:p>
                <a:r>
                  <a:rPr lang="en-US" sz="600" b="1" dirty="0"/>
                  <a:t>(T</a:t>
                </a:r>
                <a:r>
                  <a:rPr lang="en-US" sz="600" b="1" baseline="-25000" dirty="0"/>
                  <a:t>1/2</a:t>
                </a:r>
                <a:r>
                  <a:rPr lang="en-US" sz="600" b="1" dirty="0"/>
                  <a:t>~21d)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89481AC-A2FD-9C0F-2BE5-9D7EBE7767BB}"/>
                  </a:ext>
                </a:extLst>
              </p:cNvPr>
              <p:cNvSpPr txBox="1"/>
              <p:nvPr/>
            </p:nvSpPr>
            <p:spPr>
              <a:xfrm>
                <a:off x="9996163" y="988828"/>
                <a:ext cx="1969184" cy="499105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 follows Power-Law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2BE17EA2-40DE-D3A9-E819-6D634558E4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3497" y="1493829"/>
                <a:ext cx="1213" cy="478231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E973A6-34F5-FBCA-9E70-A483AEEDA491}"/>
                  </a:ext>
                </a:extLst>
              </p:cNvPr>
              <p:cNvSpPr txBox="1"/>
              <p:nvPr/>
            </p:nvSpPr>
            <p:spPr>
              <a:xfrm>
                <a:off x="9996163" y="1619184"/>
                <a:ext cx="1051851" cy="324418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</a:t>
                </a:r>
              </a:p>
            </p:txBody>
          </p:sp>
        </p:grpSp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F76EE55F-D8FB-7ED4-EF60-374083548284}"/>
                </a:ext>
              </a:extLst>
            </p:cNvPr>
            <p:cNvGrpSpPr/>
            <p:nvPr/>
          </p:nvGrpSpPr>
          <p:grpSpPr>
            <a:xfrm>
              <a:off x="2936333" y="3981764"/>
              <a:ext cx="420387" cy="280016"/>
              <a:chOff x="3401336" y="2799442"/>
              <a:chExt cx="833321" cy="569609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E2C85E03-3C84-447F-066E-50807B536B04}"/>
                  </a:ext>
                </a:extLst>
              </p:cNvPr>
              <p:cNvGrpSpPr/>
              <p:nvPr/>
            </p:nvGrpSpPr>
            <p:grpSpPr>
              <a:xfrm rot="5400000" flipH="1" flipV="1">
                <a:off x="3503380" y="269739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389B7CED-CCFF-AD61-B535-23CC81011865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054E3188-D98C-656D-DB3C-9FB652913DD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86" name="Oval 85">
                      <a:extLst>
                        <a:ext uri="{FF2B5EF4-FFF2-40B4-BE49-F238E27FC236}">
                          <a16:creationId xmlns:a16="http://schemas.microsoft.com/office/drawing/2014/main" id="{83EA0BD9-7611-3203-B437-84FB3CFE35F4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87" name="Group 86">
                      <a:extLst>
                        <a:ext uri="{FF2B5EF4-FFF2-40B4-BE49-F238E27FC236}">
                          <a16:creationId xmlns:a16="http://schemas.microsoft.com/office/drawing/2014/main" id="{A977491D-1EF8-CEA8-5061-74E0D4392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A1B9E1ED-45AB-6420-9741-9CD008ED0DF3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9" name="Oval 88">
                        <a:extLst>
                          <a:ext uri="{FF2B5EF4-FFF2-40B4-BE49-F238E27FC236}">
                            <a16:creationId xmlns:a16="http://schemas.microsoft.com/office/drawing/2014/main" id="{E91B4908-04B4-692D-B778-25DD67EB993F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0" name="Oval 89">
                        <a:extLst>
                          <a:ext uri="{FF2B5EF4-FFF2-40B4-BE49-F238E27FC236}">
                            <a16:creationId xmlns:a16="http://schemas.microsoft.com/office/drawing/2014/main" id="{2DAEED16-3F57-97DE-A5B9-66E59309C1E7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1" name="Oval 90">
                        <a:extLst>
                          <a:ext uri="{FF2B5EF4-FFF2-40B4-BE49-F238E27FC236}">
                            <a16:creationId xmlns:a16="http://schemas.microsoft.com/office/drawing/2014/main" id="{C1D414EB-9A25-90CF-CBA8-C759AC68517E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2" name="Arc 91">
                        <a:extLst>
                          <a:ext uri="{FF2B5EF4-FFF2-40B4-BE49-F238E27FC236}">
                            <a16:creationId xmlns:a16="http://schemas.microsoft.com/office/drawing/2014/main" id="{F7D6BC21-7481-9746-4F76-9D14DEDAA3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93" name="Oval 92">
                        <a:extLst>
                          <a:ext uri="{FF2B5EF4-FFF2-40B4-BE49-F238E27FC236}">
                            <a16:creationId xmlns:a16="http://schemas.microsoft.com/office/drawing/2014/main" id="{5AB5C096-6424-9592-1861-DB0229363E21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94" name="Arc 93">
                        <a:extLst>
                          <a:ext uri="{FF2B5EF4-FFF2-40B4-BE49-F238E27FC236}">
                            <a16:creationId xmlns:a16="http://schemas.microsoft.com/office/drawing/2014/main" id="{138F77DD-68BC-8A3B-404D-31D79C3A4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95" name="Arc 94">
                        <a:extLst>
                          <a:ext uri="{FF2B5EF4-FFF2-40B4-BE49-F238E27FC236}">
                            <a16:creationId xmlns:a16="http://schemas.microsoft.com/office/drawing/2014/main" id="{417FD098-79A0-068B-F8BA-EC6DEB76A801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73" name="Group 72">
                    <a:extLst>
                      <a:ext uri="{FF2B5EF4-FFF2-40B4-BE49-F238E27FC236}">
                        <a16:creationId xmlns:a16="http://schemas.microsoft.com/office/drawing/2014/main" id="{F77AE08A-6031-D373-CFF2-6DD87851324B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76" name="Oval 75">
                      <a:extLst>
                        <a:ext uri="{FF2B5EF4-FFF2-40B4-BE49-F238E27FC236}">
                          <a16:creationId xmlns:a16="http://schemas.microsoft.com/office/drawing/2014/main" id="{FB2354C1-8888-8455-19CA-CC686490D47A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77" name="Group 76">
                      <a:extLst>
                        <a:ext uri="{FF2B5EF4-FFF2-40B4-BE49-F238E27FC236}">
                          <a16:creationId xmlns:a16="http://schemas.microsoft.com/office/drawing/2014/main" id="{4DD84D68-8927-41F6-4BB1-9095A0B3E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78" name="Oval 77">
                        <a:extLst>
                          <a:ext uri="{FF2B5EF4-FFF2-40B4-BE49-F238E27FC236}">
                            <a16:creationId xmlns:a16="http://schemas.microsoft.com/office/drawing/2014/main" id="{973D8FB3-B950-308B-9696-4760CE96FE40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9" name="Oval 78">
                        <a:extLst>
                          <a:ext uri="{FF2B5EF4-FFF2-40B4-BE49-F238E27FC236}">
                            <a16:creationId xmlns:a16="http://schemas.microsoft.com/office/drawing/2014/main" id="{1F5AC5B6-6B55-0F1B-49B0-A8DC669406A3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0" name="Oval 79">
                        <a:extLst>
                          <a:ext uri="{FF2B5EF4-FFF2-40B4-BE49-F238E27FC236}">
                            <a16:creationId xmlns:a16="http://schemas.microsoft.com/office/drawing/2014/main" id="{56F7E4E6-4932-7C66-7FF4-41F4B95F6B8B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1" name="Oval 80">
                        <a:extLst>
                          <a:ext uri="{FF2B5EF4-FFF2-40B4-BE49-F238E27FC236}">
                            <a16:creationId xmlns:a16="http://schemas.microsoft.com/office/drawing/2014/main" id="{AAA3B994-E926-1B85-C866-89771F21A95E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2" name="Arc 81">
                        <a:extLst>
                          <a:ext uri="{FF2B5EF4-FFF2-40B4-BE49-F238E27FC236}">
                            <a16:creationId xmlns:a16="http://schemas.microsoft.com/office/drawing/2014/main" id="{2273CD59-FE19-5115-8150-EAEEF0150F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3" name="Oval 82">
                        <a:extLst>
                          <a:ext uri="{FF2B5EF4-FFF2-40B4-BE49-F238E27FC236}">
                            <a16:creationId xmlns:a16="http://schemas.microsoft.com/office/drawing/2014/main" id="{A826D262-AEF3-5B96-A589-5592B26C504C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84" name="Arc 83">
                        <a:extLst>
                          <a:ext uri="{FF2B5EF4-FFF2-40B4-BE49-F238E27FC236}">
                            <a16:creationId xmlns:a16="http://schemas.microsoft.com/office/drawing/2014/main" id="{BCE8309A-2E37-33C0-5F0D-8F8C334CEA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5" name="Arc 84">
                        <a:extLst>
                          <a:ext uri="{FF2B5EF4-FFF2-40B4-BE49-F238E27FC236}">
                            <a16:creationId xmlns:a16="http://schemas.microsoft.com/office/drawing/2014/main" id="{052EA818-4A31-DB5D-B398-AEE49B6F3F40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74" name="Straight Connector 73">
                    <a:extLst>
                      <a:ext uri="{FF2B5EF4-FFF2-40B4-BE49-F238E27FC236}">
                        <a16:creationId xmlns:a16="http://schemas.microsoft.com/office/drawing/2014/main" id="{5297DAD4-BC79-EC0C-94B0-EF844D7ED6E6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74">
                    <a:extLst>
                      <a:ext uri="{FF2B5EF4-FFF2-40B4-BE49-F238E27FC236}">
                        <a16:creationId xmlns:a16="http://schemas.microsoft.com/office/drawing/2014/main" id="{A77CF8D4-4AEC-EE6F-D10B-12818E2BDD89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DAF69714-86F7-70FA-455C-58EA5C06498F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48" name="Group 47">
                    <a:extLst>
                      <a:ext uri="{FF2B5EF4-FFF2-40B4-BE49-F238E27FC236}">
                        <a16:creationId xmlns:a16="http://schemas.microsoft.com/office/drawing/2014/main" id="{11B4A7EB-61E8-EE62-7C03-917D60C2281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62" name="Oval 61">
                      <a:extLst>
                        <a:ext uri="{FF2B5EF4-FFF2-40B4-BE49-F238E27FC236}">
                          <a16:creationId xmlns:a16="http://schemas.microsoft.com/office/drawing/2014/main" id="{2449EC01-C1B1-0225-3BF9-F9507FE92914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63" name="Group 62">
                      <a:extLst>
                        <a:ext uri="{FF2B5EF4-FFF2-40B4-BE49-F238E27FC236}">
                          <a16:creationId xmlns:a16="http://schemas.microsoft.com/office/drawing/2014/main" id="{BB1B213E-4B07-53DD-07D8-A059E2053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64" name="Oval 63">
                        <a:extLst>
                          <a:ext uri="{FF2B5EF4-FFF2-40B4-BE49-F238E27FC236}">
                            <a16:creationId xmlns:a16="http://schemas.microsoft.com/office/drawing/2014/main" id="{40C09699-5320-B76B-BBD6-F24BDF9F0F38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5" name="Oval 64">
                        <a:extLst>
                          <a:ext uri="{FF2B5EF4-FFF2-40B4-BE49-F238E27FC236}">
                            <a16:creationId xmlns:a16="http://schemas.microsoft.com/office/drawing/2014/main" id="{7FBE765E-808C-FEF2-1E96-DBE4ADDA261A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6" name="Oval 65">
                        <a:extLst>
                          <a:ext uri="{FF2B5EF4-FFF2-40B4-BE49-F238E27FC236}">
                            <a16:creationId xmlns:a16="http://schemas.microsoft.com/office/drawing/2014/main" id="{7542E401-753D-EF0C-C88B-FB1C8DE5563C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7" name="Oval 66">
                        <a:extLst>
                          <a:ext uri="{FF2B5EF4-FFF2-40B4-BE49-F238E27FC236}">
                            <a16:creationId xmlns:a16="http://schemas.microsoft.com/office/drawing/2014/main" id="{F909F3DE-B45C-147F-5605-979212F2CC77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8" name="Arc 67">
                        <a:extLst>
                          <a:ext uri="{FF2B5EF4-FFF2-40B4-BE49-F238E27FC236}">
                            <a16:creationId xmlns:a16="http://schemas.microsoft.com/office/drawing/2014/main" id="{0942E18C-C48E-C10F-2DED-964E4CF7C0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9" name="Oval 68">
                        <a:extLst>
                          <a:ext uri="{FF2B5EF4-FFF2-40B4-BE49-F238E27FC236}">
                            <a16:creationId xmlns:a16="http://schemas.microsoft.com/office/drawing/2014/main" id="{6A49C3CC-630A-550D-CD7D-6C46E7D00224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70" name="Arc 69">
                        <a:extLst>
                          <a:ext uri="{FF2B5EF4-FFF2-40B4-BE49-F238E27FC236}">
                            <a16:creationId xmlns:a16="http://schemas.microsoft.com/office/drawing/2014/main" id="{E5C596E8-A9FE-ACBD-D0D1-A83951F71C1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71" name="Arc 70">
                        <a:extLst>
                          <a:ext uri="{FF2B5EF4-FFF2-40B4-BE49-F238E27FC236}">
                            <a16:creationId xmlns:a16="http://schemas.microsoft.com/office/drawing/2014/main" id="{76230ABD-720B-D709-7CD0-49973AA43FCA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CABA4AD7-9CA3-65C3-675A-4CBFD84F587B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0D576C0A-076F-EE07-63D0-5878371444B5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53" name="Group 52">
                      <a:extLst>
                        <a:ext uri="{FF2B5EF4-FFF2-40B4-BE49-F238E27FC236}">
                          <a16:creationId xmlns:a16="http://schemas.microsoft.com/office/drawing/2014/main" id="{49E66FA4-E8F4-A74E-8E3A-D9804FE345F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616D8501-620A-DB7A-3F9C-CBA55EBDC777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55" name="Oval 54">
                        <a:extLst>
                          <a:ext uri="{FF2B5EF4-FFF2-40B4-BE49-F238E27FC236}">
                            <a16:creationId xmlns:a16="http://schemas.microsoft.com/office/drawing/2014/main" id="{24A96185-3E0D-3F82-DD88-B17BAFEAD980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56" name="Oval 55">
                        <a:extLst>
                          <a:ext uri="{FF2B5EF4-FFF2-40B4-BE49-F238E27FC236}">
                            <a16:creationId xmlns:a16="http://schemas.microsoft.com/office/drawing/2014/main" id="{83BAC8EC-D416-9736-C0C1-88CE641040D2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57" name="Oval 56">
                        <a:extLst>
                          <a:ext uri="{FF2B5EF4-FFF2-40B4-BE49-F238E27FC236}">
                            <a16:creationId xmlns:a16="http://schemas.microsoft.com/office/drawing/2014/main" id="{97337641-041C-D7B4-5867-A7A22965873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58" name="Arc 57">
                        <a:extLst>
                          <a:ext uri="{FF2B5EF4-FFF2-40B4-BE49-F238E27FC236}">
                            <a16:creationId xmlns:a16="http://schemas.microsoft.com/office/drawing/2014/main" id="{3A6BC5C1-09DD-9E8E-A293-7BA5D6D5EC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59" name="Oval 58">
                        <a:extLst>
                          <a:ext uri="{FF2B5EF4-FFF2-40B4-BE49-F238E27FC236}">
                            <a16:creationId xmlns:a16="http://schemas.microsoft.com/office/drawing/2014/main" id="{2A02E91A-A503-37C4-CEF9-D11976C72515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60" name="Arc 59">
                        <a:extLst>
                          <a:ext uri="{FF2B5EF4-FFF2-40B4-BE49-F238E27FC236}">
                            <a16:creationId xmlns:a16="http://schemas.microsoft.com/office/drawing/2014/main" id="{75F1E99F-C929-7B04-D068-C24DB3DFD4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1" name="Arc 60">
                        <a:extLst>
                          <a:ext uri="{FF2B5EF4-FFF2-40B4-BE49-F238E27FC236}">
                            <a16:creationId xmlns:a16="http://schemas.microsoft.com/office/drawing/2014/main" id="{C099616F-96E6-DA45-8AFC-37A7C687540A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50" name="Straight Connector 49">
                    <a:extLst>
                      <a:ext uri="{FF2B5EF4-FFF2-40B4-BE49-F238E27FC236}">
                        <a16:creationId xmlns:a16="http://schemas.microsoft.com/office/drawing/2014/main" id="{3DC7CD80-395F-0885-FF9D-C12730E6066F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0435A9EB-B9B6-3607-D1AE-8BBBA0D879FF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5DBC249E-8703-35C8-3203-19D2A549B227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40" name="Moon 39">
                    <a:extLst>
                      <a:ext uri="{FF2B5EF4-FFF2-40B4-BE49-F238E27FC236}">
                        <a16:creationId xmlns:a16="http://schemas.microsoft.com/office/drawing/2014/main" id="{D874754B-D3E2-BD60-9BB3-21777AFA510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561699BA-64A8-5EC4-A53A-8AE7C19E040D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B051906C-63BB-A8DF-33CD-44E92B9451AE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30885635-711E-B274-7E4F-4C2DBB9DBE22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" name="Oval 43">
                    <a:extLst>
                      <a:ext uri="{FF2B5EF4-FFF2-40B4-BE49-F238E27FC236}">
                        <a16:creationId xmlns:a16="http://schemas.microsoft.com/office/drawing/2014/main" id="{9E94E0B0-2C78-1988-2357-42279F525EA1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F3BE50EA-567B-49BD-055B-20845F7DDB25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E58E77F0-8B52-3395-066C-D18601BCD2DF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D894E81E-7A99-E3C6-3BD1-961A6310C002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01E5C936-7EF4-15DE-4719-E2F0D229F347}"/>
                  </a:ext>
                </a:extLst>
              </p:cNvPr>
              <p:cNvGrpSpPr/>
              <p:nvPr/>
            </p:nvGrpSpPr>
            <p:grpSpPr>
              <a:xfrm rot="7464527" flipH="1" flipV="1">
                <a:off x="3987910" y="300682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D2D16460-3ACF-FC0F-91B6-C3D4321EB928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32" name="Group 131">
                    <a:extLst>
                      <a:ext uri="{FF2B5EF4-FFF2-40B4-BE49-F238E27FC236}">
                        <a16:creationId xmlns:a16="http://schemas.microsoft.com/office/drawing/2014/main" id="{89141D48-063F-1FD6-A44D-08475968935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46" name="Oval 145">
                      <a:extLst>
                        <a:ext uri="{FF2B5EF4-FFF2-40B4-BE49-F238E27FC236}">
                          <a16:creationId xmlns:a16="http://schemas.microsoft.com/office/drawing/2014/main" id="{0D9D2BD3-F76D-1DCE-2010-C197DD9C407A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7" name="Group 146">
                      <a:extLst>
                        <a:ext uri="{FF2B5EF4-FFF2-40B4-BE49-F238E27FC236}">
                          <a16:creationId xmlns:a16="http://schemas.microsoft.com/office/drawing/2014/main" id="{4026A68C-AF86-B82B-6684-EB3EDE21ED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8" name="Oval 147">
                        <a:extLst>
                          <a:ext uri="{FF2B5EF4-FFF2-40B4-BE49-F238E27FC236}">
                            <a16:creationId xmlns:a16="http://schemas.microsoft.com/office/drawing/2014/main" id="{71D6C257-9901-F2DF-0A9D-D029E4C01477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9" name="Oval 148">
                        <a:extLst>
                          <a:ext uri="{FF2B5EF4-FFF2-40B4-BE49-F238E27FC236}">
                            <a16:creationId xmlns:a16="http://schemas.microsoft.com/office/drawing/2014/main" id="{C8B023B2-049A-84AC-009D-20E736A00A75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50" name="Oval 149">
                        <a:extLst>
                          <a:ext uri="{FF2B5EF4-FFF2-40B4-BE49-F238E27FC236}">
                            <a16:creationId xmlns:a16="http://schemas.microsoft.com/office/drawing/2014/main" id="{E4821753-2769-5F96-9604-EF6B3C2CC274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51" name="Oval 150">
                        <a:extLst>
                          <a:ext uri="{FF2B5EF4-FFF2-40B4-BE49-F238E27FC236}">
                            <a16:creationId xmlns:a16="http://schemas.microsoft.com/office/drawing/2014/main" id="{18A60B7C-B76D-3D0A-429A-2BF957422317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52" name="Arc 151">
                        <a:extLst>
                          <a:ext uri="{FF2B5EF4-FFF2-40B4-BE49-F238E27FC236}">
                            <a16:creationId xmlns:a16="http://schemas.microsoft.com/office/drawing/2014/main" id="{5A7D0097-208B-FCFF-FDC2-4150CB2589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53" name="Oval 152">
                        <a:extLst>
                          <a:ext uri="{FF2B5EF4-FFF2-40B4-BE49-F238E27FC236}">
                            <a16:creationId xmlns:a16="http://schemas.microsoft.com/office/drawing/2014/main" id="{0529E960-8353-59C9-0F3C-766D39F53A89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54" name="Arc 153">
                        <a:extLst>
                          <a:ext uri="{FF2B5EF4-FFF2-40B4-BE49-F238E27FC236}">
                            <a16:creationId xmlns:a16="http://schemas.microsoft.com/office/drawing/2014/main" id="{4975FCCD-3DBC-2C05-5DD7-AEB9EE9C6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55" name="Arc 154">
                        <a:extLst>
                          <a:ext uri="{FF2B5EF4-FFF2-40B4-BE49-F238E27FC236}">
                            <a16:creationId xmlns:a16="http://schemas.microsoft.com/office/drawing/2014/main" id="{BF4FCC30-4BC1-008D-7696-15D5A6535254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33" name="Group 132">
                    <a:extLst>
                      <a:ext uri="{FF2B5EF4-FFF2-40B4-BE49-F238E27FC236}">
                        <a16:creationId xmlns:a16="http://schemas.microsoft.com/office/drawing/2014/main" id="{69B9E9A8-9D49-E435-581C-D785378822F4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36" name="Oval 135">
                      <a:extLst>
                        <a:ext uri="{FF2B5EF4-FFF2-40B4-BE49-F238E27FC236}">
                          <a16:creationId xmlns:a16="http://schemas.microsoft.com/office/drawing/2014/main" id="{305E6FFD-E52B-9346-E081-629B6B90634E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37" name="Group 136">
                      <a:extLst>
                        <a:ext uri="{FF2B5EF4-FFF2-40B4-BE49-F238E27FC236}">
                          <a16:creationId xmlns:a16="http://schemas.microsoft.com/office/drawing/2014/main" id="{4F631ECC-47A6-07DA-945E-18762E4E4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38" name="Oval 137">
                        <a:extLst>
                          <a:ext uri="{FF2B5EF4-FFF2-40B4-BE49-F238E27FC236}">
                            <a16:creationId xmlns:a16="http://schemas.microsoft.com/office/drawing/2014/main" id="{5EEA8C4F-AF05-0422-C130-38C8F27F0AF7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9" name="Oval 138">
                        <a:extLst>
                          <a:ext uri="{FF2B5EF4-FFF2-40B4-BE49-F238E27FC236}">
                            <a16:creationId xmlns:a16="http://schemas.microsoft.com/office/drawing/2014/main" id="{D3E0B129-74EB-AA82-53AE-F0B85587F8C9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0" name="Oval 139">
                        <a:extLst>
                          <a:ext uri="{FF2B5EF4-FFF2-40B4-BE49-F238E27FC236}">
                            <a16:creationId xmlns:a16="http://schemas.microsoft.com/office/drawing/2014/main" id="{1999DC37-A473-7605-BB03-22775E65EC46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1" name="Oval 140">
                        <a:extLst>
                          <a:ext uri="{FF2B5EF4-FFF2-40B4-BE49-F238E27FC236}">
                            <a16:creationId xmlns:a16="http://schemas.microsoft.com/office/drawing/2014/main" id="{660CF6AC-2D9F-D5C4-D22C-350D67076276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2" name="Arc 141">
                        <a:extLst>
                          <a:ext uri="{FF2B5EF4-FFF2-40B4-BE49-F238E27FC236}">
                            <a16:creationId xmlns:a16="http://schemas.microsoft.com/office/drawing/2014/main" id="{CC440928-571A-A0BF-D40C-153E61329A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3" name="Oval 142">
                        <a:extLst>
                          <a:ext uri="{FF2B5EF4-FFF2-40B4-BE49-F238E27FC236}">
                            <a16:creationId xmlns:a16="http://schemas.microsoft.com/office/drawing/2014/main" id="{BC64BB4C-8B4B-94D7-3A02-BA983D55D3E4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4" name="Arc 143">
                        <a:extLst>
                          <a:ext uri="{FF2B5EF4-FFF2-40B4-BE49-F238E27FC236}">
                            <a16:creationId xmlns:a16="http://schemas.microsoft.com/office/drawing/2014/main" id="{FD63E209-A9ED-438D-40F3-472F0E4E68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" name="Arc 144">
                        <a:extLst>
                          <a:ext uri="{FF2B5EF4-FFF2-40B4-BE49-F238E27FC236}">
                            <a16:creationId xmlns:a16="http://schemas.microsoft.com/office/drawing/2014/main" id="{A989B557-C379-2754-50CF-8D9332775FFD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FF6EA240-DB53-D175-8BC9-E6D9153F5DA7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" name="Straight Connector 134">
                    <a:extLst>
                      <a:ext uri="{FF2B5EF4-FFF2-40B4-BE49-F238E27FC236}">
                        <a16:creationId xmlns:a16="http://schemas.microsoft.com/office/drawing/2014/main" id="{2905DA6C-4303-BA15-BFD8-BD6EC7CDCD92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B4A53423-9966-6671-B288-8249BB5B167A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08" name="Group 107">
                    <a:extLst>
                      <a:ext uri="{FF2B5EF4-FFF2-40B4-BE49-F238E27FC236}">
                        <a16:creationId xmlns:a16="http://schemas.microsoft.com/office/drawing/2014/main" id="{ED33A0FE-B83F-13D2-409C-B7F1990DC85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22" name="Oval 121">
                      <a:extLst>
                        <a:ext uri="{FF2B5EF4-FFF2-40B4-BE49-F238E27FC236}">
                          <a16:creationId xmlns:a16="http://schemas.microsoft.com/office/drawing/2014/main" id="{8D7D0B49-050A-16CF-F3A5-B06167DC6070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23" name="Group 122">
                      <a:extLst>
                        <a:ext uri="{FF2B5EF4-FFF2-40B4-BE49-F238E27FC236}">
                          <a16:creationId xmlns:a16="http://schemas.microsoft.com/office/drawing/2014/main" id="{D1A27487-3A85-4924-AE98-0ED959D496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24" name="Oval 123">
                        <a:extLst>
                          <a:ext uri="{FF2B5EF4-FFF2-40B4-BE49-F238E27FC236}">
                            <a16:creationId xmlns:a16="http://schemas.microsoft.com/office/drawing/2014/main" id="{F1173D9E-BBDE-A69B-0661-A81678717EC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5" name="Oval 124">
                        <a:extLst>
                          <a:ext uri="{FF2B5EF4-FFF2-40B4-BE49-F238E27FC236}">
                            <a16:creationId xmlns:a16="http://schemas.microsoft.com/office/drawing/2014/main" id="{0FEB5DBA-8DF1-9D20-29E2-9507D7764DE5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6" name="Oval 125">
                        <a:extLst>
                          <a:ext uri="{FF2B5EF4-FFF2-40B4-BE49-F238E27FC236}">
                            <a16:creationId xmlns:a16="http://schemas.microsoft.com/office/drawing/2014/main" id="{95B8D7B5-FFDB-EAAF-4D91-555A0C6662EE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7" name="Oval 126">
                        <a:extLst>
                          <a:ext uri="{FF2B5EF4-FFF2-40B4-BE49-F238E27FC236}">
                            <a16:creationId xmlns:a16="http://schemas.microsoft.com/office/drawing/2014/main" id="{504DA2D3-6541-5DA4-4B5C-4024377F2F47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8" name="Arc 127">
                        <a:extLst>
                          <a:ext uri="{FF2B5EF4-FFF2-40B4-BE49-F238E27FC236}">
                            <a16:creationId xmlns:a16="http://schemas.microsoft.com/office/drawing/2014/main" id="{9FAB3CD6-A905-6EE6-C852-E1624B71AF5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9" name="Oval 128">
                        <a:extLst>
                          <a:ext uri="{FF2B5EF4-FFF2-40B4-BE49-F238E27FC236}">
                            <a16:creationId xmlns:a16="http://schemas.microsoft.com/office/drawing/2014/main" id="{4D0A7DB7-D3B0-D806-2B5E-0086DE1A3270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0" name="Arc 129">
                        <a:extLst>
                          <a:ext uri="{FF2B5EF4-FFF2-40B4-BE49-F238E27FC236}">
                            <a16:creationId xmlns:a16="http://schemas.microsoft.com/office/drawing/2014/main" id="{2F2C2CFB-AE53-8111-C022-D2C66838E3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1" name="Arc 130">
                        <a:extLst>
                          <a:ext uri="{FF2B5EF4-FFF2-40B4-BE49-F238E27FC236}">
                            <a16:creationId xmlns:a16="http://schemas.microsoft.com/office/drawing/2014/main" id="{1F962A56-A0A9-6C1F-73B5-496C01788B64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09" name="Group 108">
                    <a:extLst>
                      <a:ext uri="{FF2B5EF4-FFF2-40B4-BE49-F238E27FC236}">
                        <a16:creationId xmlns:a16="http://schemas.microsoft.com/office/drawing/2014/main" id="{7021B5F3-9364-D76B-A70D-B3AD92259F87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12" name="Oval 111">
                      <a:extLst>
                        <a:ext uri="{FF2B5EF4-FFF2-40B4-BE49-F238E27FC236}">
                          <a16:creationId xmlns:a16="http://schemas.microsoft.com/office/drawing/2014/main" id="{76851F26-E4FB-5BB9-0706-2898B5B5CF9B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13" name="Group 112">
                      <a:extLst>
                        <a:ext uri="{FF2B5EF4-FFF2-40B4-BE49-F238E27FC236}">
                          <a16:creationId xmlns:a16="http://schemas.microsoft.com/office/drawing/2014/main" id="{688CBCE2-345A-4E0D-B161-0EC61A5269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14" name="Oval 113">
                        <a:extLst>
                          <a:ext uri="{FF2B5EF4-FFF2-40B4-BE49-F238E27FC236}">
                            <a16:creationId xmlns:a16="http://schemas.microsoft.com/office/drawing/2014/main" id="{3D7AAB73-2627-96D5-8BFC-2542BE51F00F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5" name="Oval 114">
                        <a:extLst>
                          <a:ext uri="{FF2B5EF4-FFF2-40B4-BE49-F238E27FC236}">
                            <a16:creationId xmlns:a16="http://schemas.microsoft.com/office/drawing/2014/main" id="{3BFFB166-F60A-45FE-CF2F-1FADE8C58D5C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6" name="Oval 115">
                        <a:extLst>
                          <a:ext uri="{FF2B5EF4-FFF2-40B4-BE49-F238E27FC236}">
                            <a16:creationId xmlns:a16="http://schemas.microsoft.com/office/drawing/2014/main" id="{D52B991D-0829-9624-A6A6-5CC98937D979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7" name="Oval 116">
                        <a:extLst>
                          <a:ext uri="{FF2B5EF4-FFF2-40B4-BE49-F238E27FC236}">
                            <a16:creationId xmlns:a16="http://schemas.microsoft.com/office/drawing/2014/main" id="{2DA926A2-C611-B272-476B-9995C74AE986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8" name="Arc 117">
                        <a:extLst>
                          <a:ext uri="{FF2B5EF4-FFF2-40B4-BE49-F238E27FC236}">
                            <a16:creationId xmlns:a16="http://schemas.microsoft.com/office/drawing/2014/main" id="{326D33A3-BA08-BEE4-10FA-D2B7CF9F52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9" name="Oval 118">
                        <a:extLst>
                          <a:ext uri="{FF2B5EF4-FFF2-40B4-BE49-F238E27FC236}">
                            <a16:creationId xmlns:a16="http://schemas.microsoft.com/office/drawing/2014/main" id="{7446557F-B5B5-8F37-229A-BA362E23057A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0" name="Arc 119">
                        <a:extLst>
                          <a:ext uri="{FF2B5EF4-FFF2-40B4-BE49-F238E27FC236}">
                            <a16:creationId xmlns:a16="http://schemas.microsoft.com/office/drawing/2014/main" id="{818FD26D-EFF9-99B7-9FC0-A903DCFC58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1" name="Arc 120">
                        <a:extLst>
                          <a:ext uri="{FF2B5EF4-FFF2-40B4-BE49-F238E27FC236}">
                            <a16:creationId xmlns:a16="http://schemas.microsoft.com/office/drawing/2014/main" id="{9E634D56-6E98-5231-75A8-B9D4A4EEBF98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10" name="Straight Connector 109">
                    <a:extLst>
                      <a:ext uri="{FF2B5EF4-FFF2-40B4-BE49-F238E27FC236}">
                        <a16:creationId xmlns:a16="http://schemas.microsoft.com/office/drawing/2014/main" id="{298120BE-C380-A953-5DB3-30C28C8E570E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1" name="Straight Connector 110">
                    <a:extLst>
                      <a:ext uri="{FF2B5EF4-FFF2-40B4-BE49-F238E27FC236}">
                        <a16:creationId xmlns:a16="http://schemas.microsoft.com/office/drawing/2014/main" id="{DD7A32DA-FB48-1F6F-0FF1-52C62C1FA158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6460428-CA10-4CF3-F427-5EE28F3F6875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00" name="Moon 99">
                    <a:extLst>
                      <a:ext uri="{FF2B5EF4-FFF2-40B4-BE49-F238E27FC236}">
                        <a16:creationId xmlns:a16="http://schemas.microsoft.com/office/drawing/2014/main" id="{FBA6D7DF-1DB1-4153-F9F0-583933BCDA09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" name="Oval 100">
                    <a:extLst>
                      <a:ext uri="{FF2B5EF4-FFF2-40B4-BE49-F238E27FC236}">
                        <a16:creationId xmlns:a16="http://schemas.microsoft.com/office/drawing/2014/main" id="{C4CA30E8-1C0D-CF78-5F3F-5A6071CA028C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" name="Oval 101">
                    <a:extLst>
                      <a:ext uri="{FF2B5EF4-FFF2-40B4-BE49-F238E27FC236}">
                        <a16:creationId xmlns:a16="http://schemas.microsoft.com/office/drawing/2014/main" id="{1BE9724C-517F-DC6B-23CE-BB23DCCB92E7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" name="Oval 102">
                    <a:extLst>
                      <a:ext uri="{FF2B5EF4-FFF2-40B4-BE49-F238E27FC236}">
                        <a16:creationId xmlns:a16="http://schemas.microsoft.com/office/drawing/2014/main" id="{6107F1DE-26F6-5015-819A-AD99AA821CD3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" name="Oval 103">
                    <a:extLst>
                      <a:ext uri="{FF2B5EF4-FFF2-40B4-BE49-F238E27FC236}">
                        <a16:creationId xmlns:a16="http://schemas.microsoft.com/office/drawing/2014/main" id="{8CA66DBC-9B65-8FA8-3B92-19C8E670C7A4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" name="Oval 104">
                    <a:extLst>
                      <a:ext uri="{FF2B5EF4-FFF2-40B4-BE49-F238E27FC236}">
                        <a16:creationId xmlns:a16="http://schemas.microsoft.com/office/drawing/2014/main" id="{CEB008A4-E918-FAF5-0400-2A287156F060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" name="Oval 105">
                    <a:extLst>
                      <a:ext uri="{FF2B5EF4-FFF2-40B4-BE49-F238E27FC236}">
                        <a16:creationId xmlns:a16="http://schemas.microsoft.com/office/drawing/2014/main" id="{894F77E9-DCF0-9A57-A54F-A8E3288E4592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" name="Oval 106">
                    <a:extLst>
                      <a:ext uri="{FF2B5EF4-FFF2-40B4-BE49-F238E27FC236}">
                        <a16:creationId xmlns:a16="http://schemas.microsoft.com/office/drawing/2014/main" id="{CAFC24CD-5011-C530-4805-26180A0A517E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DAD042A-91B8-BD10-4D3F-DCE8D8CA8CE1}"/>
                  </a:ext>
                </a:extLst>
              </p:cNvPr>
              <p:cNvGrpSpPr/>
              <p:nvPr/>
            </p:nvGrpSpPr>
            <p:grpSpPr>
              <a:xfrm rot="1312654" flipH="1" flipV="1">
                <a:off x="3537916" y="3020261"/>
                <a:ext cx="180828" cy="348790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394ECEA5-13C7-2994-2F32-9D68C96A4EAC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92" name="Group 191">
                    <a:extLst>
                      <a:ext uri="{FF2B5EF4-FFF2-40B4-BE49-F238E27FC236}">
                        <a16:creationId xmlns:a16="http://schemas.microsoft.com/office/drawing/2014/main" id="{5365EE14-D8D3-D946-8039-A4E320E1FE3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206" name="Oval 205">
                      <a:extLst>
                        <a:ext uri="{FF2B5EF4-FFF2-40B4-BE49-F238E27FC236}">
                          <a16:creationId xmlns:a16="http://schemas.microsoft.com/office/drawing/2014/main" id="{CCF228FB-A9DB-82B9-7012-826729B67ECD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207" name="Group 206">
                      <a:extLst>
                        <a:ext uri="{FF2B5EF4-FFF2-40B4-BE49-F238E27FC236}">
                          <a16:creationId xmlns:a16="http://schemas.microsoft.com/office/drawing/2014/main" id="{4F47F5C1-8F30-41D8-DE73-C83DDFCAA86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208" name="Oval 207">
                        <a:extLst>
                          <a:ext uri="{FF2B5EF4-FFF2-40B4-BE49-F238E27FC236}">
                            <a16:creationId xmlns:a16="http://schemas.microsoft.com/office/drawing/2014/main" id="{1CD916E1-C90B-E947-EEEF-B7DDFBB4044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09" name="Oval 208">
                        <a:extLst>
                          <a:ext uri="{FF2B5EF4-FFF2-40B4-BE49-F238E27FC236}">
                            <a16:creationId xmlns:a16="http://schemas.microsoft.com/office/drawing/2014/main" id="{93C9C733-366F-FC97-BFBA-EE963579FD72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10" name="Oval 209">
                        <a:extLst>
                          <a:ext uri="{FF2B5EF4-FFF2-40B4-BE49-F238E27FC236}">
                            <a16:creationId xmlns:a16="http://schemas.microsoft.com/office/drawing/2014/main" id="{44AC66D6-73A3-D0FA-832D-3408723ABFE5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11" name="Oval 210">
                        <a:extLst>
                          <a:ext uri="{FF2B5EF4-FFF2-40B4-BE49-F238E27FC236}">
                            <a16:creationId xmlns:a16="http://schemas.microsoft.com/office/drawing/2014/main" id="{03BF8B39-AFC5-1626-EBFD-C67EB06613F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12" name="Arc 211">
                        <a:extLst>
                          <a:ext uri="{FF2B5EF4-FFF2-40B4-BE49-F238E27FC236}">
                            <a16:creationId xmlns:a16="http://schemas.microsoft.com/office/drawing/2014/main" id="{B7EFF2E0-A288-6EC3-DC8C-F662199B00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13" name="Oval 212">
                        <a:extLst>
                          <a:ext uri="{FF2B5EF4-FFF2-40B4-BE49-F238E27FC236}">
                            <a16:creationId xmlns:a16="http://schemas.microsoft.com/office/drawing/2014/main" id="{8ED5105B-266C-492D-9DFF-54E406783C5B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14" name="Arc 213">
                        <a:extLst>
                          <a:ext uri="{FF2B5EF4-FFF2-40B4-BE49-F238E27FC236}">
                            <a16:creationId xmlns:a16="http://schemas.microsoft.com/office/drawing/2014/main" id="{59971695-1739-4F77-08E2-5C31068692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15" name="Arc 214">
                        <a:extLst>
                          <a:ext uri="{FF2B5EF4-FFF2-40B4-BE49-F238E27FC236}">
                            <a16:creationId xmlns:a16="http://schemas.microsoft.com/office/drawing/2014/main" id="{5BED1843-9B76-CA30-DFCC-7CCE96923692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93" name="Group 192">
                    <a:extLst>
                      <a:ext uri="{FF2B5EF4-FFF2-40B4-BE49-F238E27FC236}">
                        <a16:creationId xmlns:a16="http://schemas.microsoft.com/office/drawing/2014/main" id="{5159A901-D35A-0C4F-C353-B7BFF339F747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96" name="Oval 195">
                      <a:extLst>
                        <a:ext uri="{FF2B5EF4-FFF2-40B4-BE49-F238E27FC236}">
                          <a16:creationId xmlns:a16="http://schemas.microsoft.com/office/drawing/2014/main" id="{981B451B-E7EF-36D7-8A01-71E5EA5C95B4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97" name="Group 196">
                      <a:extLst>
                        <a:ext uri="{FF2B5EF4-FFF2-40B4-BE49-F238E27FC236}">
                          <a16:creationId xmlns:a16="http://schemas.microsoft.com/office/drawing/2014/main" id="{B741FB94-BEB0-E274-C1FC-D3185ED6DF3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98" name="Oval 197">
                        <a:extLst>
                          <a:ext uri="{FF2B5EF4-FFF2-40B4-BE49-F238E27FC236}">
                            <a16:creationId xmlns:a16="http://schemas.microsoft.com/office/drawing/2014/main" id="{B9F2F0A9-8082-9641-9391-6AF0FBFE5B11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99" name="Oval 198">
                        <a:extLst>
                          <a:ext uri="{FF2B5EF4-FFF2-40B4-BE49-F238E27FC236}">
                            <a16:creationId xmlns:a16="http://schemas.microsoft.com/office/drawing/2014/main" id="{85FA8F86-BA2B-B0A5-D84C-E20DC7A0C43C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00" name="Oval 199">
                        <a:extLst>
                          <a:ext uri="{FF2B5EF4-FFF2-40B4-BE49-F238E27FC236}">
                            <a16:creationId xmlns:a16="http://schemas.microsoft.com/office/drawing/2014/main" id="{C8E77DC7-BB0D-3477-AF30-31D646C48335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01" name="Oval 200">
                        <a:extLst>
                          <a:ext uri="{FF2B5EF4-FFF2-40B4-BE49-F238E27FC236}">
                            <a16:creationId xmlns:a16="http://schemas.microsoft.com/office/drawing/2014/main" id="{012408AC-785D-2B48-2B54-7D53CEC3E066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02" name="Arc 201">
                        <a:extLst>
                          <a:ext uri="{FF2B5EF4-FFF2-40B4-BE49-F238E27FC236}">
                            <a16:creationId xmlns:a16="http://schemas.microsoft.com/office/drawing/2014/main" id="{56849E46-5280-B9AD-ABD9-1CDAFDDEE1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03" name="Oval 202">
                        <a:extLst>
                          <a:ext uri="{FF2B5EF4-FFF2-40B4-BE49-F238E27FC236}">
                            <a16:creationId xmlns:a16="http://schemas.microsoft.com/office/drawing/2014/main" id="{EDBA06D2-D1CD-7FAF-4B51-7175605FC815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04" name="Arc 203">
                        <a:extLst>
                          <a:ext uri="{FF2B5EF4-FFF2-40B4-BE49-F238E27FC236}">
                            <a16:creationId xmlns:a16="http://schemas.microsoft.com/office/drawing/2014/main" id="{4D9FD259-3992-7C45-2872-BD6CF1AB65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05" name="Arc 204">
                        <a:extLst>
                          <a:ext uri="{FF2B5EF4-FFF2-40B4-BE49-F238E27FC236}">
                            <a16:creationId xmlns:a16="http://schemas.microsoft.com/office/drawing/2014/main" id="{837CB492-25A8-3831-D45F-4D0AE6510899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94" name="Straight Connector 193">
                    <a:extLst>
                      <a:ext uri="{FF2B5EF4-FFF2-40B4-BE49-F238E27FC236}">
                        <a16:creationId xmlns:a16="http://schemas.microsoft.com/office/drawing/2014/main" id="{E2B77840-BC2D-14A6-5EAD-22496FE783DD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EA88A7A9-E53E-11A0-0721-68EE9BBFA327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8" name="Group 157">
                  <a:extLst>
                    <a:ext uri="{FF2B5EF4-FFF2-40B4-BE49-F238E27FC236}">
                      <a16:creationId xmlns:a16="http://schemas.microsoft.com/office/drawing/2014/main" id="{82E2ECEA-2FF6-A668-C2F1-400F2F9736DB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68" name="Group 167">
                    <a:extLst>
                      <a:ext uri="{FF2B5EF4-FFF2-40B4-BE49-F238E27FC236}">
                        <a16:creationId xmlns:a16="http://schemas.microsoft.com/office/drawing/2014/main" id="{D67711EF-4F9F-AE8D-2C65-962C3E23C1D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82" name="Oval 181">
                      <a:extLst>
                        <a:ext uri="{FF2B5EF4-FFF2-40B4-BE49-F238E27FC236}">
                          <a16:creationId xmlns:a16="http://schemas.microsoft.com/office/drawing/2014/main" id="{899D94E1-2914-B070-6B43-0D47E61D405F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83" name="Group 182">
                      <a:extLst>
                        <a:ext uri="{FF2B5EF4-FFF2-40B4-BE49-F238E27FC236}">
                          <a16:creationId xmlns:a16="http://schemas.microsoft.com/office/drawing/2014/main" id="{E0541ACF-FA4B-3265-DE80-EF412F4465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84" name="Oval 183">
                        <a:extLst>
                          <a:ext uri="{FF2B5EF4-FFF2-40B4-BE49-F238E27FC236}">
                            <a16:creationId xmlns:a16="http://schemas.microsoft.com/office/drawing/2014/main" id="{0DCA702B-F3D1-3A46-DD63-23A30484DAFA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85" name="Oval 184">
                        <a:extLst>
                          <a:ext uri="{FF2B5EF4-FFF2-40B4-BE49-F238E27FC236}">
                            <a16:creationId xmlns:a16="http://schemas.microsoft.com/office/drawing/2014/main" id="{3A27A128-4BC8-7FFC-4939-F14AF8EA93F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86" name="Oval 185">
                        <a:extLst>
                          <a:ext uri="{FF2B5EF4-FFF2-40B4-BE49-F238E27FC236}">
                            <a16:creationId xmlns:a16="http://schemas.microsoft.com/office/drawing/2014/main" id="{6A385E54-F78D-9FC2-4902-5879DE98966D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87" name="Oval 186">
                        <a:extLst>
                          <a:ext uri="{FF2B5EF4-FFF2-40B4-BE49-F238E27FC236}">
                            <a16:creationId xmlns:a16="http://schemas.microsoft.com/office/drawing/2014/main" id="{0E4A48CB-7F1F-659E-2225-9BE2444AC981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88" name="Arc 187">
                        <a:extLst>
                          <a:ext uri="{FF2B5EF4-FFF2-40B4-BE49-F238E27FC236}">
                            <a16:creationId xmlns:a16="http://schemas.microsoft.com/office/drawing/2014/main" id="{C465963C-77FD-88F8-73D6-3C32D27A1B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9" name="Oval 188">
                        <a:extLst>
                          <a:ext uri="{FF2B5EF4-FFF2-40B4-BE49-F238E27FC236}">
                            <a16:creationId xmlns:a16="http://schemas.microsoft.com/office/drawing/2014/main" id="{DD5A5185-67DC-160C-A15D-6E29CB810F32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90" name="Arc 189">
                        <a:extLst>
                          <a:ext uri="{FF2B5EF4-FFF2-40B4-BE49-F238E27FC236}">
                            <a16:creationId xmlns:a16="http://schemas.microsoft.com/office/drawing/2014/main" id="{C7AA5618-8D45-F2C8-A49D-35F11B4457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91" name="Arc 190">
                        <a:extLst>
                          <a:ext uri="{FF2B5EF4-FFF2-40B4-BE49-F238E27FC236}">
                            <a16:creationId xmlns:a16="http://schemas.microsoft.com/office/drawing/2014/main" id="{58E7815E-AC74-AE77-0989-0F6AEB42EE36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69" name="Group 168">
                    <a:extLst>
                      <a:ext uri="{FF2B5EF4-FFF2-40B4-BE49-F238E27FC236}">
                        <a16:creationId xmlns:a16="http://schemas.microsoft.com/office/drawing/2014/main" id="{12758CF0-E881-88D7-11EA-0367A11E2747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72" name="Oval 171">
                      <a:extLst>
                        <a:ext uri="{FF2B5EF4-FFF2-40B4-BE49-F238E27FC236}">
                          <a16:creationId xmlns:a16="http://schemas.microsoft.com/office/drawing/2014/main" id="{3E12DE95-56FE-D2A7-3C78-83A73D6BE9F2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73" name="Group 172">
                      <a:extLst>
                        <a:ext uri="{FF2B5EF4-FFF2-40B4-BE49-F238E27FC236}">
                          <a16:creationId xmlns:a16="http://schemas.microsoft.com/office/drawing/2014/main" id="{C1C64DF8-2AC5-8AF6-BF98-556A365E04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74" name="Oval 173">
                        <a:extLst>
                          <a:ext uri="{FF2B5EF4-FFF2-40B4-BE49-F238E27FC236}">
                            <a16:creationId xmlns:a16="http://schemas.microsoft.com/office/drawing/2014/main" id="{2DDD52DC-76BC-01FD-93A8-B5858A85285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75" name="Oval 174">
                        <a:extLst>
                          <a:ext uri="{FF2B5EF4-FFF2-40B4-BE49-F238E27FC236}">
                            <a16:creationId xmlns:a16="http://schemas.microsoft.com/office/drawing/2014/main" id="{5ADFB5F4-B0ED-0C33-5EB0-4F2EE9A36CB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76" name="Oval 175">
                        <a:extLst>
                          <a:ext uri="{FF2B5EF4-FFF2-40B4-BE49-F238E27FC236}">
                            <a16:creationId xmlns:a16="http://schemas.microsoft.com/office/drawing/2014/main" id="{4BD23E4B-F376-01C1-1C1F-7F2310A17AF0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77" name="Oval 176">
                        <a:extLst>
                          <a:ext uri="{FF2B5EF4-FFF2-40B4-BE49-F238E27FC236}">
                            <a16:creationId xmlns:a16="http://schemas.microsoft.com/office/drawing/2014/main" id="{86187C8E-68D0-02C9-D866-B684AA7FDE9D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78" name="Arc 177">
                        <a:extLst>
                          <a:ext uri="{FF2B5EF4-FFF2-40B4-BE49-F238E27FC236}">
                            <a16:creationId xmlns:a16="http://schemas.microsoft.com/office/drawing/2014/main" id="{53A289C3-FD5E-EBEB-5C07-ACA04BE378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C6FF815C-D2EC-4AB1-E402-D71079B3343C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80" name="Arc 179">
                        <a:extLst>
                          <a:ext uri="{FF2B5EF4-FFF2-40B4-BE49-F238E27FC236}">
                            <a16:creationId xmlns:a16="http://schemas.microsoft.com/office/drawing/2014/main" id="{DF01EB27-3B0E-A1CB-9032-86D94A4B1A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1" name="Arc 180">
                        <a:extLst>
                          <a:ext uri="{FF2B5EF4-FFF2-40B4-BE49-F238E27FC236}">
                            <a16:creationId xmlns:a16="http://schemas.microsoft.com/office/drawing/2014/main" id="{9D7461E5-1E55-CFDC-42B7-FB5649B9829A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EBB9E172-06B1-E093-AD7C-BAB00D1B0D48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1" name="Straight Connector 170">
                    <a:extLst>
                      <a:ext uri="{FF2B5EF4-FFF2-40B4-BE49-F238E27FC236}">
                        <a16:creationId xmlns:a16="http://schemas.microsoft.com/office/drawing/2014/main" id="{7E6E3812-F412-D4E0-5611-CEE681EE9D64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9" name="Group 158">
                  <a:extLst>
                    <a:ext uri="{FF2B5EF4-FFF2-40B4-BE49-F238E27FC236}">
                      <a16:creationId xmlns:a16="http://schemas.microsoft.com/office/drawing/2014/main" id="{BD526215-9845-9642-AD3F-BAD5A8019651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60" name="Moon 159">
                    <a:extLst>
                      <a:ext uri="{FF2B5EF4-FFF2-40B4-BE49-F238E27FC236}">
                        <a16:creationId xmlns:a16="http://schemas.microsoft.com/office/drawing/2014/main" id="{09DC0278-3DCC-964B-73C9-58B8416D828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" name="Oval 160">
                    <a:extLst>
                      <a:ext uri="{FF2B5EF4-FFF2-40B4-BE49-F238E27FC236}">
                        <a16:creationId xmlns:a16="http://schemas.microsoft.com/office/drawing/2014/main" id="{1A77A200-1D72-B961-19FC-7B0103C31B6F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" name="Oval 161">
                    <a:extLst>
                      <a:ext uri="{FF2B5EF4-FFF2-40B4-BE49-F238E27FC236}">
                        <a16:creationId xmlns:a16="http://schemas.microsoft.com/office/drawing/2014/main" id="{C0ADAC48-97EA-BE14-A725-B94886ACA113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" name="Oval 162">
                    <a:extLst>
                      <a:ext uri="{FF2B5EF4-FFF2-40B4-BE49-F238E27FC236}">
                        <a16:creationId xmlns:a16="http://schemas.microsoft.com/office/drawing/2014/main" id="{FB2CD7D5-A2E6-3059-A9F7-2823960DA8EB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" name="Oval 163">
                    <a:extLst>
                      <a:ext uri="{FF2B5EF4-FFF2-40B4-BE49-F238E27FC236}">
                        <a16:creationId xmlns:a16="http://schemas.microsoft.com/office/drawing/2014/main" id="{6C4DCE54-6390-479E-1F63-A774AB5B68EB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" name="Oval 164">
                    <a:extLst>
                      <a:ext uri="{FF2B5EF4-FFF2-40B4-BE49-F238E27FC236}">
                        <a16:creationId xmlns:a16="http://schemas.microsoft.com/office/drawing/2014/main" id="{C47E95D4-694E-1FE4-FC9B-D4B63735DDE1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" name="Oval 165">
                    <a:extLst>
                      <a:ext uri="{FF2B5EF4-FFF2-40B4-BE49-F238E27FC236}">
                        <a16:creationId xmlns:a16="http://schemas.microsoft.com/office/drawing/2014/main" id="{ACF1A0A0-E97F-45C0-A316-486F7A9CDCDB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7" name="Oval 166">
                    <a:extLst>
                      <a:ext uri="{FF2B5EF4-FFF2-40B4-BE49-F238E27FC236}">
                        <a16:creationId xmlns:a16="http://schemas.microsoft.com/office/drawing/2014/main" id="{F91D1D9F-0A24-E213-8B5D-56900ACEF479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FCFE5302-2C9B-CD1E-5D13-E955399903A8}"/>
              </a:ext>
            </a:extLst>
          </p:cNvPr>
          <p:cNvGrpSpPr/>
          <p:nvPr/>
        </p:nvGrpSpPr>
        <p:grpSpPr>
          <a:xfrm>
            <a:off x="4813590" y="874126"/>
            <a:ext cx="2566131" cy="1534156"/>
            <a:chOff x="919160" y="3698053"/>
            <a:chExt cx="2566131" cy="1534156"/>
          </a:xfrm>
        </p:grpSpPr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EE09116D-61A0-0035-0B2A-4FB0CB220856}"/>
                </a:ext>
              </a:extLst>
            </p:cNvPr>
            <p:cNvGrpSpPr/>
            <p:nvPr/>
          </p:nvGrpSpPr>
          <p:grpSpPr>
            <a:xfrm>
              <a:off x="919160" y="3698053"/>
              <a:ext cx="2566131" cy="1534156"/>
              <a:chOff x="6044310" y="90365"/>
              <a:chExt cx="6394225" cy="2487854"/>
            </a:xfrm>
          </p:grpSpPr>
          <p:sp>
            <p:nvSpPr>
              <p:cNvPr id="401" name="TextBox 400">
                <a:extLst>
                  <a:ext uri="{FF2B5EF4-FFF2-40B4-BE49-F238E27FC236}">
                    <a16:creationId xmlns:a16="http://schemas.microsoft.com/office/drawing/2014/main" id="{B5757A24-2777-7C61-B674-ACA49D8CEB01}"/>
                  </a:ext>
                </a:extLst>
              </p:cNvPr>
              <p:cNvSpPr txBox="1"/>
              <p:nvPr/>
            </p:nvSpPr>
            <p:spPr>
              <a:xfrm>
                <a:off x="6044310" y="1332964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Naïve</a:t>
                </a:r>
              </a:p>
              <a:p>
                <a:pPr algn="ctr"/>
                <a:r>
                  <a:rPr lang="en-US" sz="600" dirty="0"/>
                  <a:t>B cell</a:t>
                </a:r>
              </a:p>
            </p:txBody>
          </p:sp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9AA2F2CB-2A3F-1F16-A39A-8772DB549D72}"/>
                  </a:ext>
                </a:extLst>
              </p:cNvPr>
              <p:cNvSpPr txBox="1"/>
              <p:nvPr/>
            </p:nvSpPr>
            <p:spPr>
              <a:xfrm>
                <a:off x="7674637" y="1332962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 err="1"/>
                  <a:t>Prolif</a:t>
                </a:r>
                <a:r>
                  <a:rPr lang="en-US" sz="600" dirty="0"/>
                  <a:t>.  GC</a:t>
                </a:r>
              </a:p>
            </p:txBody>
          </p:sp>
          <p:sp>
            <p:nvSpPr>
              <p:cNvPr id="403" name="TextBox 402">
                <a:extLst>
                  <a:ext uri="{FF2B5EF4-FFF2-40B4-BE49-F238E27FC236}">
                    <a16:creationId xmlns:a16="http://schemas.microsoft.com/office/drawing/2014/main" id="{0B8A6DA9-F339-F927-B680-F610F1F8A956}"/>
                  </a:ext>
                </a:extLst>
              </p:cNvPr>
              <p:cNvSpPr txBox="1"/>
              <p:nvPr/>
            </p:nvSpPr>
            <p:spPr>
              <a:xfrm>
                <a:off x="9575660" y="364916"/>
                <a:ext cx="964594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Long-lived PC</a:t>
                </a:r>
              </a:p>
            </p:txBody>
          </p:sp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728CCB34-BFB8-D90E-3720-0315A27DB354}"/>
                  </a:ext>
                </a:extLst>
              </p:cNvPr>
              <p:cNvSpPr txBox="1"/>
              <p:nvPr/>
            </p:nvSpPr>
            <p:spPr>
              <a:xfrm>
                <a:off x="9501901" y="1979294"/>
                <a:ext cx="1051859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 lived MBC</a:t>
                </a:r>
              </a:p>
            </p:txBody>
          </p:sp>
          <p:cxnSp>
            <p:nvCxnSpPr>
              <p:cNvPr id="405" name="Straight Arrow Connector 404">
                <a:extLst>
                  <a:ext uri="{FF2B5EF4-FFF2-40B4-BE49-F238E27FC236}">
                    <a16:creationId xmlns:a16="http://schemas.microsoft.com/office/drawing/2014/main" id="{9E01DA03-8CD0-AB14-8703-D18883D66E76}"/>
                  </a:ext>
                </a:extLst>
              </p:cNvPr>
              <p:cNvCxnSpPr>
                <a:stCxn id="401" idx="3"/>
                <a:endCxn id="402" idx="1"/>
              </p:cNvCxnSpPr>
              <p:nvPr/>
            </p:nvCxnSpPr>
            <p:spPr>
              <a:xfrm flipV="1">
                <a:off x="7008904" y="1557560"/>
                <a:ext cx="665733" cy="2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6" name="Straight Arrow Connector 405">
                <a:extLst>
                  <a:ext uri="{FF2B5EF4-FFF2-40B4-BE49-F238E27FC236}">
                    <a16:creationId xmlns:a16="http://schemas.microsoft.com/office/drawing/2014/main" id="{8230D515-280C-DA7E-F9BC-1C24CA6FF0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1549" y="777488"/>
                <a:ext cx="838241" cy="534399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7" name="Straight Arrow Connector 406">
                <a:extLst>
                  <a:ext uri="{FF2B5EF4-FFF2-40B4-BE49-F238E27FC236}">
                    <a16:creationId xmlns:a16="http://schemas.microsoft.com/office/drawing/2014/main" id="{F458ECD1-423A-8478-BFAF-C077AF2ED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95558" y="1811673"/>
                <a:ext cx="862675" cy="251878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F9C9F26F-9E12-2B64-EBF2-26B1E2C9230D}"/>
                  </a:ext>
                </a:extLst>
              </p:cNvPr>
              <p:cNvSpPr/>
              <p:nvPr/>
            </p:nvSpPr>
            <p:spPr>
              <a:xfrm>
                <a:off x="7885721" y="777488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62B74EFE-FDD1-8F98-404B-0FE5B1D1AEF5}"/>
                  </a:ext>
                </a:extLst>
              </p:cNvPr>
              <p:cNvSpPr/>
              <p:nvPr/>
            </p:nvSpPr>
            <p:spPr>
              <a:xfrm>
                <a:off x="8041592" y="777487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410" name="Straight Arrow Connector 409">
                <a:extLst>
                  <a:ext uri="{FF2B5EF4-FFF2-40B4-BE49-F238E27FC236}">
                    <a16:creationId xmlns:a16="http://schemas.microsoft.com/office/drawing/2014/main" id="{E5206152-B384-D5AA-EC91-CB8A195A69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53818" y="913124"/>
                <a:ext cx="936432" cy="50409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1" name="Straight Arrow Connector 410">
                <a:extLst>
                  <a:ext uri="{FF2B5EF4-FFF2-40B4-BE49-F238E27FC236}">
                    <a16:creationId xmlns:a16="http://schemas.microsoft.com/office/drawing/2014/main" id="{1BB1AE61-54FB-849D-05FB-330045B28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25374" y="1853278"/>
                <a:ext cx="862675" cy="461666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2" name="Straight Arrow Connector 411">
                <a:extLst>
                  <a:ext uri="{FF2B5EF4-FFF2-40B4-BE49-F238E27FC236}">
                    <a16:creationId xmlns:a16="http://schemas.microsoft.com/office/drawing/2014/main" id="{589078E0-5A47-D64C-A146-F7BB8E3822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7711" y="977566"/>
                <a:ext cx="0" cy="461575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79DF2B38-358E-BB55-D28E-9EB0D816DF6F}"/>
                  </a:ext>
                </a:extLst>
              </p:cNvPr>
              <p:cNvSpPr/>
              <p:nvPr/>
            </p:nvSpPr>
            <p:spPr>
              <a:xfrm>
                <a:off x="8018978" y="1744610"/>
                <a:ext cx="1425996" cy="701065"/>
              </a:xfrm>
              <a:custGeom>
                <a:avLst/>
                <a:gdLst>
                  <a:gd name="connsiteX0" fmla="*/ 1374629 w 1425997"/>
                  <a:gd name="connsiteY0" fmla="*/ 689020 h 701065"/>
                  <a:gd name="connsiteX1" fmla="*/ 1284477 w 1425997"/>
                  <a:gd name="connsiteY1" fmla="*/ 695459 h 701065"/>
                  <a:gd name="connsiteX2" fmla="*/ 170454 w 1425997"/>
                  <a:gd name="connsiteY2" fmla="*/ 618186 h 701065"/>
                  <a:gd name="connsiteX3" fmla="*/ 22347 w 1425997"/>
                  <a:gd name="connsiteY3" fmla="*/ 0 h 7010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25997" h="701065">
                    <a:moveTo>
                      <a:pt x="1374629" y="689020"/>
                    </a:moveTo>
                    <a:cubicBezTo>
                      <a:pt x="1429901" y="698142"/>
                      <a:pt x="1485173" y="707265"/>
                      <a:pt x="1284477" y="695459"/>
                    </a:cubicBezTo>
                    <a:cubicBezTo>
                      <a:pt x="1083781" y="683653"/>
                      <a:pt x="380809" y="734096"/>
                      <a:pt x="170454" y="618186"/>
                    </a:cubicBezTo>
                    <a:cubicBezTo>
                      <a:pt x="-39901" y="502276"/>
                      <a:pt x="-8777" y="251138"/>
                      <a:pt x="22347" y="0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414" name="Straight Arrow Connector 413">
                <a:extLst>
                  <a:ext uri="{FF2B5EF4-FFF2-40B4-BE49-F238E27FC236}">
                    <a16:creationId xmlns:a16="http://schemas.microsoft.com/office/drawing/2014/main" id="{0E4E89C7-DC41-5275-EA59-580B703798F7}"/>
                  </a:ext>
                </a:extLst>
              </p:cNvPr>
              <p:cNvCxnSpPr/>
              <p:nvPr/>
            </p:nvCxnSpPr>
            <p:spPr>
              <a:xfrm>
                <a:off x="10566919" y="616794"/>
                <a:ext cx="431616" cy="0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5" name="TextBox 414">
                <a:extLst>
                  <a:ext uri="{FF2B5EF4-FFF2-40B4-BE49-F238E27FC236}">
                    <a16:creationId xmlns:a16="http://schemas.microsoft.com/office/drawing/2014/main" id="{1A4B6CB9-3068-2985-C23D-2EF03F3085C0}"/>
                  </a:ext>
                </a:extLst>
              </p:cNvPr>
              <p:cNvSpPr txBox="1"/>
              <p:nvPr/>
            </p:nvSpPr>
            <p:spPr>
              <a:xfrm>
                <a:off x="10364360" y="90365"/>
                <a:ext cx="2074175" cy="449194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600" b="1" dirty="0"/>
                  <a:t>Secreted antibody</a:t>
                </a:r>
              </a:p>
              <a:p>
                <a:r>
                  <a:rPr lang="en-US" sz="600" b="1" dirty="0"/>
                  <a:t>(T</a:t>
                </a:r>
                <a:r>
                  <a:rPr lang="en-US" sz="600" b="1" baseline="-25000" dirty="0"/>
                  <a:t>1/2</a:t>
                </a:r>
                <a:r>
                  <a:rPr lang="en-US" sz="600" b="1" dirty="0"/>
                  <a:t>~21d)</a:t>
                </a:r>
              </a:p>
            </p:txBody>
          </p:sp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D18C4F1-0C7F-A10B-60E7-564DE3C8C2CB}"/>
                  </a:ext>
                </a:extLst>
              </p:cNvPr>
              <p:cNvSpPr txBox="1"/>
              <p:nvPr/>
            </p:nvSpPr>
            <p:spPr>
              <a:xfrm>
                <a:off x="9996163" y="988828"/>
                <a:ext cx="1969184" cy="324418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</a:t>
                </a:r>
              </a:p>
            </p:txBody>
          </p:sp>
          <p:cxnSp>
            <p:nvCxnSpPr>
              <p:cNvPr id="417" name="Straight Arrow Connector 416">
                <a:extLst>
                  <a:ext uri="{FF2B5EF4-FFF2-40B4-BE49-F238E27FC236}">
                    <a16:creationId xmlns:a16="http://schemas.microsoft.com/office/drawing/2014/main" id="{5687E1D8-5AF2-27D2-8B68-089E009CFB0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3497" y="1493829"/>
                <a:ext cx="1213" cy="478231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A2A31700-BC47-724C-729C-4E2B9C93959F}"/>
                  </a:ext>
                </a:extLst>
              </p:cNvPr>
              <p:cNvSpPr txBox="1"/>
              <p:nvPr/>
            </p:nvSpPr>
            <p:spPr>
              <a:xfrm>
                <a:off x="9996163" y="1619184"/>
                <a:ext cx="1051851" cy="324418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</a:t>
                </a:r>
              </a:p>
            </p:txBody>
          </p:sp>
        </p:grp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7164B369-58FA-75E8-2D25-F7EF30A58289}"/>
                </a:ext>
              </a:extLst>
            </p:cNvPr>
            <p:cNvGrpSpPr/>
            <p:nvPr/>
          </p:nvGrpSpPr>
          <p:grpSpPr>
            <a:xfrm>
              <a:off x="2936333" y="3981764"/>
              <a:ext cx="420387" cy="280016"/>
              <a:chOff x="3401336" y="2799442"/>
              <a:chExt cx="833321" cy="569609"/>
            </a:xfrm>
          </p:grpSpPr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5E8C7A83-053D-C9D6-10D7-41A6D2AE2145}"/>
                  </a:ext>
                </a:extLst>
              </p:cNvPr>
              <p:cNvGrpSpPr/>
              <p:nvPr/>
            </p:nvGrpSpPr>
            <p:grpSpPr>
              <a:xfrm rot="5400000" flipH="1" flipV="1">
                <a:off x="3503380" y="269739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342" name="Group 341">
                  <a:extLst>
                    <a:ext uri="{FF2B5EF4-FFF2-40B4-BE49-F238E27FC236}">
                      <a16:creationId xmlns:a16="http://schemas.microsoft.com/office/drawing/2014/main" id="{51EBC3B2-60FB-5F15-7893-04B8A4C60CBA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377" name="Group 376">
                    <a:extLst>
                      <a:ext uri="{FF2B5EF4-FFF2-40B4-BE49-F238E27FC236}">
                        <a16:creationId xmlns:a16="http://schemas.microsoft.com/office/drawing/2014/main" id="{A3787AA4-89DF-FB20-8C0D-D20EC18B9DB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391" name="Oval 390">
                      <a:extLst>
                        <a:ext uri="{FF2B5EF4-FFF2-40B4-BE49-F238E27FC236}">
                          <a16:creationId xmlns:a16="http://schemas.microsoft.com/office/drawing/2014/main" id="{388124F1-476E-1571-D051-5A1C16DAC10C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392" name="Group 391">
                      <a:extLst>
                        <a:ext uri="{FF2B5EF4-FFF2-40B4-BE49-F238E27FC236}">
                          <a16:creationId xmlns:a16="http://schemas.microsoft.com/office/drawing/2014/main" id="{964FF503-325E-DF3E-167A-8089105E16C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93" name="Oval 392">
                        <a:extLst>
                          <a:ext uri="{FF2B5EF4-FFF2-40B4-BE49-F238E27FC236}">
                            <a16:creationId xmlns:a16="http://schemas.microsoft.com/office/drawing/2014/main" id="{CCDDBAD5-6EE8-BB71-C7DA-40146CF7B4B7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94" name="Oval 393">
                        <a:extLst>
                          <a:ext uri="{FF2B5EF4-FFF2-40B4-BE49-F238E27FC236}">
                            <a16:creationId xmlns:a16="http://schemas.microsoft.com/office/drawing/2014/main" id="{E865C889-1013-00D4-5FBB-BBBE0F35A97F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95" name="Oval 394">
                        <a:extLst>
                          <a:ext uri="{FF2B5EF4-FFF2-40B4-BE49-F238E27FC236}">
                            <a16:creationId xmlns:a16="http://schemas.microsoft.com/office/drawing/2014/main" id="{1F1239F0-4FFE-6F64-E6E3-D66A517FD7A2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96" name="Oval 395">
                        <a:extLst>
                          <a:ext uri="{FF2B5EF4-FFF2-40B4-BE49-F238E27FC236}">
                            <a16:creationId xmlns:a16="http://schemas.microsoft.com/office/drawing/2014/main" id="{0B2AD043-5624-C82F-991A-AE96F8F6F4FC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97" name="Arc 396">
                        <a:extLst>
                          <a:ext uri="{FF2B5EF4-FFF2-40B4-BE49-F238E27FC236}">
                            <a16:creationId xmlns:a16="http://schemas.microsoft.com/office/drawing/2014/main" id="{78391A6D-4D17-356D-0E91-C1F70D8A97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98" name="Oval 397">
                        <a:extLst>
                          <a:ext uri="{FF2B5EF4-FFF2-40B4-BE49-F238E27FC236}">
                            <a16:creationId xmlns:a16="http://schemas.microsoft.com/office/drawing/2014/main" id="{3C837185-7B1D-5E9C-82AA-3E50454E5AA4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99" name="Arc 398">
                        <a:extLst>
                          <a:ext uri="{FF2B5EF4-FFF2-40B4-BE49-F238E27FC236}">
                            <a16:creationId xmlns:a16="http://schemas.microsoft.com/office/drawing/2014/main" id="{D25D9B8E-EAC5-D6F2-F8C4-16CA494657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00" name="Arc 399">
                        <a:extLst>
                          <a:ext uri="{FF2B5EF4-FFF2-40B4-BE49-F238E27FC236}">
                            <a16:creationId xmlns:a16="http://schemas.microsoft.com/office/drawing/2014/main" id="{39FB6A60-9382-2F52-D6CA-D145B1DF1938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378" name="Group 377">
                    <a:extLst>
                      <a:ext uri="{FF2B5EF4-FFF2-40B4-BE49-F238E27FC236}">
                        <a16:creationId xmlns:a16="http://schemas.microsoft.com/office/drawing/2014/main" id="{688F7D62-C0F8-EA48-AF79-3BAB7C2C8F43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381" name="Oval 380">
                      <a:extLst>
                        <a:ext uri="{FF2B5EF4-FFF2-40B4-BE49-F238E27FC236}">
                          <a16:creationId xmlns:a16="http://schemas.microsoft.com/office/drawing/2014/main" id="{5BD856DC-5AC0-124C-1863-020C182EDB29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382" name="Group 381">
                      <a:extLst>
                        <a:ext uri="{FF2B5EF4-FFF2-40B4-BE49-F238E27FC236}">
                          <a16:creationId xmlns:a16="http://schemas.microsoft.com/office/drawing/2014/main" id="{0079176F-0CA3-7C50-8E51-150E8F0CFF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83" name="Oval 382">
                        <a:extLst>
                          <a:ext uri="{FF2B5EF4-FFF2-40B4-BE49-F238E27FC236}">
                            <a16:creationId xmlns:a16="http://schemas.microsoft.com/office/drawing/2014/main" id="{68E33E48-3CD4-8ADD-66A6-0D74B51ED4C0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84" name="Oval 383">
                        <a:extLst>
                          <a:ext uri="{FF2B5EF4-FFF2-40B4-BE49-F238E27FC236}">
                            <a16:creationId xmlns:a16="http://schemas.microsoft.com/office/drawing/2014/main" id="{5BFD5C46-D138-5127-218E-29070EDF2C04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85" name="Oval 384">
                        <a:extLst>
                          <a:ext uri="{FF2B5EF4-FFF2-40B4-BE49-F238E27FC236}">
                            <a16:creationId xmlns:a16="http://schemas.microsoft.com/office/drawing/2014/main" id="{FD27ACFD-D27F-DE32-0A54-140696EDFD95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86" name="Oval 385">
                        <a:extLst>
                          <a:ext uri="{FF2B5EF4-FFF2-40B4-BE49-F238E27FC236}">
                            <a16:creationId xmlns:a16="http://schemas.microsoft.com/office/drawing/2014/main" id="{BA97AAA4-0356-809F-06EF-DD2757883B75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87" name="Arc 386">
                        <a:extLst>
                          <a:ext uri="{FF2B5EF4-FFF2-40B4-BE49-F238E27FC236}">
                            <a16:creationId xmlns:a16="http://schemas.microsoft.com/office/drawing/2014/main" id="{6BC8721E-08E8-06F4-F265-EF35E0600F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88" name="Oval 387">
                        <a:extLst>
                          <a:ext uri="{FF2B5EF4-FFF2-40B4-BE49-F238E27FC236}">
                            <a16:creationId xmlns:a16="http://schemas.microsoft.com/office/drawing/2014/main" id="{F59DDC48-9CA2-3A73-7127-F10A86D86848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89" name="Arc 388">
                        <a:extLst>
                          <a:ext uri="{FF2B5EF4-FFF2-40B4-BE49-F238E27FC236}">
                            <a16:creationId xmlns:a16="http://schemas.microsoft.com/office/drawing/2014/main" id="{2F1CE61C-BD2E-C211-3578-BA72EFC741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90" name="Arc 389">
                        <a:extLst>
                          <a:ext uri="{FF2B5EF4-FFF2-40B4-BE49-F238E27FC236}">
                            <a16:creationId xmlns:a16="http://schemas.microsoft.com/office/drawing/2014/main" id="{4930B968-C31A-05F1-2D20-D8E6021C4FD4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379" name="Straight Connector 378">
                    <a:extLst>
                      <a:ext uri="{FF2B5EF4-FFF2-40B4-BE49-F238E27FC236}">
                        <a16:creationId xmlns:a16="http://schemas.microsoft.com/office/drawing/2014/main" id="{DFBA09E9-9781-9C4D-521B-CEF2628BA14D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0" name="Straight Connector 379">
                    <a:extLst>
                      <a:ext uri="{FF2B5EF4-FFF2-40B4-BE49-F238E27FC236}">
                        <a16:creationId xmlns:a16="http://schemas.microsoft.com/office/drawing/2014/main" id="{9716D53A-BEC4-BF45-EB9D-7E074963CC3F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3" name="Group 342">
                  <a:extLst>
                    <a:ext uri="{FF2B5EF4-FFF2-40B4-BE49-F238E27FC236}">
                      <a16:creationId xmlns:a16="http://schemas.microsoft.com/office/drawing/2014/main" id="{808A1E2D-80E1-6ACF-9B0E-8C424C17CDC3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353" name="Group 352">
                    <a:extLst>
                      <a:ext uri="{FF2B5EF4-FFF2-40B4-BE49-F238E27FC236}">
                        <a16:creationId xmlns:a16="http://schemas.microsoft.com/office/drawing/2014/main" id="{ED247438-EE86-C2A1-4032-72D9D4A2C96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367" name="Oval 366">
                      <a:extLst>
                        <a:ext uri="{FF2B5EF4-FFF2-40B4-BE49-F238E27FC236}">
                          <a16:creationId xmlns:a16="http://schemas.microsoft.com/office/drawing/2014/main" id="{658EA3C7-155D-FAFF-A6BF-F30C7F18DE7A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368" name="Group 367">
                      <a:extLst>
                        <a:ext uri="{FF2B5EF4-FFF2-40B4-BE49-F238E27FC236}">
                          <a16:creationId xmlns:a16="http://schemas.microsoft.com/office/drawing/2014/main" id="{E1DFE1B6-EED7-95DA-EC58-84DE8A9CB28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69" name="Oval 368">
                        <a:extLst>
                          <a:ext uri="{FF2B5EF4-FFF2-40B4-BE49-F238E27FC236}">
                            <a16:creationId xmlns:a16="http://schemas.microsoft.com/office/drawing/2014/main" id="{F7218F65-8CB1-9A53-4C4B-D870EC92E536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70" name="Oval 369">
                        <a:extLst>
                          <a:ext uri="{FF2B5EF4-FFF2-40B4-BE49-F238E27FC236}">
                            <a16:creationId xmlns:a16="http://schemas.microsoft.com/office/drawing/2014/main" id="{C1846E9F-9A59-9E26-C3D1-ADFC5D8B9B76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71" name="Oval 370">
                        <a:extLst>
                          <a:ext uri="{FF2B5EF4-FFF2-40B4-BE49-F238E27FC236}">
                            <a16:creationId xmlns:a16="http://schemas.microsoft.com/office/drawing/2014/main" id="{597BF6A6-D154-A3BC-2DB6-F3828208D314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72" name="Oval 371">
                        <a:extLst>
                          <a:ext uri="{FF2B5EF4-FFF2-40B4-BE49-F238E27FC236}">
                            <a16:creationId xmlns:a16="http://schemas.microsoft.com/office/drawing/2014/main" id="{44EF61A1-B7E1-7041-E5F6-452DBD2886D4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73" name="Arc 372">
                        <a:extLst>
                          <a:ext uri="{FF2B5EF4-FFF2-40B4-BE49-F238E27FC236}">
                            <a16:creationId xmlns:a16="http://schemas.microsoft.com/office/drawing/2014/main" id="{BCE9A39A-1CAC-6549-EF4B-A2A5C8483A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74" name="Oval 373">
                        <a:extLst>
                          <a:ext uri="{FF2B5EF4-FFF2-40B4-BE49-F238E27FC236}">
                            <a16:creationId xmlns:a16="http://schemas.microsoft.com/office/drawing/2014/main" id="{E1F9F88A-BCC5-66D2-EBE1-20BAEA6FA3E1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75" name="Arc 374">
                        <a:extLst>
                          <a:ext uri="{FF2B5EF4-FFF2-40B4-BE49-F238E27FC236}">
                            <a16:creationId xmlns:a16="http://schemas.microsoft.com/office/drawing/2014/main" id="{20559812-69FC-9DD9-12B9-2FD50F69A0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76" name="Arc 375">
                        <a:extLst>
                          <a:ext uri="{FF2B5EF4-FFF2-40B4-BE49-F238E27FC236}">
                            <a16:creationId xmlns:a16="http://schemas.microsoft.com/office/drawing/2014/main" id="{FF394AD2-E12F-4428-1A98-AE07622EEA2F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354" name="Group 353">
                    <a:extLst>
                      <a:ext uri="{FF2B5EF4-FFF2-40B4-BE49-F238E27FC236}">
                        <a16:creationId xmlns:a16="http://schemas.microsoft.com/office/drawing/2014/main" id="{5E8B73B8-7B28-D076-3A51-19D64A7F1EA9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357" name="Oval 356">
                      <a:extLst>
                        <a:ext uri="{FF2B5EF4-FFF2-40B4-BE49-F238E27FC236}">
                          <a16:creationId xmlns:a16="http://schemas.microsoft.com/office/drawing/2014/main" id="{37B47F88-B563-3BE6-3B3E-98BAE675DDE8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358" name="Group 357">
                      <a:extLst>
                        <a:ext uri="{FF2B5EF4-FFF2-40B4-BE49-F238E27FC236}">
                          <a16:creationId xmlns:a16="http://schemas.microsoft.com/office/drawing/2014/main" id="{AEAACC22-922C-9DFE-77B3-DB8A22BA39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59" name="Oval 358">
                        <a:extLst>
                          <a:ext uri="{FF2B5EF4-FFF2-40B4-BE49-F238E27FC236}">
                            <a16:creationId xmlns:a16="http://schemas.microsoft.com/office/drawing/2014/main" id="{7A649AC9-5D61-F736-1628-B51FA2DA8ECD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60" name="Oval 359">
                        <a:extLst>
                          <a:ext uri="{FF2B5EF4-FFF2-40B4-BE49-F238E27FC236}">
                            <a16:creationId xmlns:a16="http://schemas.microsoft.com/office/drawing/2014/main" id="{168DBBAD-B6E5-3426-5FD9-0BECFCFDE851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61" name="Oval 360">
                        <a:extLst>
                          <a:ext uri="{FF2B5EF4-FFF2-40B4-BE49-F238E27FC236}">
                            <a16:creationId xmlns:a16="http://schemas.microsoft.com/office/drawing/2014/main" id="{EFBA658F-E6CF-80EB-678E-465FEB0907ED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62" name="Oval 361">
                        <a:extLst>
                          <a:ext uri="{FF2B5EF4-FFF2-40B4-BE49-F238E27FC236}">
                            <a16:creationId xmlns:a16="http://schemas.microsoft.com/office/drawing/2014/main" id="{BE66EF0D-5213-4206-0C5B-C334BD84AFE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63" name="Arc 362">
                        <a:extLst>
                          <a:ext uri="{FF2B5EF4-FFF2-40B4-BE49-F238E27FC236}">
                            <a16:creationId xmlns:a16="http://schemas.microsoft.com/office/drawing/2014/main" id="{F139D79A-73CF-725C-63A9-11C2F6E959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64" name="Oval 363">
                        <a:extLst>
                          <a:ext uri="{FF2B5EF4-FFF2-40B4-BE49-F238E27FC236}">
                            <a16:creationId xmlns:a16="http://schemas.microsoft.com/office/drawing/2014/main" id="{6B2A373A-57B0-3B4F-8237-ED9F3AF12A02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65" name="Arc 364">
                        <a:extLst>
                          <a:ext uri="{FF2B5EF4-FFF2-40B4-BE49-F238E27FC236}">
                            <a16:creationId xmlns:a16="http://schemas.microsoft.com/office/drawing/2014/main" id="{83D5A103-99B7-2BA3-6551-61B5E940D0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66" name="Arc 365">
                        <a:extLst>
                          <a:ext uri="{FF2B5EF4-FFF2-40B4-BE49-F238E27FC236}">
                            <a16:creationId xmlns:a16="http://schemas.microsoft.com/office/drawing/2014/main" id="{6E91F749-B93A-E950-C963-88805D6F7073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355" name="Straight Connector 354">
                    <a:extLst>
                      <a:ext uri="{FF2B5EF4-FFF2-40B4-BE49-F238E27FC236}">
                        <a16:creationId xmlns:a16="http://schemas.microsoft.com/office/drawing/2014/main" id="{7CC4D284-A368-8F7E-E5D3-FB958520907F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6" name="Straight Connector 355">
                    <a:extLst>
                      <a:ext uri="{FF2B5EF4-FFF2-40B4-BE49-F238E27FC236}">
                        <a16:creationId xmlns:a16="http://schemas.microsoft.com/office/drawing/2014/main" id="{68543061-4FEF-E0C9-D249-8B901BFC7F46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4" name="Group 343">
                  <a:extLst>
                    <a:ext uri="{FF2B5EF4-FFF2-40B4-BE49-F238E27FC236}">
                      <a16:creationId xmlns:a16="http://schemas.microsoft.com/office/drawing/2014/main" id="{300C5A0F-E766-16FE-C2BF-C5C5A0561F4E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345" name="Moon 344">
                    <a:extLst>
                      <a:ext uri="{FF2B5EF4-FFF2-40B4-BE49-F238E27FC236}">
                        <a16:creationId xmlns:a16="http://schemas.microsoft.com/office/drawing/2014/main" id="{3DA44689-489A-5AA0-5CB5-5448C8EE445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6" name="Oval 345">
                    <a:extLst>
                      <a:ext uri="{FF2B5EF4-FFF2-40B4-BE49-F238E27FC236}">
                        <a16:creationId xmlns:a16="http://schemas.microsoft.com/office/drawing/2014/main" id="{C56F1EAB-B16B-0504-9FEC-A9B3955D8872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7" name="Oval 346">
                    <a:extLst>
                      <a:ext uri="{FF2B5EF4-FFF2-40B4-BE49-F238E27FC236}">
                        <a16:creationId xmlns:a16="http://schemas.microsoft.com/office/drawing/2014/main" id="{8EC77FF5-B715-1679-8C80-E256C22F9169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8" name="Oval 347">
                    <a:extLst>
                      <a:ext uri="{FF2B5EF4-FFF2-40B4-BE49-F238E27FC236}">
                        <a16:creationId xmlns:a16="http://schemas.microsoft.com/office/drawing/2014/main" id="{35152B87-AA4C-DCC1-BBE3-DB6060248873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9" name="Oval 348">
                    <a:extLst>
                      <a:ext uri="{FF2B5EF4-FFF2-40B4-BE49-F238E27FC236}">
                        <a16:creationId xmlns:a16="http://schemas.microsoft.com/office/drawing/2014/main" id="{0CC43E3A-887A-4497-319E-98A7BAD1D555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0" name="Oval 349">
                    <a:extLst>
                      <a:ext uri="{FF2B5EF4-FFF2-40B4-BE49-F238E27FC236}">
                        <a16:creationId xmlns:a16="http://schemas.microsoft.com/office/drawing/2014/main" id="{B28390D9-A727-F2A5-E07D-D84D38CB6D1C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1" name="Oval 350">
                    <a:extLst>
                      <a:ext uri="{FF2B5EF4-FFF2-40B4-BE49-F238E27FC236}">
                        <a16:creationId xmlns:a16="http://schemas.microsoft.com/office/drawing/2014/main" id="{321AF828-ADC3-135B-2C1F-AA8E44500971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2" name="Oval 351">
                    <a:extLst>
                      <a:ext uri="{FF2B5EF4-FFF2-40B4-BE49-F238E27FC236}">
                        <a16:creationId xmlns:a16="http://schemas.microsoft.com/office/drawing/2014/main" id="{D12E3595-1501-D82E-A3DC-5612FF4BB171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22" name="Group 221">
                <a:extLst>
                  <a:ext uri="{FF2B5EF4-FFF2-40B4-BE49-F238E27FC236}">
                    <a16:creationId xmlns:a16="http://schemas.microsoft.com/office/drawing/2014/main" id="{AE38A208-9349-2DD9-C026-CCD25DDD8715}"/>
                  </a:ext>
                </a:extLst>
              </p:cNvPr>
              <p:cNvGrpSpPr/>
              <p:nvPr/>
            </p:nvGrpSpPr>
            <p:grpSpPr>
              <a:xfrm rot="7464527" flipH="1" flipV="1">
                <a:off x="3987910" y="300682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5D8CE37A-62EE-D939-498B-2E115878A66A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318" name="Group 317">
                    <a:extLst>
                      <a:ext uri="{FF2B5EF4-FFF2-40B4-BE49-F238E27FC236}">
                        <a16:creationId xmlns:a16="http://schemas.microsoft.com/office/drawing/2014/main" id="{C006060E-0DCE-6EEC-358E-8AE572F49E9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332" name="Oval 331">
                      <a:extLst>
                        <a:ext uri="{FF2B5EF4-FFF2-40B4-BE49-F238E27FC236}">
                          <a16:creationId xmlns:a16="http://schemas.microsoft.com/office/drawing/2014/main" id="{B69255E3-C6E1-0E99-673A-163F2F4A6831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333" name="Group 332">
                      <a:extLst>
                        <a:ext uri="{FF2B5EF4-FFF2-40B4-BE49-F238E27FC236}">
                          <a16:creationId xmlns:a16="http://schemas.microsoft.com/office/drawing/2014/main" id="{AB90413A-A84E-CCDA-8CD0-323B2254BA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34" name="Oval 333">
                        <a:extLst>
                          <a:ext uri="{FF2B5EF4-FFF2-40B4-BE49-F238E27FC236}">
                            <a16:creationId xmlns:a16="http://schemas.microsoft.com/office/drawing/2014/main" id="{4FF06DC5-68B4-4C4B-B533-474EF3451F9B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35" name="Oval 334">
                        <a:extLst>
                          <a:ext uri="{FF2B5EF4-FFF2-40B4-BE49-F238E27FC236}">
                            <a16:creationId xmlns:a16="http://schemas.microsoft.com/office/drawing/2014/main" id="{8135C6FC-5468-BBDA-D68C-CD7EA5F6CC93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36" name="Oval 335">
                        <a:extLst>
                          <a:ext uri="{FF2B5EF4-FFF2-40B4-BE49-F238E27FC236}">
                            <a16:creationId xmlns:a16="http://schemas.microsoft.com/office/drawing/2014/main" id="{2BD93CA0-ABEA-9E5F-B92A-9E4B5FA76FF9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37" name="Oval 336">
                        <a:extLst>
                          <a:ext uri="{FF2B5EF4-FFF2-40B4-BE49-F238E27FC236}">
                            <a16:creationId xmlns:a16="http://schemas.microsoft.com/office/drawing/2014/main" id="{0014B200-0EA6-80AF-38D0-0DF81FBA8CF2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38" name="Arc 337">
                        <a:extLst>
                          <a:ext uri="{FF2B5EF4-FFF2-40B4-BE49-F238E27FC236}">
                            <a16:creationId xmlns:a16="http://schemas.microsoft.com/office/drawing/2014/main" id="{EE611C76-FC72-B898-136C-39100F63BA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39" name="Oval 338">
                        <a:extLst>
                          <a:ext uri="{FF2B5EF4-FFF2-40B4-BE49-F238E27FC236}">
                            <a16:creationId xmlns:a16="http://schemas.microsoft.com/office/drawing/2014/main" id="{6EADBBBF-106A-9072-1676-AED6C599CD51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40" name="Arc 339">
                        <a:extLst>
                          <a:ext uri="{FF2B5EF4-FFF2-40B4-BE49-F238E27FC236}">
                            <a16:creationId xmlns:a16="http://schemas.microsoft.com/office/drawing/2014/main" id="{FA894799-33D9-885E-D033-77CEE61E96E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41" name="Arc 340">
                        <a:extLst>
                          <a:ext uri="{FF2B5EF4-FFF2-40B4-BE49-F238E27FC236}">
                            <a16:creationId xmlns:a16="http://schemas.microsoft.com/office/drawing/2014/main" id="{84AB0FFB-190F-01E5-30AB-F8B1DD43C962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319" name="Group 318">
                    <a:extLst>
                      <a:ext uri="{FF2B5EF4-FFF2-40B4-BE49-F238E27FC236}">
                        <a16:creationId xmlns:a16="http://schemas.microsoft.com/office/drawing/2014/main" id="{C9C947E3-1D2A-ECD0-3981-8EBAE0774D9F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322" name="Oval 321">
                      <a:extLst>
                        <a:ext uri="{FF2B5EF4-FFF2-40B4-BE49-F238E27FC236}">
                          <a16:creationId xmlns:a16="http://schemas.microsoft.com/office/drawing/2014/main" id="{1AFB6BB2-AEBB-2D26-32CD-69539EB746EA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323" name="Group 322">
                      <a:extLst>
                        <a:ext uri="{FF2B5EF4-FFF2-40B4-BE49-F238E27FC236}">
                          <a16:creationId xmlns:a16="http://schemas.microsoft.com/office/drawing/2014/main" id="{F6ACD085-8AA0-9330-62F2-8E77AE6517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24" name="Oval 323">
                        <a:extLst>
                          <a:ext uri="{FF2B5EF4-FFF2-40B4-BE49-F238E27FC236}">
                            <a16:creationId xmlns:a16="http://schemas.microsoft.com/office/drawing/2014/main" id="{ECC2B940-BCA3-9663-9BF0-E2A9A457E51D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25" name="Oval 324">
                        <a:extLst>
                          <a:ext uri="{FF2B5EF4-FFF2-40B4-BE49-F238E27FC236}">
                            <a16:creationId xmlns:a16="http://schemas.microsoft.com/office/drawing/2014/main" id="{7FFDC688-E745-28DB-F911-11B49022C2CE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26" name="Oval 325">
                        <a:extLst>
                          <a:ext uri="{FF2B5EF4-FFF2-40B4-BE49-F238E27FC236}">
                            <a16:creationId xmlns:a16="http://schemas.microsoft.com/office/drawing/2014/main" id="{DCE4D3AE-4029-CCE2-A236-1BFBAB5F2950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27" name="Oval 326">
                        <a:extLst>
                          <a:ext uri="{FF2B5EF4-FFF2-40B4-BE49-F238E27FC236}">
                            <a16:creationId xmlns:a16="http://schemas.microsoft.com/office/drawing/2014/main" id="{CA5CD687-AA95-BF34-EE3F-5B1B36212EC5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28" name="Arc 327">
                        <a:extLst>
                          <a:ext uri="{FF2B5EF4-FFF2-40B4-BE49-F238E27FC236}">
                            <a16:creationId xmlns:a16="http://schemas.microsoft.com/office/drawing/2014/main" id="{73FEE085-B2DE-43BC-A9F4-FF1F843FF1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29" name="Oval 328">
                        <a:extLst>
                          <a:ext uri="{FF2B5EF4-FFF2-40B4-BE49-F238E27FC236}">
                            <a16:creationId xmlns:a16="http://schemas.microsoft.com/office/drawing/2014/main" id="{C62F18C7-2385-5EA4-CF0A-2994E42CBF77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30" name="Arc 329">
                        <a:extLst>
                          <a:ext uri="{FF2B5EF4-FFF2-40B4-BE49-F238E27FC236}">
                            <a16:creationId xmlns:a16="http://schemas.microsoft.com/office/drawing/2014/main" id="{4AAD2AE6-25DD-3BEC-2FFE-56573C7F45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31" name="Arc 330">
                        <a:extLst>
                          <a:ext uri="{FF2B5EF4-FFF2-40B4-BE49-F238E27FC236}">
                            <a16:creationId xmlns:a16="http://schemas.microsoft.com/office/drawing/2014/main" id="{D85BBF51-D47E-3607-D2C0-33786C494AD2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320" name="Straight Connector 319">
                    <a:extLst>
                      <a:ext uri="{FF2B5EF4-FFF2-40B4-BE49-F238E27FC236}">
                        <a16:creationId xmlns:a16="http://schemas.microsoft.com/office/drawing/2014/main" id="{A587443B-E7C5-6DF2-77C6-0CFEF880426D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9C816D85-B2F7-C59D-510D-6DB5FB22A31B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B62D26FF-5C4F-CB36-EBBF-ACB659C0578A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294" name="Group 293">
                    <a:extLst>
                      <a:ext uri="{FF2B5EF4-FFF2-40B4-BE49-F238E27FC236}">
                        <a16:creationId xmlns:a16="http://schemas.microsoft.com/office/drawing/2014/main" id="{9F88F244-DF8B-79D2-B5D4-A02C06E435A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308" name="Oval 307">
                      <a:extLst>
                        <a:ext uri="{FF2B5EF4-FFF2-40B4-BE49-F238E27FC236}">
                          <a16:creationId xmlns:a16="http://schemas.microsoft.com/office/drawing/2014/main" id="{063F1009-6889-01F5-2C29-DA325BC0E030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309" name="Group 308">
                      <a:extLst>
                        <a:ext uri="{FF2B5EF4-FFF2-40B4-BE49-F238E27FC236}">
                          <a16:creationId xmlns:a16="http://schemas.microsoft.com/office/drawing/2014/main" id="{EE706EBB-7CAD-2C88-F3C7-BB2305A85E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10" name="Oval 309">
                        <a:extLst>
                          <a:ext uri="{FF2B5EF4-FFF2-40B4-BE49-F238E27FC236}">
                            <a16:creationId xmlns:a16="http://schemas.microsoft.com/office/drawing/2014/main" id="{38024332-8E09-87AD-0C0C-D25E32E06B4F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11" name="Oval 310">
                        <a:extLst>
                          <a:ext uri="{FF2B5EF4-FFF2-40B4-BE49-F238E27FC236}">
                            <a16:creationId xmlns:a16="http://schemas.microsoft.com/office/drawing/2014/main" id="{FA468679-9502-85E8-A7EC-820A9761D2D7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12" name="Oval 311">
                        <a:extLst>
                          <a:ext uri="{FF2B5EF4-FFF2-40B4-BE49-F238E27FC236}">
                            <a16:creationId xmlns:a16="http://schemas.microsoft.com/office/drawing/2014/main" id="{699064ED-DE42-522F-AFA0-5049BFE15023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13" name="Oval 312">
                        <a:extLst>
                          <a:ext uri="{FF2B5EF4-FFF2-40B4-BE49-F238E27FC236}">
                            <a16:creationId xmlns:a16="http://schemas.microsoft.com/office/drawing/2014/main" id="{390B2076-04FA-CFE5-B1BD-425A8223D905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14" name="Arc 313">
                        <a:extLst>
                          <a:ext uri="{FF2B5EF4-FFF2-40B4-BE49-F238E27FC236}">
                            <a16:creationId xmlns:a16="http://schemas.microsoft.com/office/drawing/2014/main" id="{4D013DD5-EEAD-62B8-E91F-200AF9BB77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15" name="Oval 314">
                        <a:extLst>
                          <a:ext uri="{FF2B5EF4-FFF2-40B4-BE49-F238E27FC236}">
                            <a16:creationId xmlns:a16="http://schemas.microsoft.com/office/drawing/2014/main" id="{0B4E6BBE-3ECB-B97F-43CF-F0AD4E85B67C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16" name="Arc 315">
                        <a:extLst>
                          <a:ext uri="{FF2B5EF4-FFF2-40B4-BE49-F238E27FC236}">
                            <a16:creationId xmlns:a16="http://schemas.microsoft.com/office/drawing/2014/main" id="{F001462A-7C00-CD4F-E4C7-1AA85DB54E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17" name="Arc 316">
                        <a:extLst>
                          <a:ext uri="{FF2B5EF4-FFF2-40B4-BE49-F238E27FC236}">
                            <a16:creationId xmlns:a16="http://schemas.microsoft.com/office/drawing/2014/main" id="{877F1CF5-048E-66D2-192B-E307BB6DA69E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295" name="Group 294">
                    <a:extLst>
                      <a:ext uri="{FF2B5EF4-FFF2-40B4-BE49-F238E27FC236}">
                        <a16:creationId xmlns:a16="http://schemas.microsoft.com/office/drawing/2014/main" id="{8EC49E5B-80F4-5B9A-5C0D-F2ED0708C2E1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298" name="Oval 297">
                      <a:extLst>
                        <a:ext uri="{FF2B5EF4-FFF2-40B4-BE49-F238E27FC236}">
                          <a16:creationId xmlns:a16="http://schemas.microsoft.com/office/drawing/2014/main" id="{8A43B58A-A306-12FB-72EC-9C137E0A4714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299" name="Group 298">
                      <a:extLst>
                        <a:ext uri="{FF2B5EF4-FFF2-40B4-BE49-F238E27FC236}">
                          <a16:creationId xmlns:a16="http://schemas.microsoft.com/office/drawing/2014/main" id="{DB425D91-4FC7-F509-33BD-89A3586282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300" name="Oval 299">
                        <a:extLst>
                          <a:ext uri="{FF2B5EF4-FFF2-40B4-BE49-F238E27FC236}">
                            <a16:creationId xmlns:a16="http://schemas.microsoft.com/office/drawing/2014/main" id="{1BD1FA92-5FC0-BC3C-7C20-946CA0DAB773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01" name="Oval 300">
                        <a:extLst>
                          <a:ext uri="{FF2B5EF4-FFF2-40B4-BE49-F238E27FC236}">
                            <a16:creationId xmlns:a16="http://schemas.microsoft.com/office/drawing/2014/main" id="{C14993D0-B26C-7141-D549-146B003C564D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02" name="Oval 301">
                        <a:extLst>
                          <a:ext uri="{FF2B5EF4-FFF2-40B4-BE49-F238E27FC236}">
                            <a16:creationId xmlns:a16="http://schemas.microsoft.com/office/drawing/2014/main" id="{E58A61B9-A650-CAE7-58C5-287D61EFE015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03" name="Oval 302">
                        <a:extLst>
                          <a:ext uri="{FF2B5EF4-FFF2-40B4-BE49-F238E27FC236}">
                            <a16:creationId xmlns:a16="http://schemas.microsoft.com/office/drawing/2014/main" id="{CA363B5C-0AF0-9C8E-B1CB-48491B3FFCDA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04" name="Arc 303">
                        <a:extLst>
                          <a:ext uri="{FF2B5EF4-FFF2-40B4-BE49-F238E27FC236}">
                            <a16:creationId xmlns:a16="http://schemas.microsoft.com/office/drawing/2014/main" id="{4408E751-4633-B5A1-5D1E-8D40EA9AE5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05" name="Oval 304">
                        <a:extLst>
                          <a:ext uri="{FF2B5EF4-FFF2-40B4-BE49-F238E27FC236}">
                            <a16:creationId xmlns:a16="http://schemas.microsoft.com/office/drawing/2014/main" id="{3294DA70-37B7-50EA-EA05-3F7CCD33E7C0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06" name="Arc 305">
                        <a:extLst>
                          <a:ext uri="{FF2B5EF4-FFF2-40B4-BE49-F238E27FC236}">
                            <a16:creationId xmlns:a16="http://schemas.microsoft.com/office/drawing/2014/main" id="{40BA748B-3711-BA01-BCFA-A34449AF2C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07" name="Arc 306">
                        <a:extLst>
                          <a:ext uri="{FF2B5EF4-FFF2-40B4-BE49-F238E27FC236}">
                            <a16:creationId xmlns:a16="http://schemas.microsoft.com/office/drawing/2014/main" id="{3DB43F49-9D58-F979-8222-4F6936C0A15C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296" name="Straight Connector 295">
                    <a:extLst>
                      <a:ext uri="{FF2B5EF4-FFF2-40B4-BE49-F238E27FC236}">
                        <a16:creationId xmlns:a16="http://schemas.microsoft.com/office/drawing/2014/main" id="{BF5833D5-ABEB-D581-F4D2-EDA045531A5F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646F17F3-F102-01AA-3025-84F6A69E7412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0BB17FD0-2043-0176-8887-25A20E33E53B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286" name="Moon 285">
                    <a:extLst>
                      <a:ext uri="{FF2B5EF4-FFF2-40B4-BE49-F238E27FC236}">
                        <a16:creationId xmlns:a16="http://schemas.microsoft.com/office/drawing/2014/main" id="{41AEDBF5-56A2-D725-3756-9C98C019AF9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7" name="Oval 286">
                    <a:extLst>
                      <a:ext uri="{FF2B5EF4-FFF2-40B4-BE49-F238E27FC236}">
                        <a16:creationId xmlns:a16="http://schemas.microsoft.com/office/drawing/2014/main" id="{EF021192-705A-2624-75DB-B4F3928372DE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8" name="Oval 287">
                    <a:extLst>
                      <a:ext uri="{FF2B5EF4-FFF2-40B4-BE49-F238E27FC236}">
                        <a16:creationId xmlns:a16="http://schemas.microsoft.com/office/drawing/2014/main" id="{546BF2D7-B490-1089-24FB-4C9F5594667C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9" name="Oval 288">
                    <a:extLst>
                      <a:ext uri="{FF2B5EF4-FFF2-40B4-BE49-F238E27FC236}">
                        <a16:creationId xmlns:a16="http://schemas.microsoft.com/office/drawing/2014/main" id="{D1C11B23-5934-D0F0-84A7-93CDFFA97EFC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0" name="Oval 289">
                    <a:extLst>
                      <a:ext uri="{FF2B5EF4-FFF2-40B4-BE49-F238E27FC236}">
                        <a16:creationId xmlns:a16="http://schemas.microsoft.com/office/drawing/2014/main" id="{D1A579E1-5154-6433-CEF2-1B3419FA1260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1" name="Oval 290">
                    <a:extLst>
                      <a:ext uri="{FF2B5EF4-FFF2-40B4-BE49-F238E27FC236}">
                        <a16:creationId xmlns:a16="http://schemas.microsoft.com/office/drawing/2014/main" id="{159A3DBF-8871-B015-AE8F-04F3B7EFFCFC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2" name="Oval 291">
                    <a:extLst>
                      <a:ext uri="{FF2B5EF4-FFF2-40B4-BE49-F238E27FC236}">
                        <a16:creationId xmlns:a16="http://schemas.microsoft.com/office/drawing/2014/main" id="{2FE3D479-3EEE-258F-D0B8-3377C2C66DA2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3" name="Oval 292">
                    <a:extLst>
                      <a:ext uri="{FF2B5EF4-FFF2-40B4-BE49-F238E27FC236}">
                        <a16:creationId xmlns:a16="http://schemas.microsoft.com/office/drawing/2014/main" id="{4E155518-5B3C-0A7F-24FF-4378DD8CDEDD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39806842-79DF-77B6-11DF-7127552BF8B5}"/>
                  </a:ext>
                </a:extLst>
              </p:cNvPr>
              <p:cNvGrpSpPr/>
              <p:nvPr/>
            </p:nvGrpSpPr>
            <p:grpSpPr>
              <a:xfrm rot="1312654" flipH="1" flipV="1">
                <a:off x="3537916" y="3020261"/>
                <a:ext cx="180828" cy="348790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224" name="Group 223">
                  <a:extLst>
                    <a:ext uri="{FF2B5EF4-FFF2-40B4-BE49-F238E27FC236}">
                      <a16:creationId xmlns:a16="http://schemas.microsoft.com/office/drawing/2014/main" id="{1EF1EBC1-2FB9-A1E8-D84E-C45EA57EC0FE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259" name="Group 258">
                    <a:extLst>
                      <a:ext uri="{FF2B5EF4-FFF2-40B4-BE49-F238E27FC236}">
                        <a16:creationId xmlns:a16="http://schemas.microsoft.com/office/drawing/2014/main" id="{E14B27A6-FBFB-2A11-42BB-901C065E4C7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273" name="Oval 272">
                      <a:extLst>
                        <a:ext uri="{FF2B5EF4-FFF2-40B4-BE49-F238E27FC236}">
                          <a16:creationId xmlns:a16="http://schemas.microsoft.com/office/drawing/2014/main" id="{B54051C6-4365-8D2C-1486-82D24E396729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274" name="Group 273">
                      <a:extLst>
                        <a:ext uri="{FF2B5EF4-FFF2-40B4-BE49-F238E27FC236}">
                          <a16:creationId xmlns:a16="http://schemas.microsoft.com/office/drawing/2014/main" id="{C7797A40-A4C9-CB61-2E0E-AF45ED8E00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275" name="Oval 274">
                        <a:extLst>
                          <a:ext uri="{FF2B5EF4-FFF2-40B4-BE49-F238E27FC236}">
                            <a16:creationId xmlns:a16="http://schemas.microsoft.com/office/drawing/2014/main" id="{28C05DF5-DA9A-C45B-62DE-5F6786E11333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76" name="Oval 275">
                        <a:extLst>
                          <a:ext uri="{FF2B5EF4-FFF2-40B4-BE49-F238E27FC236}">
                            <a16:creationId xmlns:a16="http://schemas.microsoft.com/office/drawing/2014/main" id="{06458699-D192-496E-BE88-E936023661EF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77" name="Oval 276">
                        <a:extLst>
                          <a:ext uri="{FF2B5EF4-FFF2-40B4-BE49-F238E27FC236}">
                            <a16:creationId xmlns:a16="http://schemas.microsoft.com/office/drawing/2014/main" id="{6A134DC2-EF02-BDDA-D08D-B8CCA875B1EE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78" name="Oval 277">
                        <a:extLst>
                          <a:ext uri="{FF2B5EF4-FFF2-40B4-BE49-F238E27FC236}">
                            <a16:creationId xmlns:a16="http://schemas.microsoft.com/office/drawing/2014/main" id="{99B87F0D-AD09-28AB-ED29-3DBC39696217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79" name="Arc 278">
                        <a:extLst>
                          <a:ext uri="{FF2B5EF4-FFF2-40B4-BE49-F238E27FC236}">
                            <a16:creationId xmlns:a16="http://schemas.microsoft.com/office/drawing/2014/main" id="{8AF9CED7-3B8C-AA4D-A300-91505B9F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80" name="Oval 279">
                        <a:extLst>
                          <a:ext uri="{FF2B5EF4-FFF2-40B4-BE49-F238E27FC236}">
                            <a16:creationId xmlns:a16="http://schemas.microsoft.com/office/drawing/2014/main" id="{D6E327D7-2620-52C4-D7A7-92AA431C31BF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81" name="Arc 280">
                        <a:extLst>
                          <a:ext uri="{FF2B5EF4-FFF2-40B4-BE49-F238E27FC236}">
                            <a16:creationId xmlns:a16="http://schemas.microsoft.com/office/drawing/2014/main" id="{58C42FDE-3844-AD92-1C0A-BE5E8FA6C0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82" name="Arc 281">
                        <a:extLst>
                          <a:ext uri="{FF2B5EF4-FFF2-40B4-BE49-F238E27FC236}">
                            <a16:creationId xmlns:a16="http://schemas.microsoft.com/office/drawing/2014/main" id="{775C1CCD-BA8B-30ED-203D-74A431BF3AD9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260" name="Group 259">
                    <a:extLst>
                      <a:ext uri="{FF2B5EF4-FFF2-40B4-BE49-F238E27FC236}">
                        <a16:creationId xmlns:a16="http://schemas.microsoft.com/office/drawing/2014/main" id="{11B106D1-C12F-6644-E947-57AD27FB9B29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263" name="Oval 262">
                      <a:extLst>
                        <a:ext uri="{FF2B5EF4-FFF2-40B4-BE49-F238E27FC236}">
                          <a16:creationId xmlns:a16="http://schemas.microsoft.com/office/drawing/2014/main" id="{8C657415-74DF-1886-DB4E-EF518BB7947D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264" name="Group 263">
                      <a:extLst>
                        <a:ext uri="{FF2B5EF4-FFF2-40B4-BE49-F238E27FC236}">
                          <a16:creationId xmlns:a16="http://schemas.microsoft.com/office/drawing/2014/main" id="{BDD87AF1-A9A4-719A-4D0F-276187074A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265" name="Oval 264">
                        <a:extLst>
                          <a:ext uri="{FF2B5EF4-FFF2-40B4-BE49-F238E27FC236}">
                            <a16:creationId xmlns:a16="http://schemas.microsoft.com/office/drawing/2014/main" id="{572CBD98-6310-631B-5B60-CB94083D864C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66" name="Oval 265">
                        <a:extLst>
                          <a:ext uri="{FF2B5EF4-FFF2-40B4-BE49-F238E27FC236}">
                            <a16:creationId xmlns:a16="http://schemas.microsoft.com/office/drawing/2014/main" id="{C7C79267-788C-4630-5A3E-69B876A349CA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67" name="Oval 266">
                        <a:extLst>
                          <a:ext uri="{FF2B5EF4-FFF2-40B4-BE49-F238E27FC236}">
                            <a16:creationId xmlns:a16="http://schemas.microsoft.com/office/drawing/2014/main" id="{61A8A684-5A5B-DDCB-6A1B-AE6EF3F87818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68" name="Oval 267">
                        <a:extLst>
                          <a:ext uri="{FF2B5EF4-FFF2-40B4-BE49-F238E27FC236}">
                            <a16:creationId xmlns:a16="http://schemas.microsoft.com/office/drawing/2014/main" id="{69E3BF3B-0FD6-8689-6066-BA53513DF5A9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69" name="Arc 268">
                        <a:extLst>
                          <a:ext uri="{FF2B5EF4-FFF2-40B4-BE49-F238E27FC236}">
                            <a16:creationId xmlns:a16="http://schemas.microsoft.com/office/drawing/2014/main" id="{0F6A0A68-760D-71E4-9C22-9436FDB5F4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70" name="Oval 269">
                        <a:extLst>
                          <a:ext uri="{FF2B5EF4-FFF2-40B4-BE49-F238E27FC236}">
                            <a16:creationId xmlns:a16="http://schemas.microsoft.com/office/drawing/2014/main" id="{4A2A5F53-DE58-1C4B-03A2-87E0BEC8F515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71" name="Arc 270">
                        <a:extLst>
                          <a:ext uri="{FF2B5EF4-FFF2-40B4-BE49-F238E27FC236}">
                            <a16:creationId xmlns:a16="http://schemas.microsoft.com/office/drawing/2014/main" id="{5BA49E5E-7E5B-3831-076E-FE7351AC560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72" name="Arc 271">
                        <a:extLst>
                          <a:ext uri="{FF2B5EF4-FFF2-40B4-BE49-F238E27FC236}">
                            <a16:creationId xmlns:a16="http://schemas.microsoft.com/office/drawing/2014/main" id="{2D5404F8-0D93-D47D-DFDE-BAA3177FFB6D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261" name="Straight Connector 260">
                    <a:extLst>
                      <a:ext uri="{FF2B5EF4-FFF2-40B4-BE49-F238E27FC236}">
                        <a16:creationId xmlns:a16="http://schemas.microsoft.com/office/drawing/2014/main" id="{1C6F1706-8784-579B-61DF-840966211036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778D7A3A-F000-0A1A-FC36-EE0CA11503EF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5" name="Group 224">
                  <a:extLst>
                    <a:ext uri="{FF2B5EF4-FFF2-40B4-BE49-F238E27FC236}">
                      <a16:creationId xmlns:a16="http://schemas.microsoft.com/office/drawing/2014/main" id="{4AE45CB4-FB59-AD49-8BE7-E6A73ED61062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235" name="Group 234">
                    <a:extLst>
                      <a:ext uri="{FF2B5EF4-FFF2-40B4-BE49-F238E27FC236}">
                        <a16:creationId xmlns:a16="http://schemas.microsoft.com/office/drawing/2014/main" id="{52C7F570-CD7C-8119-BC67-1A660D51410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249" name="Oval 248">
                      <a:extLst>
                        <a:ext uri="{FF2B5EF4-FFF2-40B4-BE49-F238E27FC236}">
                          <a16:creationId xmlns:a16="http://schemas.microsoft.com/office/drawing/2014/main" id="{83398189-D3D8-4D25-4861-FA8C4CE3BB40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250" name="Group 249">
                      <a:extLst>
                        <a:ext uri="{FF2B5EF4-FFF2-40B4-BE49-F238E27FC236}">
                          <a16:creationId xmlns:a16="http://schemas.microsoft.com/office/drawing/2014/main" id="{7BEF27F6-81B0-F588-E901-D7913F3ADB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251" name="Oval 250">
                        <a:extLst>
                          <a:ext uri="{FF2B5EF4-FFF2-40B4-BE49-F238E27FC236}">
                            <a16:creationId xmlns:a16="http://schemas.microsoft.com/office/drawing/2014/main" id="{6AA3C30A-45FA-66F4-CA14-8CE8085A4C76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52" name="Oval 251">
                        <a:extLst>
                          <a:ext uri="{FF2B5EF4-FFF2-40B4-BE49-F238E27FC236}">
                            <a16:creationId xmlns:a16="http://schemas.microsoft.com/office/drawing/2014/main" id="{BE42484C-C0C2-6D13-DB47-BC7EA6BEC678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53" name="Oval 252">
                        <a:extLst>
                          <a:ext uri="{FF2B5EF4-FFF2-40B4-BE49-F238E27FC236}">
                            <a16:creationId xmlns:a16="http://schemas.microsoft.com/office/drawing/2014/main" id="{D356E10F-0A4A-EDED-E840-2F50DBE50FC7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54" name="Oval 253">
                        <a:extLst>
                          <a:ext uri="{FF2B5EF4-FFF2-40B4-BE49-F238E27FC236}">
                            <a16:creationId xmlns:a16="http://schemas.microsoft.com/office/drawing/2014/main" id="{AE78046A-A801-74BF-B7C9-C686A286E327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55" name="Arc 254">
                        <a:extLst>
                          <a:ext uri="{FF2B5EF4-FFF2-40B4-BE49-F238E27FC236}">
                            <a16:creationId xmlns:a16="http://schemas.microsoft.com/office/drawing/2014/main" id="{DF2ED955-2C23-51EA-4459-FA19E26FB4E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56" name="Oval 255">
                        <a:extLst>
                          <a:ext uri="{FF2B5EF4-FFF2-40B4-BE49-F238E27FC236}">
                            <a16:creationId xmlns:a16="http://schemas.microsoft.com/office/drawing/2014/main" id="{CA72987F-4063-402A-F93A-E8DE80B95C43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57" name="Arc 256">
                        <a:extLst>
                          <a:ext uri="{FF2B5EF4-FFF2-40B4-BE49-F238E27FC236}">
                            <a16:creationId xmlns:a16="http://schemas.microsoft.com/office/drawing/2014/main" id="{D389BD41-AFB4-1232-ED2B-4536984DBB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58" name="Arc 257">
                        <a:extLst>
                          <a:ext uri="{FF2B5EF4-FFF2-40B4-BE49-F238E27FC236}">
                            <a16:creationId xmlns:a16="http://schemas.microsoft.com/office/drawing/2014/main" id="{3AB89918-8F23-51C6-AA76-1DD8F4BBD354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236" name="Group 235">
                    <a:extLst>
                      <a:ext uri="{FF2B5EF4-FFF2-40B4-BE49-F238E27FC236}">
                        <a16:creationId xmlns:a16="http://schemas.microsoft.com/office/drawing/2014/main" id="{AA91B3AD-FCCC-C174-DDB5-57C5431AD64E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239" name="Oval 238">
                      <a:extLst>
                        <a:ext uri="{FF2B5EF4-FFF2-40B4-BE49-F238E27FC236}">
                          <a16:creationId xmlns:a16="http://schemas.microsoft.com/office/drawing/2014/main" id="{4A535EED-99E7-0566-2D82-F0377B12C971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240" name="Group 239">
                      <a:extLst>
                        <a:ext uri="{FF2B5EF4-FFF2-40B4-BE49-F238E27FC236}">
                          <a16:creationId xmlns:a16="http://schemas.microsoft.com/office/drawing/2014/main" id="{7BF73C0D-E7DD-65BD-A111-BE50769DE5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241" name="Oval 240">
                        <a:extLst>
                          <a:ext uri="{FF2B5EF4-FFF2-40B4-BE49-F238E27FC236}">
                            <a16:creationId xmlns:a16="http://schemas.microsoft.com/office/drawing/2014/main" id="{FEAC973E-52FE-3FEB-3E8A-54B7C29A8EF9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42" name="Oval 241">
                        <a:extLst>
                          <a:ext uri="{FF2B5EF4-FFF2-40B4-BE49-F238E27FC236}">
                            <a16:creationId xmlns:a16="http://schemas.microsoft.com/office/drawing/2014/main" id="{ED6ED30D-B70A-C477-E17B-3EF8BBF7B500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43" name="Oval 242">
                        <a:extLst>
                          <a:ext uri="{FF2B5EF4-FFF2-40B4-BE49-F238E27FC236}">
                            <a16:creationId xmlns:a16="http://schemas.microsoft.com/office/drawing/2014/main" id="{40B243AF-788D-9D89-975F-B9DF4DFE232B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44" name="Oval 243">
                        <a:extLst>
                          <a:ext uri="{FF2B5EF4-FFF2-40B4-BE49-F238E27FC236}">
                            <a16:creationId xmlns:a16="http://schemas.microsoft.com/office/drawing/2014/main" id="{EC72DCA8-8416-8B80-974D-4775108675B7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45" name="Arc 244">
                        <a:extLst>
                          <a:ext uri="{FF2B5EF4-FFF2-40B4-BE49-F238E27FC236}">
                            <a16:creationId xmlns:a16="http://schemas.microsoft.com/office/drawing/2014/main" id="{F47051CB-A4C6-135B-91A1-3B7673B854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46" name="Oval 245">
                        <a:extLst>
                          <a:ext uri="{FF2B5EF4-FFF2-40B4-BE49-F238E27FC236}">
                            <a16:creationId xmlns:a16="http://schemas.microsoft.com/office/drawing/2014/main" id="{DF91586A-8BDE-7ABD-82DD-106101509F3A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47" name="Arc 246">
                        <a:extLst>
                          <a:ext uri="{FF2B5EF4-FFF2-40B4-BE49-F238E27FC236}">
                            <a16:creationId xmlns:a16="http://schemas.microsoft.com/office/drawing/2014/main" id="{2AB4EC7C-24F4-887D-28B9-D4DE2FD805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48" name="Arc 247">
                        <a:extLst>
                          <a:ext uri="{FF2B5EF4-FFF2-40B4-BE49-F238E27FC236}">
                            <a16:creationId xmlns:a16="http://schemas.microsoft.com/office/drawing/2014/main" id="{CD19C844-8ABA-A4A1-A963-4949B0503E5E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237" name="Straight Connector 236">
                    <a:extLst>
                      <a:ext uri="{FF2B5EF4-FFF2-40B4-BE49-F238E27FC236}">
                        <a16:creationId xmlns:a16="http://schemas.microsoft.com/office/drawing/2014/main" id="{485A9298-7F69-079C-94DD-F16F53BF549B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8FD2A558-8240-C114-AB2F-C4242871435B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6" name="Group 225">
                  <a:extLst>
                    <a:ext uri="{FF2B5EF4-FFF2-40B4-BE49-F238E27FC236}">
                      <a16:creationId xmlns:a16="http://schemas.microsoft.com/office/drawing/2014/main" id="{1942E994-45DF-3985-615D-DF731AA3DF51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227" name="Moon 226">
                    <a:extLst>
                      <a:ext uri="{FF2B5EF4-FFF2-40B4-BE49-F238E27FC236}">
                        <a16:creationId xmlns:a16="http://schemas.microsoft.com/office/drawing/2014/main" id="{20049D6E-D2D3-53C2-2AC4-A42D0C01EC4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8" name="Oval 227">
                    <a:extLst>
                      <a:ext uri="{FF2B5EF4-FFF2-40B4-BE49-F238E27FC236}">
                        <a16:creationId xmlns:a16="http://schemas.microsoft.com/office/drawing/2014/main" id="{1889E077-49E5-3129-507D-93576B575624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9" name="Oval 228">
                    <a:extLst>
                      <a:ext uri="{FF2B5EF4-FFF2-40B4-BE49-F238E27FC236}">
                        <a16:creationId xmlns:a16="http://schemas.microsoft.com/office/drawing/2014/main" id="{C5B1CC28-AF7F-7BEE-107A-FB24263CFCE1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0" name="Oval 229">
                    <a:extLst>
                      <a:ext uri="{FF2B5EF4-FFF2-40B4-BE49-F238E27FC236}">
                        <a16:creationId xmlns:a16="http://schemas.microsoft.com/office/drawing/2014/main" id="{D72173C3-8BB4-4732-02BC-113E693366F5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1" name="Oval 230">
                    <a:extLst>
                      <a:ext uri="{FF2B5EF4-FFF2-40B4-BE49-F238E27FC236}">
                        <a16:creationId xmlns:a16="http://schemas.microsoft.com/office/drawing/2014/main" id="{B01878E9-458D-0B53-2DAB-4E9D4AE0F22E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2" name="Oval 231">
                    <a:extLst>
                      <a:ext uri="{FF2B5EF4-FFF2-40B4-BE49-F238E27FC236}">
                        <a16:creationId xmlns:a16="http://schemas.microsoft.com/office/drawing/2014/main" id="{29EDE8AC-213E-1949-7D09-605727BEE122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3" name="Oval 232">
                    <a:extLst>
                      <a:ext uri="{FF2B5EF4-FFF2-40B4-BE49-F238E27FC236}">
                        <a16:creationId xmlns:a16="http://schemas.microsoft.com/office/drawing/2014/main" id="{0C09A5EB-3798-0579-BDE8-6AB4A9D85CA0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4" name="Oval 233">
                    <a:extLst>
                      <a:ext uri="{FF2B5EF4-FFF2-40B4-BE49-F238E27FC236}">
                        <a16:creationId xmlns:a16="http://schemas.microsoft.com/office/drawing/2014/main" id="{3EB399AA-5D51-AEA8-54FC-0E8FE760E345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</p:grpSp>
      <p:grpSp>
        <p:nvGrpSpPr>
          <p:cNvPr id="604" name="Group 603">
            <a:extLst>
              <a:ext uri="{FF2B5EF4-FFF2-40B4-BE49-F238E27FC236}">
                <a16:creationId xmlns:a16="http://schemas.microsoft.com/office/drawing/2014/main" id="{718A5552-FFB9-46A4-A8A2-E327896EF2FD}"/>
              </a:ext>
            </a:extLst>
          </p:cNvPr>
          <p:cNvGrpSpPr/>
          <p:nvPr/>
        </p:nvGrpSpPr>
        <p:grpSpPr>
          <a:xfrm>
            <a:off x="9116795" y="1632519"/>
            <a:ext cx="348791" cy="144704"/>
            <a:chOff x="9515412" y="1345658"/>
            <a:chExt cx="348791" cy="144704"/>
          </a:xfrm>
        </p:grpSpPr>
        <p:grpSp>
          <p:nvGrpSpPr>
            <p:cNvPr id="419" name="Group 418">
              <a:extLst>
                <a:ext uri="{FF2B5EF4-FFF2-40B4-BE49-F238E27FC236}">
                  <a16:creationId xmlns:a16="http://schemas.microsoft.com/office/drawing/2014/main" id="{0049918F-3A0E-079A-5B5C-207A12426BA5}"/>
                </a:ext>
              </a:extLst>
            </p:cNvPr>
            <p:cNvGrpSpPr/>
            <p:nvPr/>
          </p:nvGrpSpPr>
          <p:grpSpPr>
            <a:xfrm rot="7527832" flipH="1" flipV="1">
              <a:off x="9617456" y="1243614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420" name="Group 419">
                <a:extLst>
                  <a:ext uri="{FF2B5EF4-FFF2-40B4-BE49-F238E27FC236}">
                    <a16:creationId xmlns:a16="http://schemas.microsoft.com/office/drawing/2014/main" id="{29856A34-FF34-8D77-8821-3BA3C1BD6E11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455" name="Group 454">
                  <a:extLst>
                    <a:ext uri="{FF2B5EF4-FFF2-40B4-BE49-F238E27FC236}">
                      <a16:creationId xmlns:a16="http://schemas.microsoft.com/office/drawing/2014/main" id="{443A4D9C-5FD6-603D-1FE7-9F174D9B4BF0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469" name="Oval 468">
                    <a:extLst>
                      <a:ext uri="{FF2B5EF4-FFF2-40B4-BE49-F238E27FC236}">
                        <a16:creationId xmlns:a16="http://schemas.microsoft.com/office/drawing/2014/main" id="{D4173B17-F202-CA68-53D6-55770A1B797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470" name="Group 469">
                    <a:extLst>
                      <a:ext uri="{FF2B5EF4-FFF2-40B4-BE49-F238E27FC236}">
                        <a16:creationId xmlns:a16="http://schemas.microsoft.com/office/drawing/2014/main" id="{AC4EB17B-858F-7D07-6D0C-CC21E34F630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471" name="Oval 470">
                      <a:extLst>
                        <a:ext uri="{FF2B5EF4-FFF2-40B4-BE49-F238E27FC236}">
                          <a16:creationId xmlns:a16="http://schemas.microsoft.com/office/drawing/2014/main" id="{7EFA58EB-CFC0-983F-8BDB-0557BBD6F9D6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72" name="Oval 471">
                      <a:extLst>
                        <a:ext uri="{FF2B5EF4-FFF2-40B4-BE49-F238E27FC236}">
                          <a16:creationId xmlns:a16="http://schemas.microsoft.com/office/drawing/2014/main" id="{69B7BAAE-4F18-422D-C453-BCE4FA1BA43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73" name="Oval 472">
                      <a:extLst>
                        <a:ext uri="{FF2B5EF4-FFF2-40B4-BE49-F238E27FC236}">
                          <a16:creationId xmlns:a16="http://schemas.microsoft.com/office/drawing/2014/main" id="{5C18CAF4-F9EB-B923-2FBD-E54D6F8171DA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74" name="Oval 473">
                      <a:extLst>
                        <a:ext uri="{FF2B5EF4-FFF2-40B4-BE49-F238E27FC236}">
                          <a16:creationId xmlns:a16="http://schemas.microsoft.com/office/drawing/2014/main" id="{03581988-D0FF-DEBC-349A-4108F3FAAA1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75" name="Arc 474">
                      <a:extLst>
                        <a:ext uri="{FF2B5EF4-FFF2-40B4-BE49-F238E27FC236}">
                          <a16:creationId xmlns:a16="http://schemas.microsoft.com/office/drawing/2014/main" id="{6528FDC5-90A1-11CC-475E-AED5C5F572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76" name="Oval 475">
                      <a:extLst>
                        <a:ext uri="{FF2B5EF4-FFF2-40B4-BE49-F238E27FC236}">
                          <a16:creationId xmlns:a16="http://schemas.microsoft.com/office/drawing/2014/main" id="{DADEC2E2-F947-1E0B-F511-E40F8B25CA1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77" name="Arc 476">
                      <a:extLst>
                        <a:ext uri="{FF2B5EF4-FFF2-40B4-BE49-F238E27FC236}">
                          <a16:creationId xmlns:a16="http://schemas.microsoft.com/office/drawing/2014/main" id="{E48C80B9-6C94-A8F5-C2D7-03BC09D266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78" name="Arc 477">
                      <a:extLst>
                        <a:ext uri="{FF2B5EF4-FFF2-40B4-BE49-F238E27FC236}">
                          <a16:creationId xmlns:a16="http://schemas.microsoft.com/office/drawing/2014/main" id="{8E63116D-6E40-7FD1-C030-DDC1B33B2548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456" name="Group 455">
                  <a:extLst>
                    <a:ext uri="{FF2B5EF4-FFF2-40B4-BE49-F238E27FC236}">
                      <a16:creationId xmlns:a16="http://schemas.microsoft.com/office/drawing/2014/main" id="{9C56EE30-B926-D724-7379-7FDD2610379B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459" name="Oval 458">
                    <a:extLst>
                      <a:ext uri="{FF2B5EF4-FFF2-40B4-BE49-F238E27FC236}">
                        <a16:creationId xmlns:a16="http://schemas.microsoft.com/office/drawing/2014/main" id="{FE4E559D-5D2E-32E6-135D-1B6B3BB53ED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460" name="Group 459">
                    <a:extLst>
                      <a:ext uri="{FF2B5EF4-FFF2-40B4-BE49-F238E27FC236}">
                        <a16:creationId xmlns:a16="http://schemas.microsoft.com/office/drawing/2014/main" id="{D5CACC6C-0DCA-5F64-C85C-20CC4FB3A43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461" name="Oval 460">
                      <a:extLst>
                        <a:ext uri="{FF2B5EF4-FFF2-40B4-BE49-F238E27FC236}">
                          <a16:creationId xmlns:a16="http://schemas.microsoft.com/office/drawing/2014/main" id="{AEE7E6CC-B614-D376-DA29-2C1F68919D7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62" name="Oval 461">
                      <a:extLst>
                        <a:ext uri="{FF2B5EF4-FFF2-40B4-BE49-F238E27FC236}">
                          <a16:creationId xmlns:a16="http://schemas.microsoft.com/office/drawing/2014/main" id="{BD0F9A34-809C-2E8F-1B04-915C45F9B94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63" name="Oval 462">
                      <a:extLst>
                        <a:ext uri="{FF2B5EF4-FFF2-40B4-BE49-F238E27FC236}">
                          <a16:creationId xmlns:a16="http://schemas.microsoft.com/office/drawing/2014/main" id="{315F512A-A07C-966A-52C4-3298AB63BD7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64" name="Oval 463">
                      <a:extLst>
                        <a:ext uri="{FF2B5EF4-FFF2-40B4-BE49-F238E27FC236}">
                          <a16:creationId xmlns:a16="http://schemas.microsoft.com/office/drawing/2014/main" id="{275433B8-6C62-3DCA-2585-79338388AAE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65" name="Arc 464">
                      <a:extLst>
                        <a:ext uri="{FF2B5EF4-FFF2-40B4-BE49-F238E27FC236}">
                          <a16:creationId xmlns:a16="http://schemas.microsoft.com/office/drawing/2014/main" id="{6A3FAA19-374D-CEA4-142A-93BD9B6FB9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6" name="Oval 465">
                      <a:extLst>
                        <a:ext uri="{FF2B5EF4-FFF2-40B4-BE49-F238E27FC236}">
                          <a16:creationId xmlns:a16="http://schemas.microsoft.com/office/drawing/2014/main" id="{548A69D5-FC57-7D18-D808-A92E5DD2FC6C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67" name="Arc 466">
                      <a:extLst>
                        <a:ext uri="{FF2B5EF4-FFF2-40B4-BE49-F238E27FC236}">
                          <a16:creationId xmlns:a16="http://schemas.microsoft.com/office/drawing/2014/main" id="{6DFFAF19-7095-0839-9B1E-CB36EC2285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8" name="Arc 467">
                      <a:extLst>
                        <a:ext uri="{FF2B5EF4-FFF2-40B4-BE49-F238E27FC236}">
                          <a16:creationId xmlns:a16="http://schemas.microsoft.com/office/drawing/2014/main" id="{A9B20B74-3C21-9C3B-AFBF-E136A5B60BBF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457" name="Straight Connector 456">
                  <a:extLst>
                    <a:ext uri="{FF2B5EF4-FFF2-40B4-BE49-F238E27FC236}">
                      <a16:creationId xmlns:a16="http://schemas.microsoft.com/office/drawing/2014/main" id="{148205BA-C1E3-1417-6D23-7BB0C8A46F29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8" name="Straight Connector 457">
                  <a:extLst>
                    <a:ext uri="{FF2B5EF4-FFF2-40B4-BE49-F238E27FC236}">
                      <a16:creationId xmlns:a16="http://schemas.microsoft.com/office/drawing/2014/main" id="{09021A28-F707-3A7F-98F7-C2B432B25C48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21" name="Group 420">
                <a:extLst>
                  <a:ext uri="{FF2B5EF4-FFF2-40B4-BE49-F238E27FC236}">
                    <a16:creationId xmlns:a16="http://schemas.microsoft.com/office/drawing/2014/main" id="{012D2B49-91AD-F234-8040-EF9AF70E60FC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431" name="Group 430">
                  <a:extLst>
                    <a:ext uri="{FF2B5EF4-FFF2-40B4-BE49-F238E27FC236}">
                      <a16:creationId xmlns:a16="http://schemas.microsoft.com/office/drawing/2014/main" id="{C86547BE-4DF4-D1B3-CC7C-8E29A3CE6C29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445" name="Oval 444">
                    <a:extLst>
                      <a:ext uri="{FF2B5EF4-FFF2-40B4-BE49-F238E27FC236}">
                        <a16:creationId xmlns:a16="http://schemas.microsoft.com/office/drawing/2014/main" id="{B6E27813-04C4-9006-DB50-B7A408E0E517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446" name="Group 445">
                    <a:extLst>
                      <a:ext uri="{FF2B5EF4-FFF2-40B4-BE49-F238E27FC236}">
                        <a16:creationId xmlns:a16="http://schemas.microsoft.com/office/drawing/2014/main" id="{1BCAF9D0-EC75-A309-4D9F-92165CAEA9F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447" name="Oval 446">
                      <a:extLst>
                        <a:ext uri="{FF2B5EF4-FFF2-40B4-BE49-F238E27FC236}">
                          <a16:creationId xmlns:a16="http://schemas.microsoft.com/office/drawing/2014/main" id="{87B9617C-A296-4FA7-48C9-8E957FF67B26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48" name="Oval 447">
                      <a:extLst>
                        <a:ext uri="{FF2B5EF4-FFF2-40B4-BE49-F238E27FC236}">
                          <a16:creationId xmlns:a16="http://schemas.microsoft.com/office/drawing/2014/main" id="{21D9112B-58D2-CB10-F64A-C491641F253F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49" name="Oval 448">
                      <a:extLst>
                        <a:ext uri="{FF2B5EF4-FFF2-40B4-BE49-F238E27FC236}">
                          <a16:creationId xmlns:a16="http://schemas.microsoft.com/office/drawing/2014/main" id="{9A46D50C-43E8-B1EC-F50C-83B5FA0C12F9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50" name="Oval 449">
                      <a:extLst>
                        <a:ext uri="{FF2B5EF4-FFF2-40B4-BE49-F238E27FC236}">
                          <a16:creationId xmlns:a16="http://schemas.microsoft.com/office/drawing/2014/main" id="{D377FEA5-6C2F-C4EE-39CE-4FB48C7DC3A5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51" name="Arc 450">
                      <a:extLst>
                        <a:ext uri="{FF2B5EF4-FFF2-40B4-BE49-F238E27FC236}">
                          <a16:creationId xmlns:a16="http://schemas.microsoft.com/office/drawing/2014/main" id="{E9E5B4ED-8BB8-EBBE-FD73-D60B4177F1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52" name="Oval 451">
                      <a:extLst>
                        <a:ext uri="{FF2B5EF4-FFF2-40B4-BE49-F238E27FC236}">
                          <a16:creationId xmlns:a16="http://schemas.microsoft.com/office/drawing/2014/main" id="{2673915E-74C1-AE86-6CA6-B25D10C8A18B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53" name="Arc 452">
                      <a:extLst>
                        <a:ext uri="{FF2B5EF4-FFF2-40B4-BE49-F238E27FC236}">
                          <a16:creationId xmlns:a16="http://schemas.microsoft.com/office/drawing/2014/main" id="{1C51BFD6-E8D5-C45E-3F4A-2A579536E4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54" name="Arc 453">
                      <a:extLst>
                        <a:ext uri="{FF2B5EF4-FFF2-40B4-BE49-F238E27FC236}">
                          <a16:creationId xmlns:a16="http://schemas.microsoft.com/office/drawing/2014/main" id="{5E9846A7-EE99-7B95-3910-8B9C9B15410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432" name="Group 431">
                  <a:extLst>
                    <a:ext uri="{FF2B5EF4-FFF2-40B4-BE49-F238E27FC236}">
                      <a16:creationId xmlns:a16="http://schemas.microsoft.com/office/drawing/2014/main" id="{93BF4761-B9EC-4925-198C-ADF372A3055C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435" name="Oval 434">
                    <a:extLst>
                      <a:ext uri="{FF2B5EF4-FFF2-40B4-BE49-F238E27FC236}">
                        <a16:creationId xmlns:a16="http://schemas.microsoft.com/office/drawing/2014/main" id="{93C0C4A3-ABBC-1687-2F6E-319A6E8FD527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436" name="Group 435">
                    <a:extLst>
                      <a:ext uri="{FF2B5EF4-FFF2-40B4-BE49-F238E27FC236}">
                        <a16:creationId xmlns:a16="http://schemas.microsoft.com/office/drawing/2014/main" id="{58477C75-AA57-720F-D24B-5CDEAB64E72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437" name="Oval 436">
                      <a:extLst>
                        <a:ext uri="{FF2B5EF4-FFF2-40B4-BE49-F238E27FC236}">
                          <a16:creationId xmlns:a16="http://schemas.microsoft.com/office/drawing/2014/main" id="{6341D3E5-83F2-C115-592A-36C082483CC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38" name="Oval 437">
                      <a:extLst>
                        <a:ext uri="{FF2B5EF4-FFF2-40B4-BE49-F238E27FC236}">
                          <a16:creationId xmlns:a16="http://schemas.microsoft.com/office/drawing/2014/main" id="{3CBCC381-7717-2ACD-FBA5-FDA3A9956FD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39" name="Oval 438">
                      <a:extLst>
                        <a:ext uri="{FF2B5EF4-FFF2-40B4-BE49-F238E27FC236}">
                          <a16:creationId xmlns:a16="http://schemas.microsoft.com/office/drawing/2014/main" id="{B4CE4CBA-9116-9682-B829-8784882B7FA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40" name="Oval 439">
                      <a:extLst>
                        <a:ext uri="{FF2B5EF4-FFF2-40B4-BE49-F238E27FC236}">
                          <a16:creationId xmlns:a16="http://schemas.microsoft.com/office/drawing/2014/main" id="{BF80928C-F2F0-4DE2-924F-00CF6EFB7828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41" name="Arc 440">
                      <a:extLst>
                        <a:ext uri="{FF2B5EF4-FFF2-40B4-BE49-F238E27FC236}">
                          <a16:creationId xmlns:a16="http://schemas.microsoft.com/office/drawing/2014/main" id="{8DFFFE39-8305-B108-3D70-16D1A0ADD4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42" name="Oval 441">
                      <a:extLst>
                        <a:ext uri="{FF2B5EF4-FFF2-40B4-BE49-F238E27FC236}">
                          <a16:creationId xmlns:a16="http://schemas.microsoft.com/office/drawing/2014/main" id="{4A0ED6C9-7007-0229-B1C6-6792BE866B4A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43" name="Arc 442">
                      <a:extLst>
                        <a:ext uri="{FF2B5EF4-FFF2-40B4-BE49-F238E27FC236}">
                          <a16:creationId xmlns:a16="http://schemas.microsoft.com/office/drawing/2014/main" id="{5F636A48-2867-2E37-557E-E0FD39AF8A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44" name="Arc 443">
                      <a:extLst>
                        <a:ext uri="{FF2B5EF4-FFF2-40B4-BE49-F238E27FC236}">
                          <a16:creationId xmlns:a16="http://schemas.microsoft.com/office/drawing/2014/main" id="{5F35E6DD-4433-7BB3-260E-430BD316EE8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433" name="Straight Connector 432">
                  <a:extLst>
                    <a:ext uri="{FF2B5EF4-FFF2-40B4-BE49-F238E27FC236}">
                      <a16:creationId xmlns:a16="http://schemas.microsoft.com/office/drawing/2014/main" id="{892791F6-8A14-08D0-6479-4462826004DA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4" name="Straight Connector 433">
                  <a:extLst>
                    <a:ext uri="{FF2B5EF4-FFF2-40B4-BE49-F238E27FC236}">
                      <a16:creationId xmlns:a16="http://schemas.microsoft.com/office/drawing/2014/main" id="{7F1C62DB-2D0F-A6F6-C73F-A63587C5A553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4DFC442E-C6D6-D3EA-F540-6FCC1853E55D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423" name="Moon 422">
                  <a:extLst>
                    <a:ext uri="{FF2B5EF4-FFF2-40B4-BE49-F238E27FC236}">
                      <a16:creationId xmlns:a16="http://schemas.microsoft.com/office/drawing/2014/main" id="{7AD9333C-AAEA-5C96-D1D5-B89CFE452225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4" name="Oval 423">
                  <a:extLst>
                    <a:ext uri="{FF2B5EF4-FFF2-40B4-BE49-F238E27FC236}">
                      <a16:creationId xmlns:a16="http://schemas.microsoft.com/office/drawing/2014/main" id="{C31C6E14-7DFB-A689-0BDE-9121A8490740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5" name="Oval 424">
                  <a:extLst>
                    <a:ext uri="{FF2B5EF4-FFF2-40B4-BE49-F238E27FC236}">
                      <a16:creationId xmlns:a16="http://schemas.microsoft.com/office/drawing/2014/main" id="{43106E00-ABB9-AC67-03BB-BBD207FB2BE5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6" name="Oval 425">
                  <a:extLst>
                    <a:ext uri="{FF2B5EF4-FFF2-40B4-BE49-F238E27FC236}">
                      <a16:creationId xmlns:a16="http://schemas.microsoft.com/office/drawing/2014/main" id="{56B49436-C08F-5D0A-25E6-A38A21BC13CE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7" name="Oval 426">
                  <a:extLst>
                    <a:ext uri="{FF2B5EF4-FFF2-40B4-BE49-F238E27FC236}">
                      <a16:creationId xmlns:a16="http://schemas.microsoft.com/office/drawing/2014/main" id="{208A5917-6EC5-8EBD-1BE3-609EBBE07CD0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8" name="Oval 427">
                  <a:extLst>
                    <a:ext uri="{FF2B5EF4-FFF2-40B4-BE49-F238E27FC236}">
                      <a16:creationId xmlns:a16="http://schemas.microsoft.com/office/drawing/2014/main" id="{46F2AE44-6C9F-0D66-A4DD-A3847C09F53B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9" name="Oval 428">
                  <a:extLst>
                    <a:ext uri="{FF2B5EF4-FFF2-40B4-BE49-F238E27FC236}">
                      <a16:creationId xmlns:a16="http://schemas.microsoft.com/office/drawing/2014/main" id="{23BC2789-B1D3-7563-3B37-52F5B4DDDFE7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0" name="Oval 429">
                  <a:extLst>
                    <a:ext uri="{FF2B5EF4-FFF2-40B4-BE49-F238E27FC236}">
                      <a16:creationId xmlns:a16="http://schemas.microsoft.com/office/drawing/2014/main" id="{A29286F8-9D80-877E-052A-E375E7CA2A55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99" name="Rounded Rectangle 598">
              <a:extLst>
                <a:ext uri="{FF2B5EF4-FFF2-40B4-BE49-F238E27FC236}">
                  <a16:creationId xmlns:a16="http://schemas.microsoft.com/office/drawing/2014/main" id="{91762511-6A41-CB47-52D8-EDFD655A7E9D}"/>
                </a:ext>
              </a:extLst>
            </p:cNvPr>
            <p:cNvSpPr/>
            <p:nvPr/>
          </p:nvSpPr>
          <p:spPr>
            <a:xfrm rot="5400000">
              <a:off x="9680274" y="1384808"/>
              <a:ext cx="44815" cy="62419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5" name="Group 604">
            <a:extLst>
              <a:ext uri="{FF2B5EF4-FFF2-40B4-BE49-F238E27FC236}">
                <a16:creationId xmlns:a16="http://schemas.microsoft.com/office/drawing/2014/main" id="{C3A10A02-9F7E-76C2-3244-EBA7F850F86D}"/>
              </a:ext>
            </a:extLst>
          </p:cNvPr>
          <p:cNvGrpSpPr/>
          <p:nvPr/>
        </p:nvGrpSpPr>
        <p:grpSpPr>
          <a:xfrm>
            <a:off x="8722567" y="1222631"/>
            <a:ext cx="348791" cy="144704"/>
            <a:chOff x="8998718" y="747845"/>
            <a:chExt cx="348791" cy="144704"/>
          </a:xfrm>
        </p:grpSpPr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9370FA48-7F7A-6AEA-1F68-6E6F8C08BEE9}"/>
                </a:ext>
              </a:extLst>
            </p:cNvPr>
            <p:cNvGrpSpPr/>
            <p:nvPr/>
          </p:nvGrpSpPr>
          <p:grpSpPr>
            <a:xfrm rot="7464527" flipH="1" flipV="1">
              <a:off x="9100762" y="645801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480" name="Group 479">
                <a:extLst>
                  <a:ext uri="{FF2B5EF4-FFF2-40B4-BE49-F238E27FC236}">
                    <a16:creationId xmlns:a16="http://schemas.microsoft.com/office/drawing/2014/main" id="{3F2D46B8-6E04-2C3A-6003-9DED13C38423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515" name="Group 514">
                  <a:extLst>
                    <a:ext uri="{FF2B5EF4-FFF2-40B4-BE49-F238E27FC236}">
                      <a16:creationId xmlns:a16="http://schemas.microsoft.com/office/drawing/2014/main" id="{15BC755B-B58D-E56C-247A-30E320C98C58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529" name="Oval 528">
                    <a:extLst>
                      <a:ext uri="{FF2B5EF4-FFF2-40B4-BE49-F238E27FC236}">
                        <a16:creationId xmlns:a16="http://schemas.microsoft.com/office/drawing/2014/main" id="{565563B4-59B5-3D6E-8CAE-EA55A3E4A29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30" name="Group 529">
                    <a:extLst>
                      <a:ext uri="{FF2B5EF4-FFF2-40B4-BE49-F238E27FC236}">
                        <a16:creationId xmlns:a16="http://schemas.microsoft.com/office/drawing/2014/main" id="{32E2BE30-9EB4-1EC5-59F8-DBE38071F98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531" name="Oval 530">
                      <a:extLst>
                        <a:ext uri="{FF2B5EF4-FFF2-40B4-BE49-F238E27FC236}">
                          <a16:creationId xmlns:a16="http://schemas.microsoft.com/office/drawing/2014/main" id="{4D656CD3-1650-45F1-B3FE-5660D5F14E3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32" name="Oval 531">
                      <a:extLst>
                        <a:ext uri="{FF2B5EF4-FFF2-40B4-BE49-F238E27FC236}">
                          <a16:creationId xmlns:a16="http://schemas.microsoft.com/office/drawing/2014/main" id="{0A37CAE2-F801-62EF-6FD6-61E50D9C8A68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33" name="Oval 532">
                      <a:extLst>
                        <a:ext uri="{FF2B5EF4-FFF2-40B4-BE49-F238E27FC236}">
                          <a16:creationId xmlns:a16="http://schemas.microsoft.com/office/drawing/2014/main" id="{0AD3C43C-2905-AAD2-EC2F-2D53D4BD1F8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34" name="Oval 533">
                      <a:extLst>
                        <a:ext uri="{FF2B5EF4-FFF2-40B4-BE49-F238E27FC236}">
                          <a16:creationId xmlns:a16="http://schemas.microsoft.com/office/drawing/2014/main" id="{B03C0A88-A051-F2E1-62EE-D593EF091615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35" name="Arc 534">
                      <a:extLst>
                        <a:ext uri="{FF2B5EF4-FFF2-40B4-BE49-F238E27FC236}">
                          <a16:creationId xmlns:a16="http://schemas.microsoft.com/office/drawing/2014/main" id="{8027C9AF-10F6-A339-0587-291144CC70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36" name="Oval 535">
                      <a:extLst>
                        <a:ext uri="{FF2B5EF4-FFF2-40B4-BE49-F238E27FC236}">
                          <a16:creationId xmlns:a16="http://schemas.microsoft.com/office/drawing/2014/main" id="{0DD943F0-BC6E-5712-0E62-88FD052AFE4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37" name="Arc 536">
                      <a:extLst>
                        <a:ext uri="{FF2B5EF4-FFF2-40B4-BE49-F238E27FC236}">
                          <a16:creationId xmlns:a16="http://schemas.microsoft.com/office/drawing/2014/main" id="{FA3566BD-4921-78E8-BB90-8715C29C2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38" name="Arc 537">
                      <a:extLst>
                        <a:ext uri="{FF2B5EF4-FFF2-40B4-BE49-F238E27FC236}">
                          <a16:creationId xmlns:a16="http://schemas.microsoft.com/office/drawing/2014/main" id="{C008DE25-D725-1ACD-9596-26F3027A5398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17E9218A-E043-39D3-66EB-D026DE0E71C6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519" name="Oval 518">
                    <a:extLst>
                      <a:ext uri="{FF2B5EF4-FFF2-40B4-BE49-F238E27FC236}">
                        <a16:creationId xmlns:a16="http://schemas.microsoft.com/office/drawing/2014/main" id="{B37E49C8-3A6C-B793-F3C3-761DBE5DD64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20" name="Group 519">
                    <a:extLst>
                      <a:ext uri="{FF2B5EF4-FFF2-40B4-BE49-F238E27FC236}">
                        <a16:creationId xmlns:a16="http://schemas.microsoft.com/office/drawing/2014/main" id="{A188F46B-1863-3AF1-DA6E-FC04097002E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521" name="Oval 520">
                      <a:extLst>
                        <a:ext uri="{FF2B5EF4-FFF2-40B4-BE49-F238E27FC236}">
                          <a16:creationId xmlns:a16="http://schemas.microsoft.com/office/drawing/2014/main" id="{1A500450-6C29-F0C6-D684-8F6ADDDD87A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22" name="Oval 521">
                      <a:extLst>
                        <a:ext uri="{FF2B5EF4-FFF2-40B4-BE49-F238E27FC236}">
                          <a16:creationId xmlns:a16="http://schemas.microsoft.com/office/drawing/2014/main" id="{9067BEF8-E1C2-1CF5-094D-4AA37B5EBC7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23" name="Oval 522">
                      <a:extLst>
                        <a:ext uri="{FF2B5EF4-FFF2-40B4-BE49-F238E27FC236}">
                          <a16:creationId xmlns:a16="http://schemas.microsoft.com/office/drawing/2014/main" id="{1AC2C200-1CE3-0226-37E0-F1DB01991472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24" name="Oval 523">
                      <a:extLst>
                        <a:ext uri="{FF2B5EF4-FFF2-40B4-BE49-F238E27FC236}">
                          <a16:creationId xmlns:a16="http://schemas.microsoft.com/office/drawing/2014/main" id="{9A9C153D-9A5E-58A5-7E75-E1A61EE6A76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25" name="Arc 524">
                      <a:extLst>
                        <a:ext uri="{FF2B5EF4-FFF2-40B4-BE49-F238E27FC236}">
                          <a16:creationId xmlns:a16="http://schemas.microsoft.com/office/drawing/2014/main" id="{1666CD95-120E-9553-A426-B77CCD0DF9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26" name="Oval 525">
                      <a:extLst>
                        <a:ext uri="{FF2B5EF4-FFF2-40B4-BE49-F238E27FC236}">
                          <a16:creationId xmlns:a16="http://schemas.microsoft.com/office/drawing/2014/main" id="{DB74E4B0-185A-8B3D-78EB-6137B74C165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27" name="Arc 526">
                      <a:extLst>
                        <a:ext uri="{FF2B5EF4-FFF2-40B4-BE49-F238E27FC236}">
                          <a16:creationId xmlns:a16="http://schemas.microsoft.com/office/drawing/2014/main" id="{9520C092-2696-8579-5935-C621FCDD08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28" name="Arc 527">
                      <a:extLst>
                        <a:ext uri="{FF2B5EF4-FFF2-40B4-BE49-F238E27FC236}">
                          <a16:creationId xmlns:a16="http://schemas.microsoft.com/office/drawing/2014/main" id="{48099FDB-08B3-F336-4118-8AC65D4C927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517" name="Straight Connector 516">
                  <a:extLst>
                    <a:ext uri="{FF2B5EF4-FFF2-40B4-BE49-F238E27FC236}">
                      <a16:creationId xmlns:a16="http://schemas.microsoft.com/office/drawing/2014/main" id="{C395B7B7-E94F-8390-15A1-67BB5DC4C158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8" name="Straight Connector 517">
                  <a:extLst>
                    <a:ext uri="{FF2B5EF4-FFF2-40B4-BE49-F238E27FC236}">
                      <a16:creationId xmlns:a16="http://schemas.microsoft.com/office/drawing/2014/main" id="{0BC3FF32-09E0-F671-83DF-36DC34DA1EF9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1" name="Group 480">
                <a:extLst>
                  <a:ext uri="{FF2B5EF4-FFF2-40B4-BE49-F238E27FC236}">
                    <a16:creationId xmlns:a16="http://schemas.microsoft.com/office/drawing/2014/main" id="{6F1C8FC5-DA72-AB3A-9E85-ADEC45D7C116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491" name="Group 490">
                  <a:extLst>
                    <a:ext uri="{FF2B5EF4-FFF2-40B4-BE49-F238E27FC236}">
                      <a16:creationId xmlns:a16="http://schemas.microsoft.com/office/drawing/2014/main" id="{2936C32E-B88E-9C81-008E-F83CBF964C5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505" name="Oval 504">
                    <a:extLst>
                      <a:ext uri="{FF2B5EF4-FFF2-40B4-BE49-F238E27FC236}">
                        <a16:creationId xmlns:a16="http://schemas.microsoft.com/office/drawing/2014/main" id="{03DE1CD4-3399-8FC2-45E9-E72B03244DE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06" name="Group 505">
                    <a:extLst>
                      <a:ext uri="{FF2B5EF4-FFF2-40B4-BE49-F238E27FC236}">
                        <a16:creationId xmlns:a16="http://schemas.microsoft.com/office/drawing/2014/main" id="{E35C2218-258C-5ADA-4AC3-C3F9B2F987E7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507" name="Oval 506">
                      <a:extLst>
                        <a:ext uri="{FF2B5EF4-FFF2-40B4-BE49-F238E27FC236}">
                          <a16:creationId xmlns:a16="http://schemas.microsoft.com/office/drawing/2014/main" id="{D83FFB57-89F7-AFE1-12B8-2C5A4DD882B2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08" name="Oval 507">
                      <a:extLst>
                        <a:ext uri="{FF2B5EF4-FFF2-40B4-BE49-F238E27FC236}">
                          <a16:creationId xmlns:a16="http://schemas.microsoft.com/office/drawing/2014/main" id="{349D07EE-E7BE-841F-3C12-32CE86F8A81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09" name="Oval 508">
                      <a:extLst>
                        <a:ext uri="{FF2B5EF4-FFF2-40B4-BE49-F238E27FC236}">
                          <a16:creationId xmlns:a16="http://schemas.microsoft.com/office/drawing/2014/main" id="{19722F08-CF22-4352-7EFA-3FA89E0108BE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10" name="Oval 509">
                      <a:extLst>
                        <a:ext uri="{FF2B5EF4-FFF2-40B4-BE49-F238E27FC236}">
                          <a16:creationId xmlns:a16="http://schemas.microsoft.com/office/drawing/2014/main" id="{DB4299B4-AEF5-0082-B76E-C6A0DAA829BE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11" name="Arc 510">
                      <a:extLst>
                        <a:ext uri="{FF2B5EF4-FFF2-40B4-BE49-F238E27FC236}">
                          <a16:creationId xmlns:a16="http://schemas.microsoft.com/office/drawing/2014/main" id="{4A81BBF9-D06E-D067-FD23-EFECD967D0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12" name="Oval 511">
                      <a:extLst>
                        <a:ext uri="{FF2B5EF4-FFF2-40B4-BE49-F238E27FC236}">
                          <a16:creationId xmlns:a16="http://schemas.microsoft.com/office/drawing/2014/main" id="{60507CB3-34C3-DF6C-9F17-C75959559400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13" name="Arc 512">
                      <a:extLst>
                        <a:ext uri="{FF2B5EF4-FFF2-40B4-BE49-F238E27FC236}">
                          <a16:creationId xmlns:a16="http://schemas.microsoft.com/office/drawing/2014/main" id="{EAE31C8B-8F19-BEA4-31A8-8C8D8BC7F0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14" name="Arc 513">
                      <a:extLst>
                        <a:ext uri="{FF2B5EF4-FFF2-40B4-BE49-F238E27FC236}">
                          <a16:creationId xmlns:a16="http://schemas.microsoft.com/office/drawing/2014/main" id="{B56C082F-1E69-5C65-8588-D7B4F203B4D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21D8E151-9AF4-2B3C-7F2D-0351ADE70666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495" name="Oval 494">
                    <a:extLst>
                      <a:ext uri="{FF2B5EF4-FFF2-40B4-BE49-F238E27FC236}">
                        <a16:creationId xmlns:a16="http://schemas.microsoft.com/office/drawing/2014/main" id="{4EC30DC4-206C-2E17-3C6C-A3B8C560E25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496" name="Group 495">
                    <a:extLst>
                      <a:ext uri="{FF2B5EF4-FFF2-40B4-BE49-F238E27FC236}">
                        <a16:creationId xmlns:a16="http://schemas.microsoft.com/office/drawing/2014/main" id="{4BDAACC3-5B00-D287-A8E8-10D6DF8B483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497" name="Oval 496">
                      <a:extLst>
                        <a:ext uri="{FF2B5EF4-FFF2-40B4-BE49-F238E27FC236}">
                          <a16:creationId xmlns:a16="http://schemas.microsoft.com/office/drawing/2014/main" id="{D3EDCE70-88C2-1BC8-BB4F-C6C26752BEF4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98" name="Oval 497">
                      <a:extLst>
                        <a:ext uri="{FF2B5EF4-FFF2-40B4-BE49-F238E27FC236}">
                          <a16:creationId xmlns:a16="http://schemas.microsoft.com/office/drawing/2014/main" id="{C2BEF25A-577E-CA20-954A-CEED7158A567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99" name="Oval 498">
                      <a:extLst>
                        <a:ext uri="{FF2B5EF4-FFF2-40B4-BE49-F238E27FC236}">
                          <a16:creationId xmlns:a16="http://schemas.microsoft.com/office/drawing/2014/main" id="{CFC8DC03-1D89-4A79-399D-2459E1AC842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00" name="Oval 499">
                      <a:extLst>
                        <a:ext uri="{FF2B5EF4-FFF2-40B4-BE49-F238E27FC236}">
                          <a16:creationId xmlns:a16="http://schemas.microsoft.com/office/drawing/2014/main" id="{64D4AA4B-F45F-C0DB-3DE8-89A19913ECC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01" name="Arc 500">
                      <a:extLst>
                        <a:ext uri="{FF2B5EF4-FFF2-40B4-BE49-F238E27FC236}">
                          <a16:creationId xmlns:a16="http://schemas.microsoft.com/office/drawing/2014/main" id="{DE47DD21-595D-5A8E-A859-6C94974E5F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02" name="Oval 501">
                      <a:extLst>
                        <a:ext uri="{FF2B5EF4-FFF2-40B4-BE49-F238E27FC236}">
                          <a16:creationId xmlns:a16="http://schemas.microsoft.com/office/drawing/2014/main" id="{1688B3A7-F60C-F123-B17F-583F13ECB8F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03" name="Arc 502">
                      <a:extLst>
                        <a:ext uri="{FF2B5EF4-FFF2-40B4-BE49-F238E27FC236}">
                          <a16:creationId xmlns:a16="http://schemas.microsoft.com/office/drawing/2014/main" id="{6CF06FE2-C430-DBFE-E6C8-21C1EB9D20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04" name="Arc 503">
                      <a:extLst>
                        <a:ext uri="{FF2B5EF4-FFF2-40B4-BE49-F238E27FC236}">
                          <a16:creationId xmlns:a16="http://schemas.microsoft.com/office/drawing/2014/main" id="{3D03DCAA-48E2-9608-FF89-741FE592A959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493" name="Straight Connector 492">
                  <a:extLst>
                    <a:ext uri="{FF2B5EF4-FFF2-40B4-BE49-F238E27FC236}">
                      <a16:creationId xmlns:a16="http://schemas.microsoft.com/office/drawing/2014/main" id="{EDD6F6DD-7DE6-38C2-8A1E-72EDA6DD03C1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4" name="Straight Connector 493">
                  <a:extLst>
                    <a:ext uri="{FF2B5EF4-FFF2-40B4-BE49-F238E27FC236}">
                      <a16:creationId xmlns:a16="http://schemas.microsoft.com/office/drawing/2014/main" id="{E8838565-F734-97CC-4781-B6118A085005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9752E6F-EC25-AA7A-4AE0-7F84E580AA3E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483" name="Moon 482">
                  <a:extLst>
                    <a:ext uri="{FF2B5EF4-FFF2-40B4-BE49-F238E27FC236}">
                      <a16:creationId xmlns:a16="http://schemas.microsoft.com/office/drawing/2014/main" id="{A54CE229-882B-0BEB-F925-DE8C5AB279C1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4" name="Oval 483">
                  <a:extLst>
                    <a:ext uri="{FF2B5EF4-FFF2-40B4-BE49-F238E27FC236}">
                      <a16:creationId xmlns:a16="http://schemas.microsoft.com/office/drawing/2014/main" id="{FE2DBF92-73AB-EBFB-021A-A20A71BA95F9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5" name="Oval 484">
                  <a:extLst>
                    <a:ext uri="{FF2B5EF4-FFF2-40B4-BE49-F238E27FC236}">
                      <a16:creationId xmlns:a16="http://schemas.microsoft.com/office/drawing/2014/main" id="{F22AAB68-C728-ECCD-2622-2076BDCFD4D2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Oval 485">
                  <a:extLst>
                    <a:ext uri="{FF2B5EF4-FFF2-40B4-BE49-F238E27FC236}">
                      <a16:creationId xmlns:a16="http://schemas.microsoft.com/office/drawing/2014/main" id="{EF2A28C6-B0B9-9B16-18E8-FE729261CF12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7" name="Oval 486">
                  <a:extLst>
                    <a:ext uri="{FF2B5EF4-FFF2-40B4-BE49-F238E27FC236}">
                      <a16:creationId xmlns:a16="http://schemas.microsoft.com/office/drawing/2014/main" id="{1CBBFD5E-20CC-9DB8-8983-B1934707E3A1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8" name="Oval 487">
                  <a:extLst>
                    <a:ext uri="{FF2B5EF4-FFF2-40B4-BE49-F238E27FC236}">
                      <a16:creationId xmlns:a16="http://schemas.microsoft.com/office/drawing/2014/main" id="{8D8D170F-DCFA-833F-DFAD-36840A865D8E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9" name="Oval 488">
                  <a:extLst>
                    <a:ext uri="{FF2B5EF4-FFF2-40B4-BE49-F238E27FC236}">
                      <a16:creationId xmlns:a16="http://schemas.microsoft.com/office/drawing/2014/main" id="{CA36818F-C715-98D8-B233-3B4B49C0C8AD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0" name="Oval 489">
                  <a:extLst>
                    <a:ext uri="{FF2B5EF4-FFF2-40B4-BE49-F238E27FC236}">
                      <a16:creationId xmlns:a16="http://schemas.microsoft.com/office/drawing/2014/main" id="{6A0485AE-1111-CB0F-C48F-121EBC4E9DE8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00" name="Rounded Rectangle 599">
              <a:extLst>
                <a:ext uri="{FF2B5EF4-FFF2-40B4-BE49-F238E27FC236}">
                  <a16:creationId xmlns:a16="http://schemas.microsoft.com/office/drawing/2014/main" id="{7E511BD2-3415-6ABD-2F4E-076445B8F1D5}"/>
                </a:ext>
              </a:extLst>
            </p:cNvPr>
            <p:cNvSpPr/>
            <p:nvPr/>
          </p:nvSpPr>
          <p:spPr>
            <a:xfrm rot="5400000">
              <a:off x="9157793" y="778771"/>
              <a:ext cx="44815" cy="62419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3" name="Group 602">
            <a:extLst>
              <a:ext uri="{FF2B5EF4-FFF2-40B4-BE49-F238E27FC236}">
                <a16:creationId xmlns:a16="http://schemas.microsoft.com/office/drawing/2014/main" id="{CA5BDDBD-A5F1-E656-5868-79E3458236E1}"/>
              </a:ext>
            </a:extLst>
          </p:cNvPr>
          <p:cNvGrpSpPr/>
          <p:nvPr/>
        </p:nvGrpSpPr>
        <p:grpSpPr>
          <a:xfrm>
            <a:off x="8651194" y="1890803"/>
            <a:ext cx="348791" cy="144704"/>
            <a:chOff x="9119539" y="2539762"/>
            <a:chExt cx="348791" cy="144704"/>
          </a:xfrm>
        </p:grpSpPr>
        <p:grpSp>
          <p:nvGrpSpPr>
            <p:cNvPr id="539" name="Group 538">
              <a:extLst>
                <a:ext uri="{FF2B5EF4-FFF2-40B4-BE49-F238E27FC236}">
                  <a16:creationId xmlns:a16="http://schemas.microsoft.com/office/drawing/2014/main" id="{82061795-E703-E92D-A140-0524F1A4CD46}"/>
                </a:ext>
              </a:extLst>
            </p:cNvPr>
            <p:cNvGrpSpPr/>
            <p:nvPr/>
          </p:nvGrpSpPr>
          <p:grpSpPr>
            <a:xfrm rot="5400000" flipH="1" flipV="1">
              <a:off x="9221583" y="2437718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540" name="Group 539">
                <a:extLst>
                  <a:ext uri="{FF2B5EF4-FFF2-40B4-BE49-F238E27FC236}">
                    <a16:creationId xmlns:a16="http://schemas.microsoft.com/office/drawing/2014/main" id="{78FF9B31-2A55-4ACD-E0FF-C0C6C961A219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575" name="Group 574">
                  <a:extLst>
                    <a:ext uri="{FF2B5EF4-FFF2-40B4-BE49-F238E27FC236}">
                      <a16:creationId xmlns:a16="http://schemas.microsoft.com/office/drawing/2014/main" id="{06240170-6D27-2E8F-149F-B50652BA84A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589" name="Oval 588">
                    <a:extLst>
                      <a:ext uri="{FF2B5EF4-FFF2-40B4-BE49-F238E27FC236}">
                        <a16:creationId xmlns:a16="http://schemas.microsoft.com/office/drawing/2014/main" id="{70315212-4B91-2ABF-06E8-AB084EF6ADC8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90" name="Group 589">
                    <a:extLst>
                      <a:ext uri="{FF2B5EF4-FFF2-40B4-BE49-F238E27FC236}">
                        <a16:creationId xmlns:a16="http://schemas.microsoft.com/office/drawing/2014/main" id="{E7A983EB-971B-71F7-CAEB-2BD80BB462A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591" name="Oval 590">
                      <a:extLst>
                        <a:ext uri="{FF2B5EF4-FFF2-40B4-BE49-F238E27FC236}">
                          <a16:creationId xmlns:a16="http://schemas.microsoft.com/office/drawing/2014/main" id="{EDFE05CF-7CFB-DB88-FF9C-2FC51C84B4A1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92" name="Oval 591">
                      <a:extLst>
                        <a:ext uri="{FF2B5EF4-FFF2-40B4-BE49-F238E27FC236}">
                          <a16:creationId xmlns:a16="http://schemas.microsoft.com/office/drawing/2014/main" id="{6D4E3D51-B9AA-7CB5-0C08-E6A5CDDFC8C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93" name="Oval 592">
                      <a:extLst>
                        <a:ext uri="{FF2B5EF4-FFF2-40B4-BE49-F238E27FC236}">
                          <a16:creationId xmlns:a16="http://schemas.microsoft.com/office/drawing/2014/main" id="{9831E8BA-996F-D1C6-76BA-328FB4A7B81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94" name="Oval 593">
                      <a:extLst>
                        <a:ext uri="{FF2B5EF4-FFF2-40B4-BE49-F238E27FC236}">
                          <a16:creationId xmlns:a16="http://schemas.microsoft.com/office/drawing/2014/main" id="{22F92DA1-5F72-144B-95E8-2E7813A97783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95" name="Arc 594">
                      <a:extLst>
                        <a:ext uri="{FF2B5EF4-FFF2-40B4-BE49-F238E27FC236}">
                          <a16:creationId xmlns:a16="http://schemas.microsoft.com/office/drawing/2014/main" id="{74C03AA1-64E1-1F78-48A1-F4C3AE1F5F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96" name="Oval 595">
                      <a:extLst>
                        <a:ext uri="{FF2B5EF4-FFF2-40B4-BE49-F238E27FC236}">
                          <a16:creationId xmlns:a16="http://schemas.microsoft.com/office/drawing/2014/main" id="{BCAFE0CC-B320-C496-C53E-7E2E3C5BA21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97" name="Arc 596">
                      <a:extLst>
                        <a:ext uri="{FF2B5EF4-FFF2-40B4-BE49-F238E27FC236}">
                          <a16:creationId xmlns:a16="http://schemas.microsoft.com/office/drawing/2014/main" id="{AF92EA5E-7597-ADE1-744F-7E1193A166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98" name="Arc 597">
                      <a:extLst>
                        <a:ext uri="{FF2B5EF4-FFF2-40B4-BE49-F238E27FC236}">
                          <a16:creationId xmlns:a16="http://schemas.microsoft.com/office/drawing/2014/main" id="{0F82C8F2-497A-007E-241B-DBFE3223A560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576" name="Group 575">
                  <a:extLst>
                    <a:ext uri="{FF2B5EF4-FFF2-40B4-BE49-F238E27FC236}">
                      <a16:creationId xmlns:a16="http://schemas.microsoft.com/office/drawing/2014/main" id="{E170C251-1546-D986-8139-E3ED5B835E4C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579" name="Oval 578">
                    <a:extLst>
                      <a:ext uri="{FF2B5EF4-FFF2-40B4-BE49-F238E27FC236}">
                        <a16:creationId xmlns:a16="http://schemas.microsoft.com/office/drawing/2014/main" id="{6949600F-5365-D131-9C4B-0AED131E3BD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80" name="Group 579">
                    <a:extLst>
                      <a:ext uri="{FF2B5EF4-FFF2-40B4-BE49-F238E27FC236}">
                        <a16:creationId xmlns:a16="http://schemas.microsoft.com/office/drawing/2014/main" id="{1EF8A0C6-1E53-F925-D8CD-6007506C4E4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581" name="Oval 580">
                      <a:extLst>
                        <a:ext uri="{FF2B5EF4-FFF2-40B4-BE49-F238E27FC236}">
                          <a16:creationId xmlns:a16="http://schemas.microsoft.com/office/drawing/2014/main" id="{8F940B90-1139-EBB0-257D-647193BA7BE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82" name="Oval 581">
                      <a:extLst>
                        <a:ext uri="{FF2B5EF4-FFF2-40B4-BE49-F238E27FC236}">
                          <a16:creationId xmlns:a16="http://schemas.microsoft.com/office/drawing/2014/main" id="{E4732B32-92D5-9584-B2CC-022323EF5D94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83" name="Oval 582">
                      <a:extLst>
                        <a:ext uri="{FF2B5EF4-FFF2-40B4-BE49-F238E27FC236}">
                          <a16:creationId xmlns:a16="http://schemas.microsoft.com/office/drawing/2014/main" id="{A6FECDCA-6525-27F0-1A59-21C7B7C590C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84" name="Oval 583">
                      <a:extLst>
                        <a:ext uri="{FF2B5EF4-FFF2-40B4-BE49-F238E27FC236}">
                          <a16:creationId xmlns:a16="http://schemas.microsoft.com/office/drawing/2014/main" id="{78834E49-1814-85CC-E8DF-7896ADDDD801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85" name="Arc 584">
                      <a:extLst>
                        <a:ext uri="{FF2B5EF4-FFF2-40B4-BE49-F238E27FC236}">
                          <a16:creationId xmlns:a16="http://schemas.microsoft.com/office/drawing/2014/main" id="{5F00DE76-0736-47CA-05E0-8ADEB67A06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86" name="Oval 585">
                      <a:extLst>
                        <a:ext uri="{FF2B5EF4-FFF2-40B4-BE49-F238E27FC236}">
                          <a16:creationId xmlns:a16="http://schemas.microsoft.com/office/drawing/2014/main" id="{F724669B-9CFA-CFE6-DDDE-9B93D020A447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87" name="Arc 586">
                      <a:extLst>
                        <a:ext uri="{FF2B5EF4-FFF2-40B4-BE49-F238E27FC236}">
                          <a16:creationId xmlns:a16="http://schemas.microsoft.com/office/drawing/2014/main" id="{DE0921C9-8909-6C38-8F1E-D64E89C652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88" name="Arc 587">
                      <a:extLst>
                        <a:ext uri="{FF2B5EF4-FFF2-40B4-BE49-F238E27FC236}">
                          <a16:creationId xmlns:a16="http://schemas.microsoft.com/office/drawing/2014/main" id="{3F5F62AE-0C04-B845-E537-3D483DD8458B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577" name="Straight Connector 576">
                  <a:extLst>
                    <a:ext uri="{FF2B5EF4-FFF2-40B4-BE49-F238E27FC236}">
                      <a16:creationId xmlns:a16="http://schemas.microsoft.com/office/drawing/2014/main" id="{F1425DF0-C593-DD5C-1AFA-D4E201C1D734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2A1DCC19-4B0B-CD7A-840D-7580C40E2B3A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25962260-49C3-E8FD-82D3-A997680BF9C6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551" name="Group 550">
                  <a:extLst>
                    <a:ext uri="{FF2B5EF4-FFF2-40B4-BE49-F238E27FC236}">
                      <a16:creationId xmlns:a16="http://schemas.microsoft.com/office/drawing/2014/main" id="{1660FD68-20F0-A5E3-CC80-D92230F725A4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565" name="Oval 564">
                    <a:extLst>
                      <a:ext uri="{FF2B5EF4-FFF2-40B4-BE49-F238E27FC236}">
                        <a16:creationId xmlns:a16="http://schemas.microsoft.com/office/drawing/2014/main" id="{10E657BC-1688-D4D6-FB72-731663CC481C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66" name="Group 565">
                    <a:extLst>
                      <a:ext uri="{FF2B5EF4-FFF2-40B4-BE49-F238E27FC236}">
                        <a16:creationId xmlns:a16="http://schemas.microsoft.com/office/drawing/2014/main" id="{3E551000-E12B-BBEC-165C-582C67D42DF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567" name="Oval 566">
                      <a:extLst>
                        <a:ext uri="{FF2B5EF4-FFF2-40B4-BE49-F238E27FC236}">
                          <a16:creationId xmlns:a16="http://schemas.microsoft.com/office/drawing/2014/main" id="{8D4A7C81-0659-0787-0747-747FBF0EBD9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68" name="Oval 567">
                      <a:extLst>
                        <a:ext uri="{FF2B5EF4-FFF2-40B4-BE49-F238E27FC236}">
                          <a16:creationId xmlns:a16="http://schemas.microsoft.com/office/drawing/2014/main" id="{8D2369E9-8409-A699-4C59-2D7199EB3093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69" name="Oval 568">
                      <a:extLst>
                        <a:ext uri="{FF2B5EF4-FFF2-40B4-BE49-F238E27FC236}">
                          <a16:creationId xmlns:a16="http://schemas.microsoft.com/office/drawing/2014/main" id="{BC9147B7-D9EE-E656-3CBB-68F4DD1108FD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70" name="Oval 569">
                      <a:extLst>
                        <a:ext uri="{FF2B5EF4-FFF2-40B4-BE49-F238E27FC236}">
                          <a16:creationId xmlns:a16="http://schemas.microsoft.com/office/drawing/2014/main" id="{BC9EBB2B-D5AE-681C-01FD-584EF404E1D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71" name="Arc 570">
                      <a:extLst>
                        <a:ext uri="{FF2B5EF4-FFF2-40B4-BE49-F238E27FC236}">
                          <a16:creationId xmlns:a16="http://schemas.microsoft.com/office/drawing/2014/main" id="{3B82A916-D663-8DAC-1891-E06E393210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72" name="Oval 571">
                      <a:extLst>
                        <a:ext uri="{FF2B5EF4-FFF2-40B4-BE49-F238E27FC236}">
                          <a16:creationId xmlns:a16="http://schemas.microsoft.com/office/drawing/2014/main" id="{1B788AAD-015F-BF6E-2E1F-276E3A743DF0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73" name="Arc 572">
                      <a:extLst>
                        <a:ext uri="{FF2B5EF4-FFF2-40B4-BE49-F238E27FC236}">
                          <a16:creationId xmlns:a16="http://schemas.microsoft.com/office/drawing/2014/main" id="{A801DF44-692F-8E0C-74D2-2D5414B154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74" name="Arc 573">
                      <a:extLst>
                        <a:ext uri="{FF2B5EF4-FFF2-40B4-BE49-F238E27FC236}">
                          <a16:creationId xmlns:a16="http://schemas.microsoft.com/office/drawing/2014/main" id="{0D73DBE9-4404-44F4-59F3-A9E3A575524C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552" name="Group 551">
                  <a:extLst>
                    <a:ext uri="{FF2B5EF4-FFF2-40B4-BE49-F238E27FC236}">
                      <a16:creationId xmlns:a16="http://schemas.microsoft.com/office/drawing/2014/main" id="{48CA0819-4953-D0A0-4C59-A4B126736E7E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555" name="Oval 554">
                    <a:extLst>
                      <a:ext uri="{FF2B5EF4-FFF2-40B4-BE49-F238E27FC236}">
                        <a16:creationId xmlns:a16="http://schemas.microsoft.com/office/drawing/2014/main" id="{97046EB4-A330-1898-708F-89C2025C9D59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556" name="Group 555">
                    <a:extLst>
                      <a:ext uri="{FF2B5EF4-FFF2-40B4-BE49-F238E27FC236}">
                        <a16:creationId xmlns:a16="http://schemas.microsoft.com/office/drawing/2014/main" id="{D99B3A5E-651B-4E1A-8AF3-A3160B59D05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557" name="Oval 556">
                      <a:extLst>
                        <a:ext uri="{FF2B5EF4-FFF2-40B4-BE49-F238E27FC236}">
                          <a16:creationId xmlns:a16="http://schemas.microsoft.com/office/drawing/2014/main" id="{514D899F-0EDD-57DD-ADB8-37404A23BE29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58" name="Oval 557">
                      <a:extLst>
                        <a:ext uri="{FF2B5EF4-FFF2-40B4-BE49-F238E27FC236}">
                          <a16:creationId xmlns:a16="http://schemas.microsoft.com/office/drawing/2014/main" id="{69BB5BBE-7A5B-C184-C5BD-EAB1D840A504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59" name="Oval 558">
                      <a:extLst>
                        <a:ext uri="{FF2B5EF4-FFF2-40B4-BE49-F238E27FC236}">
                          <a16:creationId xmlns:a16="http://schemas.microsoft.com/office/drawing/2014/main" id="{8D91E58F-A331-61D8-6A01-F04EDBA0451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60" name="Oval 559">
                      <a:extLst>
                        <a:ext uri="{FF2B5EF4-FFF2-40B4-BE49-F238E27FC236}">
                          <a16:creationId xmlns:a16="http://schemas.microsoft.com/office/drawing/2014/main" id="{9380C0F6-6D1D-FB41-F998-0B45D4A1F43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61" name="Arc 560">
                      <a:extLst>
                        <a:ext uri="{FF2B5EF4-FFF2-40B4-BE49-F238E27FC236}">
                          <a16:creationId xmlns:a16="http://schemas.microsoft.com/office/drawing/2014/main" id="{91D0DEBB-7C36-C3C3-776D-F81BE7EC1F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62" name="Oval 561">
                      <a:extLst>
                        <a:ext uri="{FF2B5EF4-FFF2-40B4-BE49-F238E27FC236}">
                          <a16:creationId xmlns:a16="http://schemas.microsoft.com/office/drawing/2014/main" id="{83EAC447-5855-B0C3-423B-E00532E81F9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563" name="Arc 562">
                      <a:extLst>
                        <a:ext uri="{FF2B5EF4-FFF2-40B4-BE49-F238E27FC236}">
                          <a16:creationId xmlns:a16="http://schemas.microsoft.com/office/drawing/2014/main" id="{A9D2E65C-F426-2406-F2BC-196746FD56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64" name="Arc 563">
                      <a:extLst>
                        <a:ext uri="{FF2B5EF4-FFF2-40B4-BE49-F238E27FC236}">
                          <a16:creationId xmlns:a16="http://schemas.microsoft.com/office/drawing/2014/main" id="{ABD35D66-5A34-248B-0043-0F65AF7B70C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553" name="Straight Connector 552">
                  <a:extLst>
                    <a:ext uri="{FF2B5EF4-FFF2-40B4-BE49-F238E27FC236}">
                      <a16:creationId xmlns:a16="http://schemas.microsoft.com/office/drawing/2014/main" id="{E2645158-46B5-91C9-8A03-EABC86604F4D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4" name="Straight Connector 553">
                  <a:extLst>
                    <a:ext uri="{FF2B5EF4-FFF2-40B4-BE49-F238E27FC236}">
                      <a16:creationId xmlns:a16="http://schemas.microsoft.com/office/drawing/2014/main" id="{649CEA29-0564-6070-B8BF-2FD107E8EF52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42" name="Group 541">
                <a:extLst>
                  <a:ext uri="{FF2B5EF4-FFF2-40B4-BE49-F238E27FC236}">
                    <a16:creationId xmlns:a16="http://schemas.microsoft.com/office/drawing/2014/main" id="{C80D8A14-EBB0-A97A-D307-AE1347CE6A3E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543" name="Moon 542">
                  <a:extLst>
                    <a:ext uri="{FF2B5EF4-FFF2-40B4-BE49-F238E27FC236}">
                      <a16:creationId xmlns:a16="http://schemas.microsoft.com/office/drawing/2014/main" id="{F30CAA70-82EC-1BF2-E9FB-876025A5988B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4" name="Oval 543">
                  <a:extLst>
                    <a:ext uri="{FF2B5EF4-FFF2-40B4-BE49-F238E27FC236}">
                      <a16:creationId xmlns:a16="http://schemas.microsoft.com/office/drawing/2014/main" id="{11532F26-1536-A1EA-72FF-58134FAA3F58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5" name="Oval 544">
                  <a:extLst>
                    <a:ext uri="{FF2B5EF4-FFF2-40B4-BE49-F238E27FC236}">
                      <a16:creationId xmlns:a16="http://schemas.microsoft.com/office/drawing/2014/main" id="{A8700825-8436-BCF7-8DE6-80E4F1D3D139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6" name="Oval 545">
                  <a:extLst>
                    <a:ext uri="{FF2B5EF4-FFF2-40B4-BE49-F238E27FC236}">
                      <a16:creationId xmlns:a16="http://schemas.microsoft.com/office/drawing/2014/main" id="{D9301945-2229-9916-FAFA-8E2927D39F92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7" name="Oval 546">
                  <a:extLst>
                    <a:ext uri="{FF2B5EF4-FFF2-40B4-BE49-F238E27FC236}">
                      <a16:creationId xmlns:a16="http://schemas.microsoft.com/office/drawing/2014/main" id="{EF6E8868-B04C-680C-B56D-97753B3CE549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8" name="Oval 547">
                  <a:extLst>
                    <a:ext uri="{FF2B5EF4-FFF2-40B4-BE49-F238E27FC236}">
                      <a16:creationId xmlns:a16="http://schemas.microsoft.com/office/drawing/2014/main" id="{FE0653ED-A4DD-630B-F93E-63654F354A3D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9" name="Oval 548">
                  <a:extLst>
                    <a:ext uri="{FF2B5EF4-FFF2-40B4-BE49-F238E27FC236}">
                      <a16:creationId xmlns:a16="http://schemas.microsoft.com/office/drawing/2014/main" id="{9938087B-FCB4-78A4-3567-15C9F1F20BE9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0" name="Oval 549">
                  <a:extLst>
                    <a:ext uri="{FF2B5EF4-FFF2-40B4-BE49-F238E27FC236}">
                      <a16:creationId xmlns:a16="http://schemas.microsoft.com/office/drawing/2014/main" id="{3A503A50-3CEB-2DA9-D3E3-EE7F34BAE96A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01" name="Rounded Rectangle 600">
              <a:extLst>
                <a:ext uri="{FF2B5EF4-FFF2-40B4-BE49-F238E27FC236}">
                  <a16:creationId xmlns:a16="http://schemas.microsoft.com/office/drawing/2014/main" id="{30D2B73A-39CB-CC61-6DA2-1753FE74F41A}"/>
                </a:ext>
              </a:extLst>
            </p:cNvPr>
            <p:cNvSpPr/>
            <p:nvPr/>
          </p:nvSpPr>
          <p:spPr>
            <a:xfrm rot="5400000">
              <a:off x="9264860" y="2583364"/>
              <a:ext cx="44815" cy="62419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6" name="Group 605">
            <a:extLst>
              <a:ext uri="{FF2B5EF4-FFF2-40B4-BE49-F238E27FC236}">
                <a16:creationId xmlns:a16="http://schemas.microsoft.com/office/drawing/2014/main" id="{E96DF8CD-FA67-0BA1-51E5-39B31FC66423}"/>
              </a:ext>
            </a:extLst>
          </p:cNvPr>
          <p:cNvGrpSpPr/>
          <p:nvPr/>
        </p:nvGrpSpPr>
        <p:grpSpPr>
          <a:xfrm rot="5400000">
            <a:off x="7088327" y="1439295"/>
            <a:ext cx="45719" cy="375264"/>
            <a:chOff x="6686062" y="3899868"/>
            <a:chExt cx="74130" cy="410527"/>
          </a:xfrm>
        </p:grpSpPr>
        <p:sp>
          <p:nvSpPr>
            <p:cNvPr id="607" name="Rounded Rectangle 606">
              <a:extLst>
                <a:ext uri="{FF2B5EF4-FFF2-40B4-BE49-F238E27FC236}">
                  <a16:creationId xmlns:a16="http://schemas.microsoft.com/office/drawing/2014/main" id="{F4B2690B-912D-C7ED-6B43-D2725A299D3F}"/>
                </a:ext>
              </a:extLst>
            </p:cNvPr>
            <p:cNvSpPr/>
            <p:nvPr/>
          </p:nvSpPr>
          <p:spPr>
            <a:xfrm>
              <a:off x="6686063" y="3970295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Rounded Rectangle 607">
              <a:extLst>
                <a:ext uri="{FF2B5EF4-FFF2-40B4-BE49-F238E27FC236}">
                  <a16:creationId xmlns:a16="http://schemas.microsoft.com/office/drawing/2014/main" id="{3BA74DB7-1CF5-F285-CD78-F8384D8E0E41}"/>
                </a:ext>
              </a:extLst>
            </p:cNvPr>
            <p:cNvSpPr/>
            <p:nvPr/>
          </p:nvSpPr>
          <p:spPr>
            <a:xfrm>
              <a:off x="6686738" y="4039854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Rounded Rectangle 608">
              <a:extLst>
                <a:ext uri="{FF2B5EF4-FFF2-40B4-BE49-F238E27FC236}">
                  <a16:creationId xmlns:a16="http://schemas.microsoft.com/office/drawing/2014/main" id="{37931E96-4027-627B-3F61-07981367295D}"/>
                </a:ext>
              </a:extLst>
            </p:cNvPr>
            <p:cNvSpPr/>
            <p:nvPr/>
          </p:nvSpPr>
          <p:spPr>
            <a:xfrm>
              <a:off x="6687528" y="4108138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Rounded Rectangle 609">
              <a:extLst>
                <a:ext uri="{FF2B5EF4-FFF2-40B4-BE49-F238E27FC236}">
                  <a16:creationId xmlns:a16="http://schemas.microsoft.com/office/drawing/2014/main" id="{09A1BB6F-2A61-5659-FBB3-798620500D6F}"/>
                </a:ext>
              </a:extLst>
            </p:cNvPr>
            <p:cNvSpPr/>
            <p:nvPr/>
          </p:nvSpPr>
          <p:spPr>
            <a:xfrm>
              <a:off x="6686062" y="4176422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1" name="Rounded Rectangle 610">
              <a:extLst>
                <a:ext uri="{FF2B5EF4-FFF2-40B4-BE49-F238E27FC236}">
                  <a16:creationId xmlns:a16="http://schemas.microsoft.com/office/drawing/2014/main" id="{87FBE3A5-4CA6-3F1F-0357-FD6A90151226}"/>
                </a:ext>
              </a:extLst>
            </p:cNvPr>
            <p:cNvSpPr/>
            <p:nvPr/>
          </p:nvSpPr>
          <p:spPr>
            <a:xfrm>
              <a:off x="6686982" y="4242111"/>
              <a:ext cx="72664" cy="68284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7B772450-A243-5DC0-CC2B-E7D6A7C86D71}"/>
                </a:ext>
              </a:extLst>
            </p:cNvPr>
            <p:cNvCxnSpPr>
              <a:cxnSpLocks/>
              <a:stCxn id="607" idx="0"/>
            </p:cNvCxnSpPr>
            <p:nvPr/>
          </p:nvCxnSpPr>
          <p:spPr>
            <a:xfrm flipV="1">
              <a:off x="6722395" y="3899868"/>
              <a:ext cx="0" cy="70427"/>
            </a:xfrm>
            <a:prstGeom prst="lin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3" name="Group 612">
            <a:extLst>
              <a:ext uri="{FF2B5EF4-FFF2-40B4-BE49-F238E27FC236}">
                <a16:creationId xmlns:a16="http://schemas.microsoft.com/office/drawing/2014/main" id="{C26E03E6-B8CF-A4B9-6992-25E25F07781B}"/>
              </a:ext>
            </a:extLst>
          </p:cNvPr>
          <p:cNvGrpSpPr/>
          <p:nvPr/>
        </p:nvGrpSpPr>
        <p:grpSpPr>
          <a:xfrm>
            <a:off x="7482774" y="1001679"/>
            <a:ext cx="714579" cy="561864"/>
            <a:chOff x="10462120" y="3202699"/>
            <a:chExt cx="714579" cy="561864"/>
          </a:xfrm>
        </p:grpSpPr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39E2D6CE-6B45-22DF-02EE-368C367EE6F3}"/>
                </a:ext>
              </a:extLst>
            </p:cNvPr>
            <p:cNvSpPr/>
            <p:nvPr/>
          </p:nvSpPr>
          <p:spPr>
            <a:xfrm rot="5400000">
              <a:off x="10538478" y="3126341"/>
              <a:ext cx="561864" cy="71457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A5FC39FD-53FB-ED9D-C8A3-69CEECCC40F4}"/>
                </a:ext>
              </a:extLst>
            </p:cNvPr>
            <p:cNvGrpSpPr/>
            <p:nvPr/>
          </p:nvGrpSpPr>
          <p:grpSpPr>
            <a:xfrm rot="20357241">
              <a:off x="10655599" y="3227277"/>
              <a:ext cx="45719" cy="375264"/>
              <a:chOff x="6686062" y="3899868"/>
              <a:chExt cx="74130" cy="410527"/>
            </a:xfrm>
          </p:grpSpPr>
          <p:sp>
            <p:nvSpPr>
              <p:cNvPr id="676" name="Rounded Rectangle 675">
                <a:extLst>
                  <a:ext uri="{FF2B5EF4-FFF2-40B4-BE49-F238E27FC236}">
                    <a16:creationId xmlns:a16="http://schemas.microsoft.com/office/drawing/2014/main" id="{FF7A0240-073C-E002-3C67-0FD3E79D8260}"/>
                  </a:ext>
                </a:extLst>
              </p:cNvPr>
              <p:cNvSpPr/>
              <p:nvPr/>
            </p:nvSpPr>
            <p:spPr>
              <a:xfrm>
                <a:off x="6686063" y="3970295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Rounded Rectangle 676">
                <a:extLst>
                  <a:ext uri="{FF2B5EF4-FFF2-40B4-BE49-F238E27FC236}">
                    <a16:creationId xmlns:a16="http://schemas.microsoft.com/office/drawing/2014/main" id="{4F6DBCF3-7830-365F-3018-15170A2B7402}"/>
                  </a:ext>
                </a:extLst>
              </p:cNvPr>
              <p:cNvSpPr/>
              <p:nvPr/>
            </p:nvSpPr>
            <p:spPr>
              <a:xfrm>
                <a:off x="6686738" y="4039854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Rounded Rectangle 677">
                <a:extLst>
                  <a:ext uri="{FF2B5EF4-FFF2-40B4-BE49-F238E27FC236}">
                    <a16:creationId xmlns:a16="http://schemas.microsoft.com/office/drawing/2014/main" id="{444A3F75-F8BC-3424-AFA6-ECFB5DEA4882}"/>
                  </a:ext>
                </a:extLst>
              </p:cNvPr>
              <p:cNvSpPr/>
              <p:nvPr/>
            </p:nvSpPr>
            <p:spPr>
              <a:xfrm>
                <a:off x="6687528" y="4108138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Rounded Rectangle 678">
                <a:extLst>
                  <a:ext uri="{FF2B5EF4-FFF2-40B4-BE49-F238E27FC236}">
                    <a16:creationId xmlns:a16="http://schemas.microsoft.com/office/drawing/2014/main" id="{F4E4C858-792C-11F0-1865-06CB822768E4}"/>
                  </a:ext>
                </a:extLst>
              </p:cNvPr>
              <p:cNvSpPr/>
              <p:nvPr/>
            </p:nvSpPr>
            <p:spPr>
              <a:xfrm>
                <a:off x="6686062" y="4176422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Rounded Rectangle 679">
                <a:extLst>
                  <a:ext uri="{FF2B5EF4-FFF2-40B4-BE49-F238E27FC236}">
                    <a16:creationId xmlns:a16="http://schemas.microsoft.com/office/drawing/2014/main" id="{B3461BBA-B4BE-1399-E9B7-F78D9B0BD6EA}"/>
                  </a:ext>
                </a:extLst>
              </p:cNvPr>
              <p:cNvSpPr/>
              <p:nvPr/>
            </p:nvSpPr>
            <p:spPr>
              <a:xfrm>
                <a:off x="6686982" y="4242111"/>
                <a:ext cx="72664" cy="68284"/>
              </a:xfrm>
              <a:prstGeom prst="roundRect">
                <a:avLst/>
              </a:prstGeom>
              <a:solidFill>
                <a:schemeClr val="accent2"/>
              </a:solidFill>
              <a:ln w="9525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81" name="Straight Connector 680">
                <a:extLst>
                  <a:ext uri="{FF2B5EF4-FFF2-40B4-BE49-F238E27FC236}">
                    <a16:creationId xmlns:a16="http://schemas.microsoft.com/office/drawing/2014/main" id="{03CE3C1C-9F4A-34E7-94EA-541D3316C280}"/>
                  </a:ext>
                </a:extLst>
              </p:cNvPr>
              <p:cNvCxnSpPr>
                <a:cxnSpLocks/>
                <a:stCxn id="676" idx="0"/>
              </p:cNvCxnSpPr>
              <p:nvPr/>
            </p:nvCxnSpPr>
            <p:spPr>
              <a:xfrm flipV="1">
                <a:off x="6722395" y="3899868"/>
                <a:ext cx="0" cy="70427"/>
              </a:xfrm>
              <a:prstGeom prst="line">
                <a:avLst/>
              </a:prstGeom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16" name="Group 615">
              <a:extLst>
                <a:ext uri="{FF2B5EF4-FFF2-40B4-BE49-F238E27FC236}">
                  <a16:creationId xmlns:a16="http://schemas.microsoft.com/office/drawing/2014/main" id="{591540C6-E152-DED3-B14C-E739C637B937}"/>
                </a:ext>
              </a:extLst>
            </p:cNvPr>
            <p:cNvGrpSpPr/>
            <p:nvPr/>
          </p:nvGrpSpPr>
          <p:grpSpPr>
            <a:xfrm rot="9928240" flipH="1" flipV="1">
              <a:off x="10604695" y="3352763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617" name="Group 616">
                <a:extLst>
                  <a:ext uri="{FF2B5EF4-FFF2-40B4-BE49-F238E27FC236}">
                    <a16:creationId xmlns:a16="http://schemas.microsoft.com/office/drawing/2014/main" id="{5D7C883F-F76D-36D4-4E34-0195988F619F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652" name="Group 651">
                  <a:extLst>
                    <a:ext uri="{FF2B5EF4-FFF2-40B4-BE49-F238E27FC236}">
                      <a16:creationId xmlns:a16="http://schemas.microsoft.com/office/drawing/2014/main" id="{89CA6EE6-2C85-0815-5F0E-EF29505BCF88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666" name="Oval 665">
                    <a:extLst>
                      <a:ext uri="{FF2B5EF4-FFF2-40B4-BE49-F238E27FC236}">
                        <a16:creationId xmlns:a16="http://schemas.microsoft.com/office/drawing/2014/main" id="{B4999246-2607-F3EC-484C-7B5103FB34EC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667" name="Group 666">
                    <a:extLst>
                      <a:ext uri="{FF2B5EF4-FFF2-40B4-BE49-F238E27FC236}">
                        <a16:creationId xmlns:a16="http://schemas.microsoft.com/office/drawing/2014/main" id="{7FF907B7-2EA7-4BF6-7C5E-5DAE3C461D9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668" name="Oval 667">
                      <a:extLst>
                        <a:ext uri="{FF2B5EF4-FFF2-40B4-BE49-F238E27FC236}">
                          <a16:creationId xmlns:a16="http://schemas.microsoft.com/office/drawing/2014/main" id="{20666D51-6D62-8D7D-DF93-742A968BDA9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69" name="Oval 668">
                      <a:extLst>
                        <a:ext uri="{FF2B5EF4-FFF2-40B4-BE49-F238E27FC236}">
                          <a16:creationId xmlns:a16="http://schemas.microsoft.com/office/drawing/2014/main" id="{58EED22D-0489-1BE6-971B-64F626455CA2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70" name="Oval 669">
                      <a:extLst>
                        <a:ext uri="{FF2B5EF4-FFF2-40B4-BE49-F238E27FC236}">
                          <a16:creationId xmlns:a16="http://schemas.microsoft.com/office/drawing/2014/main" id="{A9FCDA97-1624-18CC-25E9-C1D9931135E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71" name="Oval 670">
                      <a:extLst>
                        <a:ext uri="{FF2B5EF4-FFF2-40B4-BE49-F238E27FC236}">
                          <a16:creationId xmlns:a16="http://schemas.microsoft.com/office/drawing/2014/main" id="{05A71264-055F-30BA-9B60-10C3FEF70FC5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72" name="Arc 671">
                      <a:extLst>
                        <a:ext uri="{FF2B5EF4-FFF2-40B4-BE49-F238E27FC236}">
                          <a16:creationId xmlns:a16="http://schemas.microsoft.com/office/drawing/2014/main" id="{34614EC9-8561-737E-F2C2-27F84EE224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73" name="Oval 672">
                      <a:extLst>
                        <a:ext uri="{FF2B5EF4-FFF2-40B4-BE49-F238E27FC236}">
                          <a16:creationId xmlns:a16="http://schemas.microsoft.com/office/drawing/2014/main" id="{891724A4-95EE-902C-022D-D2F39B7D887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74" name="Arc 673">
                      <a:extLst>
                        <a:ext uri="{FF2B5EF4-FFF2-40B4-BE49-F238E27FC236}">
                          <a16:creationId xmlns:a16="http://schemas.microsoft.com/office/drawing/2014/main" id="{3DC49224-1993-2D80-E6B5-4BF7836405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75" name="Arc 674">
                      <a:extLst>
                        <a:ext uri="{FF2B5EF4-FFF2-40B4-BE49-F238E27FC236}">
                          <a16:creationId xmlns:a16="http://schemas.microsoft.com/office/drawing/2014/main" id="{22B9BB1B-D810-D190-B387-EEDB8009A604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653" name="Group 652">
                  <a:extLst>
                    <a:ext uri="{FF2B5EF4-FFF2-40B4-BE49-F238E27FC236}">
                      <a16:creationId xmlns:a16="http://schemas.microsoft.com/office/drawing/2014/main" id="{91490F06-4CAB-5B9D-7E6B-510CA7BDC3E3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656" name="Oval 655">
                    <a:extLst>
                      <a:ext uri="{FF2B5EF4-FFF2-40B4-BE49-F238E27FC236}">
                        <a16:creationId xmlns:a16="http://schemas.microsoft.com/office/drawing/2014/main" id="{9A76EEA4-59D4-3B4A-3BC7-E0B9ED1A7B1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657" name="Group 656">
                    <a:extLst>
                      <a:ext uri="{FF2B5EF4-FFF2-40B4-BE49-F238E27FC236}">
                        <a16:creationId xmlns:a16="http://schemas.microsoft.com/office/drawing/2014/main" id="{997700AE-329C-6803-8944-233A4BCB162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658" name="Oval 657">
                      <a:extLst>
                        <a:ext uri="{FF2B5EF4-FFF2-40B4-BE49-F238E27FC236}">
                          <a16:creationId xmlns:a16="http://schemas.microsoft.com/office/drawing/2014/main" id="{D9FCA569-872E-8B21-70A4-4506E348C08F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59" name="Oval 658">
                      <a:extLst>
                        <a:ext uri="{FF2B5EF4-FFF2-40B4-BE49-F238E27FC236}">
                          <a16:creationId xmlns:a16="http://schemas.microsoft.com/office/drawing/2014/main" id="{842626F6-CC97-7F84-9972-415241FEAB8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60" name="Oval 659">
                      <a:extLst>
                        <a:ext uri="{FF2B5EF4-FFF2-40B4-BE49-F238E27FC236}">
                          <a16:creationId xmlns:a16="http://schemas.microsoft.com/office/drawing/2014/main" id="{8CBE3E18-0508-5B16-E6B8-06575B7EFE5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61" name="Oval 660">
                      <a:extLst>
                        <a:ext uri="{FF2B5EF4-FFF2-40B4-BE49-F238E27FC236}">
                          <a16:creationId xmlns:a16="http://schemas.microsoft.com/office/drawing/2014/main" id="{350E4E14-B819-0439-0382-754BF7CFDFE3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62" name="Arc 661">
                      <a:extLst>
                        <a:ext uri="{FF2B5EF4-FFF2-40B4-BE49-F238E27FC236}">
                          <a16:creationId xmlns:a16="http://schemas.microsoft.com/office/drawing/2014/main" id="{94C405BA-FCFE-A901-3A72-39D866FA22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63" name="Oval 662">
                      <a:extLst>
                        <a:ext uri="{FF2B5EF4-FFF2-40B4-BE49-F238E27FC236}">
                          <a16:creationId xmlns:a16="http://schemas.microsoft.com/office/drawing/2014/main" id="{E1FFF356-EA1B-19A4-A8DC-FA0D390F5BF0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64" name="Arc 663">
                      <a:extLst>
                        <a:ext uri="{FF2B5EF4-FFF2-40B4-BE49-F238E27FC236}">
                          <a16:creationId xmlns:a16="http://schemas.microsoft.com/office/drawing/2014/main" id="{BCE299B4-5AAA-901B-EF15-0CE8D05FBB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65" name="Arc 664">
                      <a:extLst>
                        <a:ext uri="{FF2B5EF4-FFF2-40B4-BE49-F238E27FC236}">
                          <a16:creationId xmlns:a16="http://schemas.microsoft.com/office/drawing/2014/main" id="{A614FC4D-C05F-5C45-CFCA-1CC8C8C1E5D7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654" name="Straight Connector 653">
                  <a:extLst>
                    <a:ext uri="{FF2B5EF4-FFF2-40B4-BE49-F238E27FC236}">
                      <a16:creationId xmlns:a16="http://schemas.microsoft.com/office/drawing/2014/main" id="{CA9579BA-391E-6E0B-3FC6-4F626D5DE9FB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5" name="Straight Connector 654">
                  <a:extLst>
                    <a:ext uri="{FF2B5EF4-FFF2-40B4-BE49-F238E27FC236}">
                      <a16:creationId xmlns:a16="http://schemas.microsoft.com/office/drawing/2014/main" id="{EA3B51D9-1A94-46D9-3FB9-446AD57E2F66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C8B60A1B-53A7-DD30-8C31-51FFC0DC688C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628" name="Group 627">
                  <a:extLst>
                    <a:ext uri="{FF2B5EF4-FFF2-40B4-BE49-F238E27FC236}">
                      <a16:creationId xmlns:a16="http://schemas.microsoft.com/office/drawing/2014/main" id="{AA914CDA-CE79-17A7-E681-05D63927EC8A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642" name="Oval 641">
                    <a:extLst>
                      <a:ext uri="{FF2B5EF4-FFF2-40B4-BE49-F238E27FC236}">
                        <a16:creationId xmlns:a16="http://schemas.microsoft.com/office/drawing/2014/main" id="{E26FE941-38B9-F76A-4CF1-D1B81F9592A6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643" name="Group 642">
                    <a:extLst>
                      <a:ext uri="{FF2B5EF4-FFF2-40B4-BE49-F238E27FC236}">
                        <a16:creationId xmlns:a16="http://schemas.microsoft.com/office/drawing/2014/main" id="{291F478C-D201-FD41-2FD5-CDA16F9AB04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644" name="Oval 643">
                      <a:extLst>
                        <a:ext uri="{FF2B5EF4-FFF2-40B4-BE49-F238E27FC236}">
                          <a16:creationId xmlns:a16="http://schemas.microsoft.com/office/drawing/2014/main" id="{3C964832-8DE7-07A4-380F-580F0F200A7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45" name="Oval 644">
                      <a:extLst>
                        <a:ext uri="{FF2B5EF4-FFF2-40B4-BE49-F238E27FC236}">
                          <a16:creationId xmlns:a16="http://schemas.microsoft.com/office/drawing/2014/main" id="{A8FD91FE-7D1A-B615-C260-901D07196EF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46" name="Oval 645">
                      <a:extLst>
                        <a:ext uri="{FF2B5EF4-FFF2-40B4-BE49-F238E27FC236}">
                          <a16:creationId xmlns:a16="http://schemas.microsoft.com/office/drawing/2014/main" id="{6EF6F3E9-B812-4559-EE89-71E6EE3F2328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47" name="Oval 646">
                      <a:extLst>
                        <a:ext uri="{FF2B5EF4-FFF2-40B4-BE49-F238E27FC236}">
                          <a16:creationId xmlns:a16="http://schemas.microsoft.com/office/drawing/2014/main" id="{D4801DA6-1FEB-0B0D-A3EE-05CB937C468A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48" name="Arc 647">
                      <a:extLst>
                        <a:ext uri="{FF2B5EF4-FFF2-40B4-BE49-F238E27FC236}">
                          <a16:creationId xmlns:a16="http://schemas.microsoft.com/office/drawing/2014/main" id="{B733D404-EB67-57C6-E691-1A87024C7C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49" name="Oval 648">
                      <a:extLst>
                        <a:ext uri="{FF2B5EF4-FFF2-40B4-BE49-F238E27FC236}">
                          <a16:creationId xmlns:a16="http://schemas.microsoft.com/office/drawing/2014/main" id="{7AB15B87-7039-684E-FDC8-DB0B2F4AE304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50" name="Arc 649">
                      <a:extLst>
                        <a:ext uri="{FF2B5EF4-FFF2-40B4-BE49-F238E27FC236}">
                          <a16:creationId xmlns:a16="http://schemas.microsoft.com/office/drawing/2014/main" id="{938DC569-6A2B-3546-8816-24AD70B7DF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51" name="Arc 650">
                      <a:extLst>
                        <a:ext uri="{FF2B5EF4-FFF2-40B4-BE49-F238E27FC236}">
                          <a16:creationId xmlns:a16="http://schemas.microsoft.com/office/drawing/2014/main" id="{5261D562-C5CE-28DA-BFCA-20FC7A61D10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629" name="Group 628">
                  <a:extLst>
                    <a:ext uri="{FF2B5EF4-FFF2-40B4-BE49-F238E27FC236}">
                      <a16:creationId xmlns:a16="http://schemas.microsoft.com/office/drawing/2014/main" id="{14A700C8-865E-D525-76F4-082E25891AE9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632" name="Oval 631">
                    <a:extLst>
                      <a:ext uri="{FF2B5EF4-FFF2-40B4-BE49-F238E27FC236}">
                        <a16:creationId xmlns:a16="http://schemas.microsoft.com/office/drawing/2014/main" id="{D0A41695-4774-5095-604C-EF23D45A410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633" name="Group 632">
                    <a:extLst>
                      <a:ext uri="{FF2B5EF4-FFF2-40B4-BE49-F238E27FC236}">
                        <a16:creationId xmlns:a16="http://schemas.microsoft.com/office/drawing/2014/main" id="{994BF59C-27EB-11C9-D676-EB3F3AB250C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634" name="Oval 633">
                      <a:extLst>
                        <a:ext uri="{FF2B5EF4-FFF2-40B4-BE49-F238E27FC236}">
                          <a16:creationId xmlns:a16="http://schemas.microsoft.com/office/drawing/2014/main" id="{578546F0-817A-559F-EDEC-D2D78B7C78D4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35" name="Oval 634">
                      <a:extLst>
                        <a:ext uri="{FF2B5EF4-FFF2-40B4-BE49-F238E27FC236}">
                          <a16:creationId xmlns:a16="http://schemas.microsoft.com/office/drawing/2014/main" id="{26119CB4-7083-5642-125A-894F22F9C482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36" name="Oval 635">
                      <a:extLst>
                        <a:ext uri="{FF2B5EF4-FFF2-40B4-BE49-F238E27FC236}">
                          <a16:creationId xmlns:a16="http://schemas.microsoft.com/office/drawing/2014/main" id="{ADD54A67-1852-0184-6DC8-A91D1CDA541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37" name="Oval 636">
                      <a:extLst>
                        <a:ext uri="{FF2B5EF4-FFF2-40B4-BE49-F238E27FC236}">
                          <a16:creationId xmlns:a16="http://schemas.microsoft.com/office/drawing/2014/main" id="{310E7BE8-D2E5-A2F1-26B0-E39AE766CC74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38" name="Arc 637">
                      <a:extLst>
                        <a:ext uri="{FF2B5EF4-FFF2-40B4-BE49-F238E27FC236}">
                          <a16:creationId xmlns:a16="http://schemas.microsoft.com/office/drawing/2014/main" id="{19E3C08C-5B2F-1337-AEB3-A72688A225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39" name="Oval 638">
                      <a:extLst>
                        <a:ext uri="{FF2B5EF4-FFF2-40B4-BE49-F238E27FC236}">
                          <a16:creationId xmlns:a16="http://schemas.microsoft.com/office/drawing/2014/main" id="{57009462-6987-B073-1521-F20426154530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640" name="Arc 639">
                      <a:extLst>
                        <a:ext uri="{FF2B5EF4-FFF2-40B4-BE49-F238E27FC236}">
                          <a16:creationId xmlns:a16="http://schemas.microsoft.com/office/drawing/2014/main" id="{1A58B5B3-6011-FEB2-2D76-25BE1ADF33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41" name="Arc 640">
                      <a:extLst>
                        <a:ext uri="{FF2B5EF4-FFF2-40B4-BE49-F238E27FC236}">
                          <a16:creationId xmlns:a16="http://schemas.microsoft.com/office/drawing/2014/main" id="{D90A9932-0206-22FA-6A6C-4112424DAE06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630" name="Straight Connector 629">
                  <a:extLst>
                    <a:ext uri="{FF2B5EF4-FFF2-40B4-BE49-F238E27FC236}">
                      <a16:creationId xmlns:a16="http://schemas.microsoft.com/office/drawing/2014/main" id="{79A9F14E-BEB8-0E0A-8981-1A5FE94DC560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1" name="Straight Connector 630">
                  <a:extLst>
                    <a:ext uri="{FF2B5EF4-FFF2-40B4-BE49-F238E27FC236}">
                      <a16:creationId xmlns:a16="http://schemas.microsoft.com/office/drawing/2014/main" id="{12C83EAB-873A-A1D9-832A-7A762E708079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9" name="Group 618">
                <a:extLst>
                  <a:ext uri="{FF2B5EF4-FFF2-40B4-BE49-F238E27FC236}">
                    <a16:creationId xmlns:a16="http://schemas.microsoft.com/office/drawing/2014/main" id="{2C2995A9-2FC5-7514-1820-2CC523BC7DF9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620" name="Moon 619">
                  <a:extLst>
                    <a:ext uri="{FF2B5EF4-FFF2-40B4-BE49-F238E27FC236}">
                      <a16:creationId xmlns:a16="http://schemas.microsoft.com/office/drawing/2014/main" id="{A1E9B0FF-8519-F2B1-4C20-5BE169496CC5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1" name="Oval 620">
                  <a:extLst>
                    <a:ext uri="{FF2B5EF4-FFF2-40B4-BE49-F238E27FC236}">
                      <a16:creationId xmlns:a16="http://schemas.microsoft.com/office/drawing/2014/main" id="{D9FDCF10-E40B-8589-DDBA-ABFC4534DB8F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2" name="Oval 621">
                  <a:extLst>
                    <a:ext uri="{FF2B5EF4-FFF2-40B4-BE49-F238E27FC236}">
                      <a16:creationId xmlns:a16="http://schemas.microsoft.com/office/drawing/2014/main" id="{C6573B86-E704-BAF7-7910-684C6FFF4FDF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3" name="Oval 622">
                  <a:extLst>
                    <a:ext uri="{FF2B5EF4-FFF2-40B4-BE49-F238E27FC236}">
                      <a16:creationId xmlns:a16="http://schemas.microsoft.com/office/drawing/2014/main" id="{FE93F4A5-A27E-D9D4-7ECA-ADCEA9F8D5CE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4" name="Oval 623">
                  <a:extLst>
                    <a:ext uri="{FF2B5EF4-FFF2-40B4-BE49-F238E27FC236}">
                      <a16:creationId xmlns:a16="http://schemas.microsoft.com/office/drawing/2014/main" id="{10EBE884-E2E9-A867-E5B1-E4E7E2E6DE3F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5" name="Oval 624">
                  <a:extLst>
                    <a:ext uri="{FF2B5EF4-FFF2-40B4-BE49-F238E27FC236}">
                      <a16:creationId xmlns:a16="http://schemas.microsoft.com/office/drawing/2014/main" id="{6BFF2A89-A7F7-E69E-F419-E2B79B79E78E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6" name="Oval 625">
                  <a:extLst>
                    <a:ext uri="{FF2B5EF4-FFF2-40B4-BE49-F238E27FC236}">
                      <a16:creationId xmlns:a16="http://schemas.microsoft.com/office/drawing/2014/main" id="{E3AF8756-0283-225D-8DAB-1A78ED5C8F25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7" name="Oval 626">
                  <a:extLst>
                    <a:ext uri="{FF2B5EF4-FFF2-40B4-BE49-F238E27FC236}">
                      <a16:creationId xmlns:a16="http://schemas.microsoft.com/office/drawing/2014/main" id="{0D06C739-14EE-5D7A-86EB-99BAB624F784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682" name="Group 681">
            <a:extLst>
              <a:ext uri="{FF2B5EF4-FFF2-40B4-BE49-F238E27FC236}">
                <a16:creationId xmlns:a16="http://schemas.microsoft.com/office/drawing/2014/main" id="{09404519-BED5-B7BB-88EA-CB6AB5B4C69D}"/>
              </a:ext>
            </a:extLst>
          </p:cNvPr>
          <p:cNvGrpSpPr/>
          <p:nvPr/>
        </p:nvGrpSpPr>
        <p:grpSpPr>
          <a:xfrm rot="5400000" flipH="1" flipV="1">
            <a:off x="6885209" y="1509481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683" name="Group 682">
              <a:extLst>
                <a:ext uri="{FF2B5EF4-FFF2-40B4-BE49-F238E27FC236}">
                  <a16:creationId xmlns:a16="http://schemas.microsoft.com/office/drawing/2014/main" id="{78991C13-277D-B58D-4B10-F6982639549E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718" name="Group 717">
                <a:extLst>
                  <a:ext uri="{FF2B5EF4-FFF2-40B4-BE49-F238E27FC236}">
                    <a16:creationId xmlns:a16="http://schemas.microsoft.com/office/drawing/2014/main" id="{9C0D3DD8-9804-F7E5-59DA-8EE5448464E8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32" name="Oval 731">
                  <a:extLst>
                    <a:ext uri="{FF2B5EF4-FFF2-40B4-BE49-F238E27FC236}">
                      <a16:creationId xmlns:a16="http://schemas.microsoft.com/office/drawing/2014/main" id="{AFBFAF4A-95E3-24C2-B2E2-1E4FDF3EC3F7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33" name="Group 732">
                  <a:extLst>
                    <a:ext uri="{FF2B5EF4-FFF2-40B4-BE49-F238E27FC236}">
                      <a16:creationId xmlns:a16="http://schemas.microsoft.com/office/drawing/2014/main" id="{7622644D-FE47-A0CD-18D5-8D30CCCF3D68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34" name="Oval 733">
                    <a:extLst>
                      <a:ext uri="{FF2B5EF4-FFF2-40B4-BE49-F238E27FC236}">
                        <a16:creationId xmlns:a16="http://schemas.microsoft.com/office/drawing/2014/main" id="{94755C93-E9C9-A75D-2314-181A54770F36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5" name="Oval 734">
                    <a:extLst>
                      <a:ext uri="{FF2B5EF4-FFF2-40B4-BE49-F238E27FC236}">
                        <a16:creationId xmlns:a16="http://schemas.microsoft.com/office/drawing/2014/main" id="{89E57E5F-6DBA-F997-0E41-53254987542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6" name="Oval 735">
                    <a:extLst>
                      <a:ext uri="{FF2B5EF4-FFF2-40B4-BE49-F238E27FC236}">
                        <a16:creationId xmlns:a16="http://schemas.microsoft.com/office/drawing/2014/main" id="{85F63610-8572-C392-6199-383B92337086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7" name="Oval 736">
                    <a:extLst>
                      <a:ext uri="{FF2B5EF4-FFF2-40B4-BE49-F238E27FC236}">
                        <a16:creationId xmlns:a16="http://schemas.microsoft.com/office/drawing/2014/main" id="{318DE84D-6465-5E7D-9380-D9C41512B8F8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8" name="Arc 737">
                    <a:extLst>
                      <a:ext uri="{FF2B5EF4-FFF2-40B4-BE49-F238E27FC236}">
                        <a16:creationId xmlns:a16="http://schemas.microsoft.com/office/drawing/2014/main" id="{32A56B6D-09A7-B3DE-0A81-25CC301CFAAC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9" name="Oval 738">
                    <a:extLst>
                      <a:ext uri="{FF2B5EF4-FFF2-40B4-BE49-F238E27FC236}">
                        <a16:creationId xmlns:a16="http://schemas.microsoft.com/office/drawing/2014/main" id="{6D4E4921-1272-1437-08EF-0E5749A3785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40" name="Arc 739">
                    <a:extLst>
                      <a:ext uri="{FF2B5EF4-FFF2-40B4-BE49-F238E27FC236}">
                        <a16:creationId xmlns:a16="http://schemas.microsoft.com/office/drawing/2014/main" id="{A4532909-A3A7-06CB-3A85-3310DFA2559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41" name="Arc 740">
                    <a:extLst>
                      <a:ext uri="{FF2B5EF4-FFF2-40B4-BE49-F238E27FC236}">
                        <a16:creationId xmlns:a16="http://schemas.microsoft.com/office/drawing/2014/main" id="{7F8AAFB8-F651-9848-7625-66889B4AF4C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19" name="Group 718">
                <a:extLst>
                  <a:ext uri="{FF2B5EF4-FFF2-40B4-BE49-F238E27FC236}">
                    <a16:creationId xmlns:a16="http://schemas.microsoft.com/office/drawing/2014/main" id="{03F306C5-44FB-2915-5B79-E8E591838ABE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22" name="Oval 721">
                  <a:extLst>
                    <a:ext uri="{FF2B5EF4-FFF2-40B4-BE49-F238E27FC236}">
                      <a16:creationId xmlns:a16="http://schemas.microsoft.com/office/drawing/2014/main" id="{A0025091-D2FA-7AF2-FA51-2931E671D45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DA0A266E-7C05-F458-4D7C-1CD1AB91FB4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24" name="Oval 723">
                    <a:extLst>
                      <a:ext uri="{FF2B5EF4-FFF2-40B4-BE49-F238E27FC236}">
                        <a16:creationId xmlns:a16="http://schemas.microsoft.com/office/drawing/2014/main" id="{A440B41B-E422-0743-0AF8-04EC0502EA63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25" name="Oval 724">
                    <a:extLst>
                      <a:ext uri="{FF2B5EF4-FFF2-40B4-BE49-F238E27FC236}">
                        <a16:creationId xmlns:a16="http://schemas.microsoft.com/office/drawing/2014/main" id="{F855D8AC-B090-E47B-A79B-E6484953686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26" name="Oval 725">
                    <a:extLst>
                      <a:ext uri="{FF2B5EF4-FFF2-40B4-BE49-F238E27FC236}">
                        <a16:creationId xmlns:a16="http://schemas.microsoft.com/office/drawing/2014/main" id="{37BA3B8E-3BA3-F152-0902-FE3994598082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27" name="Oval 726">
                    <a:extLst>
                      <a:ext uri="{FF2B5EF4-FFF2-40B4-BE49-F238E27FC236}">
                        <a16:creationId xmlns:a16="http://schemas.microsoft.com/office/drawing/2014/main" id="{8EE73FD1-3D25-9840-673F-EEA8C5A86121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28" name="Arc 727">
                    <a:extLst>
                      <a:ext uri="{FF2B5EF4-FFF2-40B4-BE49-F238E27FC236}">
                        <a16:creationId xmlns:a16="http://schemas.microsoft.com/office/drawing/2014/main" id="{84A84B55-2180-C7EF-E974-B04C7D7A39A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9" name="Oval 728">
                    <a:extLst>
                      <a:ext uri="{FF2B5EF4-FFF2-40B4-BE49-F238E27FC236}">
                        <a16:creationId xmlns:a16="http://schemas.microsoft.com/office/drawing/2014/main" id="{887158BD-5014-AB5A-A4B8-381F82F2A0E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30" name="Arc 729">
                    <a:extLst>
                      <a:ext uri="{FF2B5EF4-FFF2-40B4-BE49-F238E27FC236}">
                        <a16:creationId xmlns:a16="http://schemas.microsoft.com/office/drawing/2014/main" id="{328E6F33-E851-079D-B73D-6750D34275DC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1" name="Arc 730">
                    <a:extLst>
                      <a:ext uri="{FF2B5EF4-FFF2-40B4-BE49-F238E27FC236}">
                        <a16:creationId xmlns:a16="http://schemas.microsoft.com/office/drawing/2014/main" id="{DC9DD8E7-5B87-BCD2-C4C1-69B80F75BE4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720" name="Straight Connector 719">
                <a:extLst>
                  <a:ext uri="{FF2B5EF4-FFF2-40B4-BE49-F238E27FC236}">
                    <a16:creationId xmlns:a16="http://schemas.microsoft.com/office/drawing/2014/main" id="{0BD57FC8-E0AD-E7AB-2504-DB66070487CE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1" name="Straight Connector 720">
                <a:extLst>
                  <a:ext uri="{FF2B5EF4-FFF2-40B4-BE49-F238E27FC236}">
                    <a16:creationId xmlns:a16="http://schemas.microsoft.com/office/drawing/2014/main" id="{6C2A299A-6E5B-281B-2032-D89A6711FEA0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4" name="Group 683">
              <a:extLst>
                <a:ext uri="{FF2B5EF4-FFF2-40B4-BE49-F238E27FC236}">
                  <a16:creationId xmlns:a16="http://schemas.microsoft.com/office/drawing/2014/main" id="{8932C83C-2A53-48A4-5AB4-BC04C9F465A0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44CCAF32-1ACB-4D89-14EA-63D19655A486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08" name="Oval 707">
                  <a:extLst>
                    <a:ext uri="{FF2B5EF4-FFF2-40B4-BE49-F238E27FC236}">
                      <a16:creationId xmlns:a16="http://schemas.microsoft.com/office/drawing/2014/main" id="{D6C7F8ED-EA0F-49D5-AABE-E6C94FD656CB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09" name="Group 708">
                  <a:extLst>
                    <a:ext uri="{FF2B5EF4-FFF2-40B4-BE49-F238E27FC236}">
                      <a16:creationId xmlns:a16="http://schemas.microsoft.com/office/drawing/2014/main" id="{C3281512-F251-137C-13E3-4C6284FFCAD2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10" name="Oval 709">
                    <a:extLst>
                      <a:ext uri="{FF2B5EF4-FFF2-40B4-BE49-F238E27FC236}">
                        <a16:creationId xmlns:a16="http://schemas.microsoft.com/office/drawing/2014/main" id="{BE59F09B-4FD0-FDD3-AFAC-0A76D0AFDE85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1" name="Oval 710">
                    <a:extLst>
                      <a:ext uri="{FF2B5EF4-FFF2-40B4-BE49-F238E27FC236}">
                        <a16:creationId xmlns:a16="http://schemas.microsoft.com/office/drawing/2014/main" id="{E7F22CBE-7E51-8579-2C91-B27D5C68C7A6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2" name="Oval 711">
                    <a:extLst>
                      <a:ext uri="{FF2B5EF4-FFF2-40B4-BE49-F238E27FC236}">
                        <a16:creationId xmlns:a16="http://schemas.microsoft.com/office/drawing/2014/main" id="{6BA6DAC0-4AB8-F5F7-DA3B-A6133EDE2BD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3" name="Oval 712">
                    <a:extLst>
                      <a:ext uri="{FF2B5EF4-FFF2-40B4-BE49-F238E27FC236}">
                        <a16:creationId xmlns:a16="http://schemas.microsoft.com/office/drawing/2014/main" id="{7824FAB9-B498-8131-F53E-8E13053AAC96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4" name="Arc 713">
                    <a:extLst>
                      <a:ext uri="{FF2B5EF4-FFF2-40B4-BE49-F238E27FC236}">
                        <a16:creationId xmlns:a16="http://schemas.microsoft.com/office/drawing/2014/main" id="{13B35B36-CC3F-3DF5-ABA5-1B81C2372A92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5" name="Oval 714">
                    <a:extLst>
                      <a:ext uri="{FF2B5EF4-FFF2-40B4-BE49-F238E27FC236}">
                        <a16:creationId xmlns:a16="http://schemas.microsoft.com/office/drawing/2014/main" id="{E0B54531-0CC9-8B31-37A4-E281CE3D4088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16" name="Arc 715">
                    <a:extLst>
                      <a:ext uri="{FF2B5EF4-FFF2-40B4-BE49-F238E27FC236}">
                        <a16:creationId xmlns:a16="http://schemas.microsoft.com/office/drawing/2014/main" id="{49335BE8-E00D-5585-1792-24E2317ADDE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7" name="Arc 716">
                    <a:extLst>
                      <a:ext uri="{FF2B5EF4-FFF2-40B4-BE49-F238E27FC236}">
                        <a16:creationId xmlns:a16="http://schemas.microsoft.com/office/drawing/2014/main" id="{0EC12FF6-BEF9-1593-30D5-7EA12DF1AB61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95" name="Group 694">
                <a:extLst>
                  <a:ext uri="{FF2B5EF4-FFF2-40B4-BE49-F238E27FC236}">
                    <a16:creationId xmlns:a16="http://schemas.microsoft.com/office/drawing/2014/main" id="{480191B5-384A-EBF6-6532-C9A81F300079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698" name="Oval 697">
                  <a:extLst>
                    <a:ext uri="{FF2B5EF4-FFF2-40B4-BE49-F238E27FC236}">
                      <a16:creationId xmlns:a16="http://schemas.microsoft.com/office/drawing/2014/main" id="{A2EB1B34-C3FA-55FC-5C2C-466C9B2D9F6B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99" name="Group 698">
                  <a:extLst>
                    <a:ext uri="{FF2B5EF4-FFF2-40B4-BE49-F238E27FC236}">
                      <a16:creationId xmlns:a16="http://schemas.microsoft.com/office/drawing/2014/main" id="{E75F0B35-013E-6161-B492-70990367EF2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00" name="Oval 699">
                    <a:extLst>
                      <a:ext uri="{FF2B5EF4-FFF2-40B4-BE49-F238E27FC236}">
                        <a16:creationId xmlns:a16="http://schemas.microsoft.com/office/drawing/2014/main" id="{10B76883-C2F5-CFA6-F7DE-40E02E001BA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1" name="Oval 700">
                    <a:extLst>
                      <a:ext uri="{FF2B5EF4-FFF2-40B4-BE49-F238E27FC236}">
                        <a16:creationId xmlns:a16="http://schemas.microsoft.com/office/drawing/2014/main" id="{08F7BEEE-4101-7BA9-66D0-EF8487F144D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2" name="Oval 701">
                    <a:extLst>
                      <a:ext uri="{FF2B5EF4-FFF2-40B4-BE49-F238E27FC236}">
                        <a16:creationId xmlns:a16="http://schemas.microsoft.com/office/drawing/2014/main" id="{940E325F-FEC1-8CC1-8E39-36E7BC6611C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3" name="Oval 702">
                    <a:extLst>
                      <a:ext uri="{FF2B5EF4-FFF2-40B4-BE49-F238E27FC236}">
                        <a16:creationId xmlns:a16="http://schemas.microsoft.com/office/drawing/2014/main" id="{CB7CB49A-62A6-A79C-6FA3-0BDDDD9E047A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4" name="Arc 703">
                    <a:extLst>
                      <a:ext uri="{FF2B5EF4-FFF2-40B4-BE49-F238E27FC236}">
                        <a16:creationId xmlns:a16="http://schemas.microsoft.com/office/drawing/2014/main" id="{9787D7C8-B8D9-96F1-7340-BFDD328E6FE2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5" name="Oval 704">
                    <a:extLst>
                      <a:ext uri="{FF2B5EF4-FFF2-40B4-BE49-F238E27FC236}">
                        <a16:creationId xmlns:a16="http://schemas.microsoft.com/office/drawing/2014/main" id="{BA65DAD9-B518-312B-FB92-4A90A1B775C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06" name="Arc 705">
                    <a:extLst>
                      <a:ext uri="{FF2B5EF4-FFF2-40B4-BE49-F238E27FC236}">
                        <a16:creationId xmlns:a16="http://schemas.microsoft.com/office/drawing/2014/main" id="{58875903-18F4-DA7D-CB72-F5C97384F9A7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7" name="Arc 706">
                    <a:extLst>
                      <a:ext uri="{FF2B5EF4-FFF2-40B4-BE49-F238E27FC236}">
                        <a16:creationId xmlns:a16="http://schemas.microsoft.com/office/drawing/2014/main" id="{B4EE1635-599E-2B58-A304-5FD296B1EE2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696" name="Straight Connector 695">
                <a:extLst>
                  <a:ext uri="{FF2B5EF4-FFF2-40B4-BE49-F238E27FC236}">
                    <a16:creationId xmlns:a16="http://schemas.microsoft.com/office/drawing/2014/main" id="{5EA09884-D18C-9ED3-49B3-C4E612D7E0A7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7" name="Straight Connector 696">
                <a:extLst>
                  <a:ext uri="{FF2B5EF4-FFF2-40B4-BE49-F238E27FC236}">
                    <a16:creationId xmlns:a16="http://schemas.microsoft.com/office/drawing/2014/main" id="{3DE4FAF9-4A0F-AFC6-085E-30325010DC32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5" name="Group 684">
              <a:extLst>
                <a:ext uri="{FF2B5EF4-FFF2-40B4-BE49-F238E27FC236}">
                  <a16:creationId xmlns:a16="http://schemas.microsoft.com/office/drawing/2014/main" id="{D7FE0791-047D-3804-D6E3-E6A902B322BA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686" name="Moon 685">
                <a:extLst>
                  <a:ext uri="{FF2B5EF4-FFF2-40B4-BE49-F238E27FC236}">
                    <a16:creationId xmlns:a16="http://schemas.microsoft.com/office/drawing/2014/main" id="{E0FED0A7-0D93-8BDA-6397-B8280816C627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7" name="Oval 686">
                <a:extLst>
                  <a:ext uri="{FF2B5EF4-FFF2-40B4-BE49-F238E27FC236}">
                    <a16:creationId xmlns:a16="http://schemas.microsoft.com/office/drawing/2014/main" id="{6D3E9668-FBC0-91AC-EA12-37ECBE487F28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8" name="Oval 687">
                <a:extLst>
                  <a:ext uri="{FF2B5EF4-FFF2-40B4-BE49-F238E27FC236}">
                    <a16:creationId xmlns:a16="http://schemas.microsoft.com/office/drawing/2014/main" id="{1BA7A47B-B55F-93FB-5627-6A7F298982E9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9" name="Oval 688">
                <a:extLst>
                  <a:ext uri="{FF2B5EF4-FFF2-40B4-BE49-F238E27FC236}">
                    <a16:creationId xmlns:a16="http://schemas.microsoft.com/office/drawing/2014/main" id="{947954A8-EE65-C8D1-DE12-CF63F834671B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0" name="Oval 689">
                <a:extLst>
                  <a:ext uri="{FF2B5EF4-FFF2-40B4-BE49-F238E27FC236}">
                    <a16:creationId xmlns:a16="http://schemas.microsoft.com/office/drawing/2014/main" id="{5C98BBE7-0A78-B731-2BAD-712D26277626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1" name="Oval 690">
                <a:extLst>
                  <a:ext uri="{FF2B5EF4-FFF2-40B4-BE49-F238E27FC236}">
                    <a16:creationId xmlns:a16="http://schemas.microsoft.com/office/drawing/2014/main" id="{06E2A481-5846-5BC1-EC24-D400FFDAFACC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2" name="Oval 691">
                <a:extLst>
                  <a:ext uri="{FF2B5EF4-FFF2-40B4-BE49-F238E27FC236}">
                    <a16:creationId xmlns:a16="http://schemas.microsoft.com/office/drawing/2014/main" id="{C2C15CD8-08B6-3E52-30FB-3A756B86F65B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3" name="Oval 692">
                <a:extLst>
                  <a:ext uri="{FF2B5EF4-FFF2-40B4-BE49-F238E27FC236}">
                    <a16:creationId xmlns:a16="http://schemas.microsoft.com/office/drawing/2014/main" id="{BCBB4FFE-50BC-0192-2396-39FA6C843A45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2" name="Group 741">
            <a:extLst>
              <a:ext uri="{FF2B5EF4-FFF2-40B4-BE49-F238E27FC236}">
                <a16:creationId xmlns:a16="http://schemas.microsoft.com/office/drawing/2014/main" id="{60E4C232-2F4A-2200-D19E-F38B065C2456}"/>
              </a:ext>
            </a:extLst>
          </p:cNvPr>
          <p:cNvGrpSpPr/>
          <p:nvPr/>
        </p:nvGrpSpPr>
        <p:grpSpPr>
          <a:xfrm rot="5400000" flipH="1" flipV="1">
            <a:off x="3716977" y="540825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5512DCD-0A97-22A1-72A2-3FFCDF74DF7A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778" name="Group 777">
                <a:extLst>
                  <a:ext uri="{FF2B5EF4-FFF2-40B4-BE49-F238E27FC236}">
                    <a16:creationId xmlns:a16="http://schemas.microsoft.com/office/drawing/2014/main" id="{FDD03F8A-308C-8A1E-07B3-ECCFA01B401F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92" name="Oval 791">
                  <a:extLst>
                    <a:ext uri="{FF2B5EF4-FFF2-40B4-BE49-F238E27FC236}">
                      <a16:creationId xmlns:a16="http://schemas.microsoft.com/office/drawing/2014/main" id="{F242CAA8-CD82-C0A6-BDB9-3A6523A6403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93" name="Group 792">
                  <a:extLst>
                    <a:ext uri="{FF2B5EF4-FFF2-40B4-BE49-F238E27FC236}">
                      <a16:creationId xmlns:a16="http://schemas.microsoft.com/office/drawing/2014/main" id="{86D57B64-5911-5996-2A7B-A1FC80F4F75B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94" name="Oval 793">
                    <a:extLst>
                      <a:ext uri="{FF2B5EF4-FFF2-40B4-BE49-F238E27FC236}">
                        <a16:creationId xmlns:a16="http://schemas.microsoft.com/office/drawing/2014/main" id="{2C229634-9A68-FCDC-B96A-576583BCB49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5" name="Oval 794">
                    <a:extLst>
                      <a:ext uri="{FF2B5EF4-FFF2-40B4-BE49-F238E27FC236}">
                        <a16:creationId xmlns:a16="http://schemas.microsoft.com/office/drawing/2014/main" id="{2BEFE4CF-7F00-6464-DB59-EE219FA81B8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6" name="Oval 795">
                    <a:extLst>
                      <a:ext uri="{FF2B5EF4-FFF2-40B4-BE49-F238E27FC236}">
                        <a16:creationId xmlns:a16="http://schemas.microsoft.com/office/drawing/2014/main" id="{C3BF21D6-F528-DCD7-5073-07259D3EE78A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7" name="Oval 796">
                    <a:extLst>
                      <a:ext uri="{FF2B5EF4-FFF2-40B4-BE49-F238E27FC236}">
                        <a16:creationId xmlns:a16="http://schemas.microsoft.com/office/drawing/2014/main" id="{57C5345D-4074-51A6-5544-D9CB30E5A857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8" name="Arc 797">
                    <a:extLst>
                      <a:ext uri="{FF2B5EF4-FFF2-40B4-BE49-F238E27FC236}">
                        <a16:creationId xmlns:a16="http://schemas.microsoft.com/office/drawing/2014/main" id="{00807DDD-4DF8-55C8-AE3F-2509B1C04FB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9" name="Oval 798">
                    <a:extLst>
                      <a:ext uri="{FF2B5EF4-FFF2-40B4-BE49-F238E27FC236}">
                        <a16:creationId xmlns:a16="http://schemas.microsoft.com/office/drawing/2014/main" id="{2314BBAC-B201-10D8-CBCE-C78598F75FF2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00" name="Arc 799">
                    <a:extLst>
                      <a:ext uri="{FF2B5EF4-FFF2-40B4-BE49-F238E27FC236}">
                        <a16:creationId xmlns:a16="http://schemas.microsoft.com/office/drawing/2014/main" id="{352672F6-F4F1-0370-41BC-967549E5CE04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1" name="Arc 800">
                    <a:extLst>
                      <a:ext uri="{FF2B5EF4-FFF2-40B4-BE49-F238E27FC236}">
                        <a16:creationId xmlns:a16="http://schemas.microsoft.com/office/drawing/2014/main" id="{0406036B-FEFB-14C3-0CE7-A4B58BA56D1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79" name="Group 778">
                <a:extLst>
                  <a:ext uri="{FF2B5EF4-FFF2-40B4-BE49-F238E27FC236}">
                    <a16:creationId xmlns:a16="http://schemas.microsoft.com/office/drawing/2014/main" id="{C22ABCCA-8A94-C5F7-DAFA-5212FCC0FA24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82" name="Oval 781">
                  <a:extLst>
                    <a:ext uri="{FF2B5EF4-FFF2-40B4-BE49-F238E27FC236}">
                      <a16:creationId xmlns:a16="http://schemas.microsoft.com/office/drawing/2014/main" id="{75B96B0E-F818-8861-9682-E288E0DBBD8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83" name="Group 782">
                  <a:extLst>
                    <a:ext uri="{FF2B5EF4-FFF2-40B4-BE49-F238E27FC236}">
                      <a16:creationId xmlns:a16="http://schemas.microsoft.com/office/drawing/2014/main" id="{86A9B131-976A-6BDA-4CDA-3128CAC72A2D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84" name="Oval 783">
                    <a:extLst>
                      <a:ext uri="{FF2B5EF4-FFF2-40B4-BE49-F238E27FC236}">
                        <a16:creationId xmlns:a16="http://schemas.microsoft.com/office/drawing/2014/main" id="{67864F0A-D0D7-1740-6427-E868DEB46A7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85" name="Oval 784">
                    <a:extLst>
                      <a:ext uri="{FF2B5EF4-FFF2-40B4-BE49-F238E27FC236}">
                        <a16:creationId xmlns:a16="http://schemas.microsoft.com/office/drawing/2014/main" id="{B68AEC3B-9132-E728-D4EC-00C49AF40E1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86" name="Oval 785">
                    <a:extLst>
                      <a:ext uri="{FF2B5EF4-FFF2-40B4-BE49-F238E27FC236}">
                        <a16:creationId xmlns:a16="http://schemas.microsoft.com/office/drawing/2014/main" id="{27534560-C8B4-3D04-C803-B4F28ACA6A41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87" name="Oval 786">
                    <a:extLst>
                      <a:ext uri="{FF2B5EF4-FFF2-40B4-BE49-F238E27FC236}">
                        <a16:creationId xmlns:a16="http://schemas.microsoft.com/office/drawing/2014/main" id="{C6283E3E-E044-123A-8D61-B16BB7980FCB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88" name="Arc 787">
                    <a:extLst>
                      <a:ext uri="{FF2B5EF4-FFF2-40B4-BE49-F238E27FC236}">
                        <a16:creationId xmlns:a16="http://schemas.microsoft.com/office/drawing/2014/main" id="{063D8AAA-DAC3-B862-1F2D-0E31AA4ECA7A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9" name="Oval 788">
                    <a:extLst>
                      <a:ext uri="{FF2B5EF4-FFF2-40B4-BE49-F238E27FC236}">
                        <a16:creationId xmlns:a16="http://schemas.microsoft.com/office/drawing/2014/main" id="{F6B6158A-DFC7-F843-C2AC-61B40921A867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90" name="Arc 789">
                    <a:extLst>
                      <a:ext uri="{FF2B5EF4-FFF2-40B4-BE49-F238E27FC236}">
                        <a16:creationId xmlns:a16="http://schemas.microsoft.com/office/drawing/2014/main" id="{8BDD1351-442B-6916-B6D4-D9DD861F8521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1" name="Arc 790">
                    <a:extLst>
                      <a:ext uri="{FF2B5EF4-FFF2-40B4-BE49-F238E27FC236}">
                        <a16:creationId xmlns:a16="http://schemas.microsoft.com/office/drawing/2014/main" id="{198A0D8E-C4B1-7130-B7A6-0B0C4D1FA346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780" name="Straight Connector 779">
                <a:extLst>
                  <a:ext uri="{FF2B5EF4-FFF2-40B4-BE49-F238E27FC236}">
                    <a16:creationId xmlns:a16="http://schemas.microsoft.com/office/drawing/2014/main" id="{6AC31E95-CFA6-C021-ABC1-B14C7E6405B0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1" name="Straight Connector 780">
                <a:extLst>
                  <a:ext uri="{FF2B5EF4-FFF2-40B4-BE49-F238E27FC236}">
                    <a16:creationId xmlns:a16="http://schemas.microsoft.com/office/drawing/2014/main" id="{569C3021-0AF1-CC03-2382-EB586EF6B2B0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4" name="Group 743">
              <a:extLst>
                <a:ext uri="{FF2B5EF4-FFF2-40B4-BE49-F238E27FC236}">
                  <a16:creationId xmlns:a16="http://schemas.microsoft.com/office/drawing/2014/main" id="{6F4CDD19-1C54-0800-9EC1-149285069CC3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754" name="Group 753">
                <a:extLst>
                  <a:ext uri="{FF2B5EF4-FFF2-40B4-BE49-F238E27FC236}">
                    <a16:creationId xmlns:a16="http://schemas.microsoft.com/office/drawing/2014/main" id="{E4BB3624-CB93-913E-DECA-AC4A46842FF0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68" name="Oval 767">
                  <a:extLst>
                    <a:ext uri="{FF2B5EF4-FFF2-40B4-BE49-F238E27FC236}">
                      <a16:creationId xmlns:a16="http://schemas.microsoft.com/office/drawing/2014/main" id="{B975DCD0-5AD9-DE83-78CB-785F91374B1C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69" name="Group 768">
                  <a:extLst>
                    <a:ext uri="{FF2B5EF4-FFF2-40B4-BE49-F238E27FC236}">
                      <a16:creationId xmlns:a16="http://schemas.microsoft.com/office/drawing/2014/main" id="{98E7792A-E042-A0A0-F3CE-A4AB25F29CC7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70" name="Oval 769">
                    <a:extLst>
                      <a:ext uri="{FF2B5EF4-FFF2-40B4-BE49-F238E27FC236}">
                        <a16:creationId xmlns:a16="http://schemas.microsoft.com/office/drawing/2014/main" id="{F4022F65-ABD6-849D-5003-B6965824970E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1" name="Oval 770">
                    <a:extLst>
                      <a:ext uri="{FF2B5EF4-FFF2-40B4-BE49-F238E27FC236}">
                        <a16:creationId xmlns:a16="http://schemas.microsoft.com/office/drawing/2014/main" id="{C7493F00-32B0-3BB3-BD57-B2D6E309C39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2" name="Oval 771">
                    <a:extLst>
                      <a:ext uri="{FF2B5EF4-FFF2-40B4-BE49-F238E27FC236}">
                        <a16:creationId xmlns:a16="http://schemas.microsoft.com/office/drawing/2014/main" id="{6B719382-D7EF-CECD-23D1-122283B6B765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3" name="Oval 772">
                    <a:extLst>
                      <a:ext uri="{FF2B5EF4-FFF2-40B4-BE49-F238E27FC236}">
                        <a16:creationId xmlns:a16="http://schemas.microsoft.com/office/drawing/2014/main" id="{C8874F92-B9D9-383F-DC8E-1038B6571D2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4" name="Arc 773">
                    <a:extLst>
                      <a:ext uri="{FF2B5EF4-FFF2-40B4-BE49-F238E27FC236}">
                        <a16:creationId xmlns:a16="http://schemas.microsoft.com/office/drawing/2014/main" id="{499ED095-893C-A2A2-6A2F-69D31CB18DC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5" name="Oval 774">
                    <a:extLst>
                      <a:ext uri="{FF2B5EF4-FFF2-40B4-BE49-F238E27FC236}">
                        <a16:creationId xmlns:a16="http://schemas.microsoft.com/office/drawing/2014/main" id="{55E6AFC8-6604-77F5-EDF5-DF75A79DE88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76" name="Arc 775">
                    <a:extLst>
                      <a:ext uri="{FF2B5EF4-FFF2-40B4-BE49-F238E27FC236}">
                        <a16:creationId xmlns:a16="http://schemas.microsoft.com/office/drawing/2014/main" id="{485ADC36-90E1-25EF-2FDE-08213B990C18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7" name="Arc 776">
                    <a:extLst>
                      <a:ext uri="{FF2B5EF4-FFF2-40B4-BE49-F238E27FC236}">
                        <a16:creationId xmlns:a16="http://schemas.microsoft.com/office/drawing/2014/main" id="{CE5EBDC9-FE91-A35E-E718-A4474E37E95C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55" name="Group 754">
                <a:extLst>
                  <a:ext uri="{FF2B5EF4-FFF2-40B4-BE49-F238E27FC236}">
                    <a16:creationId xmlns:a16="http://schemas.microsoft.com/office/drawing/2014/main" id="{4847E9C3-8BD4-AB49-8A60-1FBF37A60C29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758" name="Oval 757">
                  <a:extLst>
                    <a:ext uri="{FF2B5EF4-FFF2-40B4-BE49-F238E27FC236}">
                      <a16:creationId xmlns:a16="http://schemas.microsoft.com/office/drawing/2014/main" id="{D3BD6317-1B91-835F-9F5A-C213AF711DB1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59" name="Group 758">
                  <a:extLst>
                    <a:ext uri="{FF2B5EF4-FFF2-40B4-BE49-F238E27FC236}">
                      <a16:creationId xmlns:a16="http://schemas.microsoft.com/office/drawing/2014/main" id="{95061F6B-7E94-00AB-2587-E1DE12FEE04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760" name="Oval 759">
                    <a:extLst>
                      <a:ext uri="{FF2B5EF4-FFF2-40B4-BE49-F238E27FC236}">
                        <a16:creationId xmlns:a16="http://schemas.microsoft.com/office/drawing/2014/main" id="{8AD982D7-292B-B2AD-12DE-14D0891D225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1" name="Oval 760">
                    <a:extLst>
                      <a:ext uri="{FF2B5EF4-FFF2-40B4-BE49-F238E27FC236}">
                        <a16:creationId xmlns:a16="http://schemas.microsoft.com/office/drawing/2014/main" id="{0176B4B7-00B9-C688-68C3-7AD56B204622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2" name="Oval 761">
                    <a:extLst>
                      <a:ext uri="{FF2B5EF4-FFF2-40B4-BE49-F238E27FC236}">
                        <a16:creationId xmlns:a16="http://schemas.microsoft.com/office/drawing/2014/main" id="{576E579E-A701-105D-D7D2-F802AFF5AD1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3" name="Oval 762">
                    <a:extLst>
                      <a:ext uri="{FF2B5EF4-FFF2-40B4-BE49-F238E27FC236}">
                        <a16:creationId xmlns:a16="http://schemas.microsoft.com/office/drawing/2014/main" id="{848E341E-5E08-BB37-D594-58012562173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4" name="Arc 763">
                    <a:extLst>
                      <a:ext uri="{FF2B5EF4-FFF2-40B4-BE49-F238E27FC236}">
                        <a16:creationId xmlns:a16="http://schemas.microsoft.com/office/drawing/2014/main" id="{36F7A738-BA7E-9F07-95B6-B90411BA26D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5" name="Oval 764">
                    <a:extLst>
                      <a:ext uri="{FF2B5EF4-FFF2-40B4-BE49-F238E27FC236}">
                        <a16:creationId xmlns:a16="http://schemas.microsoft.com/office/drawing/2014/main" id="{B2BFC6EA-C527-A3E5-7CF3-E94C49BF1A43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6" name="Arc 765">
                    <a:extLst>
                      <a:ext uri="{FF2B5EF4-FFF2-40B4-BE49-F238E27FC236}">
                        <a16:creationId xmlns:a16="http://schemas.microsoft.com/office/drawing/2014/main" id="{F0934417-E9E0-D6AB-0C13-49150036487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7" name="Arc 766">
                    <a:extLst>
                      <a:ext uri="{FF2B5EF4-FFF2-40B4-BE49-F238E27FC236}">
                        <a16:creationId xmlns:a16="http://schemas.microsoft.com/office/drawing/2014/main" id="{F4829E4C-DD28-AF84-CF39-5B96841EBDF3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756" name="Straight Connector 755">
                <a:extLst>
                  <a:ext uri="{FF2B5EF4-FFF2-40B4-BE49-F238E27FC236}">
                    <a16:creationId xmlns:a16="http://schemas.microsoft.com/office/drawing/2014/main" id="{534EACB2-9D1A-275D-40E5-52CD30551685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Straight Connector 756">
                <a:extLst>
                  <a:ext uri="{FF2B5EF4-FFF2-40B4-BE49-F238E27FC236}">
                    <a16:creationId xmlns:a16="http://schemas.microsoft.com/office/drawing/2014/main" id="{8778DDA6-0F98-D8E7-1BD5-9E53015A46A2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5" name="Group 744">
              <a:extLst>
                <a:ext uri="{FF2B5EF4-FFF2-40B4-BE49-F238E27FC236}">
                  <a16:creationId xmlns:a16="http://schemas.microsoft.com/office/drawing/2014/main" id="{AE0801A4-E1F4-E6B5-C6E3-BA2FC26982BA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746" name="Moon 745">
                <a:extLst>
                  <a:ext uri="{FF2B5EF4-FFF2-40B4-BE49-F238E27FC236}">
                    <a16:creationId xmlns:a16="http://schemas.microsoft.com/office/drawing/2014/main" id="{964E5B4D-F5CE-3046-1F55-F871BFAFB546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7" name="Oval 746">
                <a:extLst>
                  <a:ext uri="{FF2B5EF4-FFF2-40B4-BE49-F238E27FC236}">
                    <a16:creationId xmlns:a16="http://schemas.microsoft.com/office/drawing/2014/main" id="{B3D769D7-4B80-052A-1F4C-3B12925393B8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8" name="Oval 747">
                <a:extLst>
                  <a:ext uri="{FF2B5EF4-FFF2-40B4-BE49-F238E27FC236}">
                    <a16:creationId xmlns:a16="http://schemas.microsoft.com/office/drawing/2014/main" id="{FCFC656F-81D7-0EF0-593B-6CA22D8BF8B8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9" name="Oval 748">
                <a:extLst>
                  <a:ext uri="{FF2B5EF4-FFF2-40B4-BE49-F238E27FC236}">
                    <a16:creationId xmlns:a16="http://schemas.microsoft.com/office/drawing/2014/main" id="{619B7D17-3659-F98A-6F82-168A6315B592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0" name="Oval 749">
                <a:extLst>
                  <a:ext uri="{FF2B5EF4-FFF2-40B4-BE49-F238E27FC236}">
                    <a16:creationId xmlns:a16="http://schemas.microsoft.com/office/drawing/2014/main" id="{AA9EBDB6-5E29-D9CA-8BE7-C45E8C47942C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1" name="Oval 750">
                <a:extLst>
                  <a:ext uri="{FF2B5EF4-FFF2-40B4-BE49-F238E27FC236}">
                    <a16:creationId xmlns:a16="http://schemas.microsoft.com/office/drawing/2014/main" id="{994E8AFC-7B1F-437D-3F13-743F485A742D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2" name="Oval 751">
                <a:extLst>
                  <a:ext uri="{FF2B5EF4-FFF2-40B4-BE49-F238E27FC236}">
                    <a16:creationId xmlns:a16="http://schemas.microsoft.com/office/drawing/2014/main" id="{83F7CD1E-D506-0340-6CD3-A197FE4C0132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3" name="Oval 752">
                <a:extLst>
                  <a:ext uri="{FF2B5EF4-FFF2-40B4-BE49-F238E27FC236}">
                    <a16:creationId xmlns:a16="http://schemas.microsoft.com/office/drawing/2014/main" id="{170D83D0-B4AF-4142-5D1C-0509A418048F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2" name="Group 801">
            <a:extLst>
              <a:ext uri="{FF2B5EF4-FFF2-40B4-BE49-F238E27FC236}">
                <a16:creationId xmlns:a16="http://schemas.microsoft.com/office/drawing/2014/main" id="{694F6BEC-11B0-5791-4378-35A88B6D5281}"/>
              </a:ext>
            </a:extLst>
          </p:cNvPr>
          <p:cNvGrpSpPr/>
          <p:nvPr/>
        </p:nvGrpSpPr>
        <p:grpSpPr>
          <a:xfrm rot="7464527" flipH="1" flipV="1">
            <a:off x="4201507" y="850255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965BC5BD-17BB-DDB2-8671-B19E8720FFE3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838" name="Group 837">
                <a:extLst>
                  <a:ext uri="{FF2B5EF4-FFF2-40B4-BE49-F238E27FC236}">
                    <a16:creationId xmlns:a16="http://schemas.microsoft.com/office/drawing/2014/main" id="{B53482F0-2C47-A278-D4FB-528FA6F5E699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52" name="Oval 851">
                  <a:extLst>
                    <a:ext uri="{FF2B5EF4-FFF2-40B4-BE49-F238E27FC236}">
                      <a16:creationId xmlns:a16="http://schemas.microsoft.com/office/drawing/2014/main" id="{07A257C2-264A-4E76-A2C9-ACF79C3852FF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53" name="Group 852">
                  <a:extLst>
                    <a:ext uri="{FF2B5EF4-FFF2-40B4-BE49-F238E27FC236}">
                      <a16:creationId xmlns:a16="http://schemas.microsoft.com/office/drawing/2014/main" id="{C0AB412E-12DF-7A6B-23C1-3CF8B0454BAB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54" name="Oval 853">
                    <a:extLst>
                      <a:ext uri="{FF2B5EF4-FFF2-40B4-BE49-F238E27FC236}">
                        <a16:creationId xmlns:a16="http://schemas.microsoft.com/office/drawing/2014/main" id="{1F47535A-B027-550E-F1BA-AFD6480765F0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5" name="Oval 854">
                    <a:extLst>
                      <a:ext uri="{FF2B5EF4-FFF2-40B4-BE49-F238E27FC236}">
                        <a16:creationId xmlns:a16="http://schemas.microsoft.com/office/drawing/2014/main" id="{7A74AFB9-4FEE-1B98-21C2-891C545FDB4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6" name="Oval 855">
                    <a:extLst>
                      <a:ext uri="{FF2B5EF4-FFF2-40B4-BE49-F238E27FC236}">
                        <a16:creationId xmlns:a16="http://schemas.microsoft.com/office/drawing/2014/main" id="{AE746B4D-B302-EBB5-62F9-331EDB873778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7" name="Oval 856">
                    <a:extLst>
                      <a:ext uri="{FF2B5EF4-FFF2-40B4-BE49-F238E27FC236}">
                        <a16:creationId xmlns:a16="http://schemas.microsoft.com/office/drawing/2014/main" id="{E48FCCCF-8C80-4F10-E3EC-EA2AAD1E6A1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8" name="Arc 857">
                    <a:extLst>
                      <a:ext uri="{FF2B5EF4-FFF2-40B4-BE49-F238E27FC236}">
                        <a16:creationId xmlns:a16="http://schemas.microsoft.com/office/drawing/2014/main" id="{10543E01-F51C-18CA-716F-0CEF6DC0CE02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9" name="Oval 858">
                    <a:extLst>
                      <a:ext uri="{FF2B5EF4-FFF2-40B4-BE49-F238E27FC236}">
                        <a16:creationId xmlns:a16="http://schemas.microsoft.com/office/drawing/2014/main" id="{FA8B4C12-CCC6-88FE-8BA3-CCC7000DE008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60" name="Arc 859">
                    <a:extLst>
                      <a:ext uri="{FF2B5EF4-FFF2-40B4-BE49-F238E27FC236}">
                        <a16:creationId xmlns:a16="http://schemas.microsoft.com/office/drawing/2014/main" id="{57309434-1665-2D5B-5E4E-506658E909F1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1" name="Arc 860">
                    <a:extLst>
                      <a:ext uri="{FF2B5EF4-FFF2-40B4-BE49-F238E27FC236}">
                        <a16:creationId xmlns:a16="http://schemas.microsoft.com/office/drawing/2014/main" id="{B1AADA18-E021-82A4-983E-17360BDC1427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39" name="Group 838">
                <a:extLst>
                  <a:ext uri="{FF2B5EF4-FFF2-40B4-BE49-F238E27FC236}">
                    <a16:creationId xmlns:a16="http://schemas.microsoft.com/office/drawing/2014/main" id="{732A27F7-96B6-80E4-7CB8-D1CD211AE75F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42" name="Oval 841">
                  <a:extLst>
                    <a:ext uri="{FF2B5EF4-FFF2-40B4-BE49-F238E27FC236}">
                      <a16:creationId xmlns:a16="http://schemas.microsoft.com/office/drawing/2014/main" id="{B5FD0082-C8F5-3AF5-CAC0-FA2EB799B39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43" name="Group 842">
                  <a:extLst>
                    <a:ext uri="{FF2B5EF4-FFF2-40B4-BE49-F238E27FC236}">
                      <a16:creationId xmlns:a16="http://schemas.microsoft.com/office/drawing/2014/main" id="{7E0880A6-FA2D-23D7-3D94-67E1B6709B2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44" name="Oval 843">
                    <a:extLst>
                      <a:ext uri="{FF2B5EF4-FFF2-40B4-BE49-F238E27FC236}">
                        <a16:creationId xmlns:a16="http://schemas.microsoft.com/office/drawing/2014/main" id="{BE7696F7-E303-F056-1380-C5FA1F01C60A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45" name="Oval 844">
                    <a:extLst>
                      <a:ext uri="{FF2B5EF4-FFF2-40B4-BE49-F238E27FC236}">
                        <a16:creationId xmlns:a16="http://schemas.microsoft.com/office/drawing/2014/main" id="{5353B16D-57D6-1749-8FE6-E7FB73BDF1C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46" name="Oval 845">
                    <a:extLst>
                      <a:ext uri="{FF2B5EF4-FFF2-40B4-BE49-F238E27FC236}">
                        <a16:creationId xmlns:a16="http://schemas.microsoft.com/office/drawing/2014/main" id="{B1329852-5244-911D-E50E-5625B278A4EF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47" name="Oval 846">
                    <a:extLst>
                      <a:ext uri="{FF2B5EF4-FFF2-40B4-BE49-F238E27FC236}">
                        <a16:creationId xmlns:a16="http://schemas.microsoft.com/office/drawing/2014/main" id="{BAC47C9C-946E-82F2-6700-78A20B731395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48" name="Arc 847">
                    <a:extLst>
                      <a:ext uri="{FF2B5EF4-FFF2-40B4-BE49-F238E27FC236}">
                        <a16:creationId xmlns:a16="http://schemas.microsoft.com/office/drawing/2014/main" id="{606227FD-2055-59FF-F7BC-2F69843B9EC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9" name="Oval 848">
                    <a:extLst>
                      <a:ext uri="{FF2B5EF4-FFF2-40B4-BE49-F238E27FC236}">
                        <a16:creationId xmlns:a16="http://schemas.microsoft.com/office/drawing/2014/main" id="{3213A663-F8B8-42E2-5E66-F1B7259B33C6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50" name="Arc 849">
                    <a:extLst>
                      <a:ext uri="{FF2B5EF4-FFF2-40B4-BE49-F238E27FC236}">
                        <a16:creationId xmlns:a16="http://schemas.microsoft.com/office/drawing/2014/main" id="{47B5EC04-218C-AE8B-827C-9B3540AA1B2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1" name="Arc 850">
                    <a:extLst>
                      <a:ext uri="{FF2B5EF4-FFF2-40B4-BE49-F238E27FC236}">
                        <a16:creationId xmlns:a16="http://schemas.microsoft.com/office/drawing/2014/main" id="{58B774BC-8F82-408A-BA7B-E82CF930831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840" name="Straight Connector 839">
                <a:extLst>
                  <a:ext uri="{FF2B5EF4-FFF2-40B4-BE49-F238E27FC236}">
                    <a16:creationId xmlns:a16="http://schemas.microsoft.com/office/drawing/2014/main" id="{017EE119-4141-3348-543F-9F6198BC71E2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1" name="Straight Connector 840">
                <a:extLst>
                  <a:ext uri="{FF2B5EF4-FFF2-40B4-BE49-F238E27FC236}">
                    <a16:creationId xmlns:a16="http://schemas.microsoft.com/office/drawing/2014/main" id="{C9F9C9F9-7D97-B0FA-BEAE-1BD7D128595E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4" name="Group 803">
              <a:extLst>
                <a:ext uri="{FF2B5EF4-FFF2-40B4-BE49-F238E27FC236}">
                  <a16:creationId xmlns:a16="http://schemas.microsoft.com/office/drawing/2014/main" id="{BBC27EEB-5BBD-B80F-092F-AD24FBD57C79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814" name="Group 813">
                <a:extLst>
                  <a:ext uri="{FF2B5EF4-FFF2-40B4-BE49-F238E27FC236}">
                    <a16:creationId xmlns:a16="http://schemas.microsoft.com/office/drawing/2014/main" id="{06F97183-0927-DC27-92DF-94FE2EBFE863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28" name="Oval 827">
                  <a:extLst>
                    <a:ext uri="{FF2B5EF4-FFF2-40B4-BE49-F238E27FC236}">
                      <a16:creationId xmlns:a16="http://schemas.microsoft.com/office/drawing/2014/main" id="{96F8ABC4-20E8-F00E-3604-53CED40AF42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29" name="Group 828">
                  <a:extLst>
                    <a:ext uri="{FF2B5EF4-FFF2-40B4-BE49-F238E27FC236}">
                      <a16:creationId xmlns:a16="http://schemas.microsoft.com/office/drawing/2014/main" id="{9C78889E-EC5F-BF3E-B87E-092B97514EA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30" name="Oval 829">
                    <a:extLst>
                      <a:ext uri="{FF2B5EF4-FFF2-40B4-BE49-F238E27FC236}">
                        <a16:creationId xmlns:a16="http://schemas.microsoft.com/office/drawing/2014/main" id="{96DEFBAC-3DE2-4DE4-2A87-2AFB359D6A1C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1" name="Oval 830">
                    <a:extLst>
                      <a:ext uri="{FF2B5EF4-FFF2-40B4-BE49-F238E27FC236}">
                        <a16:creationId xmlns:a16="http://schemas.microsoft.com/office/drawing/2014/main" id="{1A65427F-74F5-DB8A-480B-AB5C99A19E55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2" name="Oval 831">
                    <a:extLst>
                      <a:ext uri="{FF2B5EF4-FFF2-40B4-BE49-F238E27FC236}">
                        <a16:creationId xmlns:a16="http://schemas.microsoft.com/office/drawing/2014/main" id="{ACC1F76F-65E2-074C-B2D6-38CA44EA90C0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3" name="Oval 832">
                    <a:extLst>
                      <a:ext uri="{FF2B5EF4-FFF2-40B4-BE49-F238E27FC236}">
                        <a16:creationId xmlns:a16="http://schemas.microsoft.com/office/drawing/2014/main" id="{DAE8AC63-6038-437D-2350-B6FE5A1D3BE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4" name="Arc 833">
                    <a:extLst>
                      <a:ext uri="{FF2B5EF4-FFF2-40B4-BE49-F238E27FC236}">
                        <a16:creationId xmlns:a16="http://schemas.microsoft.com/office/drawing/2014/main" id="{0FFFDD49-D60F-C17E-388A-4C30942AC089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5" name="Oval 834">
                    <a:extLst>
                      <a:ext uri="{FF2B5EF4-FFF2-40B4-BE49-F238E27FC236}">
                        <a16:creationId xmlns:a16="http://schemas.microsoft.com/office/drawing/2014/main" id="{730A980E-180D-3A46-9BAC-579EA929685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36" name="Arc 835">
                    <a:extLst>
                      <a:ext uri="{FF2B5EF4-FFF2-40B4-BE49-F238E27FC236}">
                        <a16:creationId xmlns:a16="http://schemas.microsoft.com/office/drawing/2014/main" id="{513800CC-94CB-E2E0-B3D6-261B01608EBB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7" name="Arc 836">
                    <a:extLst>
                      <a:ext uri="{FF2B5EF4-FFF2-40B4-BE49-F238E27FC236}">
                        <a16:creationId xmlns:a16="http://schemas.microsoft.com/office/drawing/2014/main" id="{56C25D22-DCFF-C5F7-355A-836041F3C2D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15" name="Group 814">
                <a:extLst>
                  <a:ext uri="{FF2B5EF4-FFF2-40B4-BE49-F238E27FC236}">
                    <a16:creationId xmlns:a16="http://schemas.microsoft.com/office/drawing/2014/main" id="{F5ECD503-C38D-490D-4526-6ADF16041BB3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18" name="Oval 817">
                  <a:extLst>
                    <a:ext uri="{FF2B5EF4-FFF2-40B4-BE49-F238E27FC236}">
                      <a16:creationId xmlns:a16="http://schemas.microsoft.com/office/drawing/2014/main" id="{1AF17F8C-CC19-1C99-D36F-931DB0F27BA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19" name="Group 818">
                  <a:extLst>
                    <a:ext uri="{FF2B5EF4-FFF2-40B4-BE49-F238E27FC236}">
                      <a16:creationId xmlns:a16="http://schemas.microsoft.com/office/drawing/2014/main" id="{9A95023B-5AF9-7F53-ED24-63693EE2150F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20" name="Oval 819">
                    <a:extLst>
                      <a:ext uri="{FF2B5EF4-FFF2-40B4-BE49-F238E27FC236}">
                        <a16:creationId xmlns:a16="http://schemas.microsoft.com/office/drawing/2014/main" id="{E7805110-8BDF-1AA2-6713-15568963B29B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1" name="Oval 820">
                    <a:extLst>
                      <a:ext uri="{FF2B5EF4-FFF2-40B4-BE49-F238E27FC236}">
                        <a16:creationId xmlns:a16="http://schemas.microsoft.com/office/drawing/2014/main" id="{2E37E1B8-CF7C-4EB3-67EA-CF6264851CB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2" name="Oval 821">
                    <a:extLst>
                      <a:ext uri="{FF2B5EF4-FFF2-40B4-BE49-F238E27FC236}">
                        <a16:creationId xmlns:a16="http://schemas.microsoft.com/office/drawing/2014/main" id="{ABF397C9-CAC3-6DE3-DEF1-F262FA1575E3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3" name="Oval 822">
                    <a:extLst>
                      <a:ext uri="{FF2B5EF4-FFF2-40B4-BE49-F238E27FC236}">
                        <a16:creationId xmlns:a16="http://schemas.microsoft.com/office/drawing/2014/main" id="{3CE0F8BF-0A20-A715-05A2-299F8239D0C9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4" name="Arc 823">
                    <a:extLst>
                      <a:ext uri="{FF2B5EF4-FFF2-40B4-BE49-F238E27FC236}">
                        <a16:creationId xmlns:a16="http://schemas.microsoft.com/office/drawing/2014/main" id="{28C91FD1-926C-17EC-EF12-F6B084061965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5" name="Oval 824">
                    <a:extLst>
                      <a:ext uri="{FF2B5EF4-FFF2-40B4-BE49-F238E27FC236}">
                        <a16:creationId xmlns:a16="http://schemas.microsoft.com/office/drawing/2014/main" id="{CABAD3D8-8F21-7E1E-751E-F1B81BC0BBF5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26" name="Arc 825">
                    <a:extLst>
                      <a:ext uri="{FF2B5EF4-FFF2-40B4-BE49-F238E27FC236}">
                        <a16:creationId xmlns:a16="http://schemas.microsoft.com/office/drawing/2014/main" id="{721845A0-577A-4165-BEC5-DC8E684F5B12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7" name="Arc 826">
                    <a:extLst>
                      <a:ext uri="{FF2B5EF4-FFF2-40B4-BE49-F238E27FC236}">
                        <a16:creationId xmlns:a16="http://schemas.microsoft.com/office/drawing/2014/main" id="{812318C3-290C-762A-5615-A1FEB655F38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816" name="Straight Connector 815">
                <a:extLst>
                  <a:ext uri="{FF2B5EF4-FFF2-40B4-BE49-F238E27FC236}">
                    <a16:creationId xmlns:a16="http://schemas.microsoft.com/office/drawing/2014/main" id="{000D759F-D945-75F2-81F0-79A57F6A9CAA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7" name="Straight Connector 816">
                <a:extLst>
                  <a:ext uri="{FF2B5EF4-FFF2-40B4-BE49-F238E27FC236}">
                    <a16:creationId xmlns:a16="http://schemas.microsoft.com/office/drawing/2014/main" id="{5E9A110F-6615-8A51-C1D3-FADFCBFE398A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5" name="Group 804">
              <a:extLst>
                <a:ext uri="{FF2B5EF4-FFF2-40B4-BE49-F238E27FC236}">
                  <a16:creationId xmlns:a16="http://schemas.microsoft.com/office/drawing/2014/main" id="{B5B8AFBC-FC4F-F39E-DDEC-559030AD0678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806" name="Moon 805">
                <a:extLst>
                  <a:ext uri="{FF2B5EF4-FFF2-40B4-BE49-F238E27FC236}">
                    <a16:creationId xmlns:a16="http://schemas.microsoft.com/office/drawing/2014/main" id="{7EC6B79D-1547-8A7A-52C5-7AECE87CCA55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7" name="Oval 806">
                <a:extLst>
                  <a:ext uri="{FF2B5EF4-FFF2-40B4-BE49-F238E27FC236}">
                    <a16:creationId xmlns:a16="http://schemas.microsoft.com/office/drawing/2014/main" id="{389FB294-84F3-A325-CC4A-E0D8B9BD83B7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8" name="Oval 807">
                <a:extLst>
                  <a:ext uri="{FF2B5EF4-FFF2-40B4-BE49-F238E27FC236}">
                    <a16:creationId xmlns:a16="http://schemas.microsoft.com/office/drawing/2014/main" id="{B9352283-68B8-6AA7-D52D-2B95A8747A42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9" name="Oval 808">
                <a:extLst>
                  <a:ext uri="{FF2B5EF4-FFF2-40B4-BE49-F238E27FC236}">
                    <a16:creationId xmlns:a16="http://schemas.microsoft.com/office/drawing/2014/main" id="{EF4D9D61-D7FC-FB02-114F-471196D5A5C6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0" name="Oval 809">
                <a:extLst>
                  <a:ext uri="{FF2B5EF4-FFF2-40B4-BE49-F238E27FC236}">
                    <a16:creationId xmlns:a16="http://schemas.microsoft.com/office/drawing/2014/main" id="{A5968EA0-7B90-4E3E-F4C9-5C85FB3E5CEF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1" name="Oval 810">
                <a:extLst>
                  <a:ext uri="{FF2B5EF4-FFF2-40B4-BE49-F238E27FC236}">
                    <a16:creationId xmlns:a16="http://schemas.microsoft.com/office/drawing/2014/main" id="{36AAC8AB-D6F5-7CD1-2094-EAEB2010FE3C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2" name="Oval 811">
                <a:extLst>
                  <a:ext uri="{FF2B5EF4-FFF2-40B4-BE49-F238E27FC236}">
                    <a16:creationId xmlns:a16="http://schemas.microsoft.com/office/drawing/2014/main" id="{E121A529-1A65-72DE-C6FC-A1B10041CBB5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3" name="Oval 812">
                <a:extLst>
                  <a:ext uri="{FF2B5EF4-FFF2-40B4-BE49-F238E27FC236}">
                    <a16:creationId xmlns:a16="http://schemas.microsoft.com/office/drawing/2014/main" id="{2C6DD183-0381-0C93-A150-480A8A8FD01F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6369EC3B-3A36-6D21-D91E-A125E0DDC278}"/>
              </a:ext>
            </a:extLst>
          </p:cNvPr>
          <p:cNvGrpSpPr/>
          <p:nvPr/>
        </p:nvGrpSpPr>
        <p:grpSpPr>
          <a:xfrm rot="1312654" flipH="1" flipV="1">
            <a:off x="3751513" y="863688"/>
            <a:ext cx="180828" cy="348790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863" name="Group 862">
              <a:extLst>
                <a:ext uri="{FF2B5EF4-FFF2-40B4-BE49-F238E27FC236}">
                  <a16:creationId xmlns:a16="http://schemas.microsoft.com/office/drawing/2014/main" id="{F38BAF4A-922F-0BCA-B228-EAAEA0685775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898" name="Group 897">
                <a:extLst>
                  <a:ext uri="{FF2B5EF4-FFF2-40B4-BE49-F238E27FC236}">
                    <a16:creationId xmlns:a16="http://schemas.microsoft.com/office/drawing/2014/main" id="{3CE225F3-1680-4C67-C95C-B3E18496CFB6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12" name="Oval 911">
                  <a:extLst>
                    <a:ext uri="{FF2B5EF4-FFF2-40B4-BE49-F238E27FC236}">
                      <a16:creationId xmlns:a16="http://schemas.microsoft.com/office/drawing/2014/main" id="{7889B843-E053-51E4-F2C6-C94F1BA342AE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13" name="Group 912">
                  <a:extLst>
                    <a:ext uri="{FF2B5EF4-FFF2-40B4-BE49-F238E27FC236}">
                      <a16:creationId xmlns:a16="http://schemas.microsoft.com/office/drawing/2014/main" id="{9B210393-3C64-EF3F-C5DC-53F57DD1738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14" name="Oval 913">
                    <a:extLst>
                      <a:ext uri="{FF2B5EF4-FFF2-40B4-BE49-F238E27FC236}">
                        <a16:creationId xmlns:a16="http://schemas.microsoft.com/office/drawing/2014/main" id="{D530FE7A-9B77-13CB-5C5D-92EC61C5C98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5" name="Oval 914">
                    <a:extLst>
                      <a:ext uri="{FF2B5EF4-FFF2-40B4-BE49-F238E27FC236}">
                        <a16:creationId xmlns:a16="http://schemas.microsoft.com/office/drawing/2014/main" id="{9CA83D4E-520F-669F-4558-93F5DF9E4813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6" name="Oval 915">
                    <a:extLst>
                      <a:ext uri="{FF2B5EF4-FFF2-40B4-BE49-F238E27FC236}">
                        <a16:creationId xmlns:a16="http://schemas.microsoft.com/office/drawing/2014/main" id="{52090646-0A06-5C10-A767-B06F4C17649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7" name="Oval 916">
                    <a:extLst>
                      <a:ext uri="{FF2B5EF4-FFF2-40B4-BE49-F238E27FC236}">
                        <a16:creationId xmlns:a16="http://schemas.microsoft.com/office/drawing/2014/main" id="{BD0FB052-F20E-7990-C5E0-431AE71F9640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8" name="Arc 917">
                    <a:extLst>
                      <a:ext uri="{FF2B5EF4-FFF2-40B4-BE49-F238E27FC236}">
                        <a16:creationId xmlns:a16="http://schemas.microsoft.com/office/drawing/2014/main" id="{F8DB8F29-55B0-CFCF-F538-38C98556AD57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9" name="Oval 918">
                    <a:extLst>
                      <a:ext uri="{FF2B5EF4-FFF2-40B4-BE49-F238E27FC236}">
                        <a16:creationId xmlns:a16="http://schemas.microsoft.com/office/drawing/2014/main" id="{1E819964-9A7B-A51F-256B-CC3AF92399F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20" name="Arc 919">
                    <a:extLst>
                      <a:ext uri="{FF2B5EF4-FFF2-40B4-BE49-F238E27FC236}">
                        <a16:creationId xmlns:a16="http://schemas.microsoft.com/office/drawing/2014/main" id="{0EBB7819-8834-597C-E102-DDBE16478C2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1" name="Arc 920">
                    <a:extLst>
                      <a:ext uri="{FF2B5EF4-FFF2-40B4-BE49-F238E27FC236}">
                        <a16:creationId xmlns:a16="http://schemas.microsoft.com/office/drawing/2014/main" id="{0048EE5D-83E1-0134-2312-E3C26C565D78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99" name="Group 898">
                <a:extLst>
                  <a:ext uri="{FF2B5EF4-FFF2-40B4-BE49-F238E27FC236}">
                    <a16:creationId xmlns:a16="http://schemas.microsoft.com/office/drawing/2014/main" id="{CF2D1087-84EC-A05D-AF5C-77DF167D0568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02" name="Oval 901">
                  <a:extLst>
                    <a:ext uri="{FF2B5EF4-FFF2-40B4-BE49-F238E27FC236}">
                      <a16:creationId xmlns:a16="http://schemas.microsoft.com/office/drawing/2014/main" id="{3A5A9453-B46B-00D2-CB90-995F84930C1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03" name="Group 902">
                  <a:extLst>
                    <a:ext uri="{FF2B5EF4-FFF2-40B4-BE49-F238E27FC236}">
                      <a16:creationId xmlns:a16="http://schemas.microsoft.com/office/drawing/2014/main" id="{91AF9149-00EA-EBF8-8343-7B50130DAFFB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04" name="Oval 903">
                    <a:extLst>
                      <a:ext uri="{FF2B5EF4-FFF2-40B4-BE49-F238E27FC236}">
                        <a16:creationId xmlns:a16="http://schemas.microsoft.com/office/drawing/2014/main" id="{94ECE375-B884-0F5B-D68F-BD37ACEF4F09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05" name="Oval 904">
                    <a:extLst>
                      <a:ext uri="{FF2B5EF4-FFF2-40B4-BE49-F238E27FC236}">
                        <a16:creationId xmlns:a16="http://schemas.microsoft.com/office/drawing/2014/main" id="{A75BF4A8-50BA-8860-3A45-0C6A247995D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06" name="Oval 905">
                    <a:extLst>
                      <a:ext uri="{FF2B5EF4-FFF2-40B4-BE49-F238E27FC236}">
                        <a16:creationId xmlns:a16="http://schemas.microsoft.com/office/drawing/2014/main" id="{D706E4E2-59C2-CCC8-599D-99EA01F8C53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07" name="Oval 906">
                    <a:extLst>
                      <a:ext uri="{FF2B5EF4-FFF2-40B4-BE49-F238E27FC236}">
                        <a16:creationId xmlns:a16="http://schemas.microsoft.com/office/drawing/2014/main" id="{61335273-01AF-E1E9-1B42-2CFD5568ACC9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08" name="Arc 907">
                    <a:extLst>
                      <a:ext uri="{FF2B5EF4-FFF2-40B4-BE49-F238E27FC236}">
                        <a16:creationId xmlns:a16="http://schemas.microsoft.com/office/drawing/2014/main" id="{5A72185D-C9AB-68C7-6EEB-EB5B8198A71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9" name="Oval 908">
                    <a:extLst>
                      <a:ext uri="{FF2B5EF4-FFF2-40B4-BE49-F238E27FC236}">
                        <a16:creationId xmlns:a16="http://schemas.microsoft.com/office/drawing/2014/main" id="{67C0370A-A1F3-C230-BE32-94F157ACBB4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10" name="Arc 909">
                    <a:extLst>
                      <a:ext uri="{FF2B5EF4-FFF2-40B4-BE49-F238E27FC236}">
                        <a16:creationId xmlns:a16="http://schemas.microsoft.com/office/drawing/2014/main" id="{D3C23490-89FA-C73C-991E-407AAC0257A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1" name="Arc 910">
                    <a:extLst>
                      <a:ext uri="{FF2B5EF4-FFF2-40B4-BE49-F238E27FC236}">
                        <a16:creationId xmlns:a16="http://schemas.microsoft.com/office/drawing/2014/main" id="{52E6B644-CDE1-50BA-92A1-F3AAA3E06CA4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900" name="Straight Connector 899">
                <a:extLst>
                  <a:ext uri="{FF2B5EF4-FFF2-40B4-BE49-F238E27FC236}">
                    <a16:creationId xmlns:a16="http://schemas.microsoft.com/office/drawing/2014/main" id="{E1F65CE2-ED2D-163B-7D58-5C7E6574092B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1" name="Straight Connector 900">
                <a:extLst>
                  <a:ext uri="{FF2B5EF4-FFF2-40B4-BE49-F238E27FC236}">
                    <a16:creationId xmlns:a16="http://schemas.microsoft.com/office/drawing/2014/main" id="{459A1F54-4610-FEED-ABEB-9EA0BCD0C6C9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64" name="Group 863">
              <a:extLst>
                <a:ext uri="{FF2B5EF4-FFF2-40B4-BE49-F238E27FC236}">
                  <a16:creationId xmlns:a16="http://schemas.microsoft.com/office/drawing/2014/main" id="{72B540B3-61F4-1641-F10A-F4385A6E01CF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874" name="Group 873">
                <a:extLst>
                  <a:ext uri="{FF2B5EF4-FFF2-40B4-BE49-F238E27FC236}">
                    <a16:creationId xmlns:a16="http://schemas.microsoft.com/office/drawing/2014/main" id="{F30047B4-5405-62BE-5090-84BFA40AE87E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88" name="Oval 887">
                  <a:extLst>
                    <a:ext uri="{FF2B5EF4-FFF2-40B4-BE49-F238E27FC236}">
                      <a16:creationId xmlns:a16="http://schemas.microsoft.com/office/drawing/2014/main" id="{E71B8360-5590-A96E-16E6-72A7A16586CA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89" name="Group 888">
                  <a:extLst>
                    <a:ext uri="{FF2B5EF4-FFF2-40B4-BE49-F238E27FC236}">
                      <a16:creationId xmlns:a16="http://schemas.microsoft.com/office/drawing/2014/main" id="{1B7C30FC-6946-0FC7-6C26-65397281CB80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90" name="Oval 889">
                    <a:extLst>
                      <a:ext uri="{FF2B5EF4-FFF2-40B4-BE49-F238E27FC236}">
                        <a16:creationId xmlns:a16="http://schemas.microsoft.com/office/drawing/2014/main" id="{4BCA146F-B37E-A65B-55A1-DCE114F89C8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1" name="Oval 890">
                    <a:extLst>
                      <a:ext uri="{FF2B5EF4-FFF2-40B4-BE49-F238E27FC236}">
                        <a16:creationId xmlns:a16="http://schemas.microsoft.com/office/drawing/2014/main" id="{BBD28D2B-5A83-E4B5-6848-FB5E7E56771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2" name="Oval 891">
                    <a:extLst>
                      <a:ext uri="{FF2B5EF4-FFF2-40B4-BE49-F238E27FC236}">
                        <a16:creationId xmlns:a16="http://schemas.microsoft.com/office/drawing/2014/main" id="{217DD87D-9DE9-B5B8-97FF-FA8177E5D04F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3" name="Oval 892">
                    <a:extLst>
                      <a:ext uri="{FF2B5EF4-FFF2-40B4-BE49-F238E27FC236}">
                        <a16:creationId xmlns:a16="http://schemas.microsoft.com/office/drawing/2014/main" id="{31C3945A-6879-3075-8394-9AF887D82405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4" name="Arc 893">
                    <a:extLst>
                      <a:ext uri="{FF2B5EF4-FFF2-40B4-BE49-F238E27FC236}">
                        <a16:creationId xmlns:a16="http://schemas.microsoft.com/office/drawing/2014/main" id="{3F2BB570-140F-0B4A-5433-723CC0DF5FE2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5" name="Oval 894">
                    <a:extLst>
                      <a:ext uri="{FF2B5EF4-FFF2-40B4-BE49-F238E27FC236}">
                        <a16:creationId xmlns:a16="http://schemas.microsoft.com/office/drawing/2014/main" id="{3B74431B-CD78-0876-D39E-10761883D5DA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96" name="Arc 895">
                    <a:extLst>
                      <a:ext uri="{FF2B5EF4-FFF2-40B4-BE49-F238E27FC236}">
                        <a16:creationId xmlns:a16="http://schemas.microsoft.com/office/drawing/2014/main" id="{1F71D48D-A3CF-BD1C-2FA0-F9D119EE7D2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7" name="Arc 896">
                    <a:extLst>
                      <a:ext uri="{FF2B5EF4-FFF2-40B4-BE49-F238E27FC236}">
                        <a16:creationId xmlns:a16="http://schemas.microsoft.com/office/drawing/2014/main" id="{04CACE1E-ABF8-13C9-F4AE-BE613BB65E18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75" name="Group 874">
                <a:extLst>
                  <a:ext uri="{FF2B5EF4-FFF2-40B4-BE49-F238E27FC236}">
                    <a16:creationId xmlns:a16="http://schemas.microsoft.com/office/drawing/2014/main" id="{7D8AE113-D3B6-115C-A0EA-846E30546A52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878" name="Oval 877">
                  <a:extLst>
                    <a:ext uri="{FF2B5EF4-FFF2-40B4-BE49-F238E27FC236}">
                      <a16:creationId xmlns:a16="http://schemas.microsoft.com/office/drawing/2014/main" id="{78AF0DCD-DCB9-69B1-AD14-6E76252E0FF4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879" name="Group 878">
                  <a:extLst>
                    <a:ext uri="{FF2B5EF4-FFF2-40B4-BE49-F238E27FC236}">
                      <a16:creationId xmlns:a16="http://schemas.microsoft.com/office/drawing/2014/main" id="{6F44D780-A23D-038F-F59C-225814601AA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880" name="Oval 879">
                    <a:extLst>
                      <a:ext uri="{FF2B5EF4-FFF2-40B4-BE49-F238E27FC236}">
                        <a16:creationId xmlns:a16="http://schemas.microsoft.com/office/drawing/2014/main" id="{BAE21FA2-25B2-683B-F6A8-698DDDA9D9DF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1" name="Oval 880">
                    <a:extLst>
                      <a:ext uri="{FF2B5EF4-FFF2-40B4-BE49-F238E27FC236}">
                        <a16:creationId xmlns:a16="http://schemas.microsoft.com/office/drawing/2014/main" id="{CDC64D37-7B0F-17ED-697C-2C598CDAC4F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2" name="Oval 881">
                    <a:extLst>
                      <a:ext uri="{FF2B5EF4-FFF2-40B4-BE49-F238E27FC236}">
                        <a16:creationId xmlns:a16="http://schemas.microsoft.com/office/drawing/2014/main" id="{13B13A15-6874-5840-0FAA-275A12C40938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3" name="Oval 882">
                    <a:extLst>
                      <a:ext uri="{FF2B5EF4-FFF2-40B4-BE49-F238E27FC236}">
                        <a16:creationId xmlns:a16="http://schemas.microsoft.com/office/drawing/2014/main" id="{D2822A07-020E-4C9F-D8E4-1D27867299C9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4" name="Arc 883">
                    <a:extLst>
                      <a:ext uri="{FF2B5EF4-FFF2-40B4-BE49-F238E27FC236}">
                        <a16:creationId xmlns:a16="http://schemas.microsoft.com/office/drawing/2014/main" id="{07AC8CBC-E8AF-FC28-E866-00C43472964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5" name="Oval 884">
                    <a:extLst>
                      <a:ext uri="{FF2B5EF4-FFF2-40B4-BE49-F238E27FC236}">
                        <a16:creationId xmlns:a16="http://schemas.microsoft.com/office/drawing/2014/main" id="{902B921E-7F5D-ABEF-CEA1-2D0E0AD2721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86" name="Arc 885">
                    <a:extLst>
                      <a:ext uri="{FF2B5EF4-FFF2-40B4-BE49-F238E27FC236}">
                        <a16:creationId xmlns:a16="http://schemas.microsoft.com/office/drawing/2014/main" id="{59A0C35C-C360-6429-1E93-5BE6905DE1EF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7" name="Arc 886">
                    <a:extLst>
                      <a:ext uri="{FF2B5EF4-FFF2-40B4-BE49-F238E27FC236}">
                        <a16:creationId xmlns:a16="http://schemas.microsoft.com/office/drawing/2014/main" id="{7B495123-1D6C-F146-D412-0E841EED671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876" name="Straight Connector 875">
                <a:extLst>
                  <a:ext uri="{FF2B5EF4-FFF2-40B4-BE49-F238E27FC236}">
                    <a16:creationId xmlns:a16="http://schemas.microsoft.com/office/drawing/2014/main" id="{3871FD58-4FA8-9B54-E0D7-78205EF89564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7" name="Straight Connector 876">
                <a:extLst>
                  <a:ext uri="{FF2B5EF4-FFF2-40B4-BE49-F238E27FC236}">
                    <a16:creationId xmlns:a16="http://schemas.microsoft.com/office/drawing/2014/main" id="{6F25774A-8446-03E0-4F20-B535CD45D764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65" name="Group 864">
              <a:extLst>
                <a:ext uri="{FF2B5EF4-FFF2-40B4-BE49-F238E27FC236}">
                  <a16:creationId xmlns:a16="http://schemas.microsoft.com/office/drawing/2014/main" id="{BB168F18-8ECE-EAEB-6237-594766DF1D41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866" name="Moon 865">
                <a:extLst>
                  <a:ext uri="{FF2B5EF4-FFF2-40B4-BE49-F238E27FC236}">
                    <a16:creationId xmlns:a16="http://schemas.microsoft.com/office/drawing/2014/main" id="{C551E948-B2E9-E3CE-7DC5-67A513ADE480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7" name="Oval 866">
                <a:extLst>
                  <a:ext uri="{FF2B5EF4-FFF2-40B4-BE49-F238E27FC236}">
                    <a16:creationId xmlns:a16="http://schemas.microsoft.com/office/drawing/2014/main" id="{373F1AD0-B4B9-50B9-963D-93B3D1A3F4CE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8" name="Oval 867">
                <a:extLst>
                  <a:ext uri="{FF2B5EF4-FFF2-40B4-BE49-F238E27FC236}">
                    <a16:creationId xmlns:a16="http://schemas.microsoft.com/office/drawing/2014/main" id="{BDD7EF33-C1E7-BBE2-99FF-BFF3116DA929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9" name="Oval 868">
                <a:extLst>
                  <a:ext uri="{FF2B5EF4-FFF2-40B4-BE49-F238E27FC236}">
                    <a16:creationId xmlns:a16="http://schemas.microsoft.com/office/drawing/2014/main" id="{D2600C91-93EA-AA2D-3C54-9A21D6E88762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0" name="Oval 869">
                <a:extLst>
                  <a:ext uri="{FF2B5EF4-FFF2-40B4-BE49-F238E27FC236}">
                    <a16:creationId xmlns:a16="http://schemas.microsoft.com/office/drawing/2014/main" id="{997AEF32-BFAC-7019-80D5-6EA6CBDE03DA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1" name="Oval 870">
                <a:extLst>
                  <a:ext uri="{FF2B5EF4-FFF2-40B4-BE49-F238E27FC236}">
                    <a16:creationId xmlns:a16="http://schemas.microsoft.com/office/drawing/2014/main" id="{8F34B44E-9B60-79E8-A73C-75B4D08B84D9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2" name="Oval 871">
                <a:extLst>
                  <a:ext uri="{FF2B5EF4-FFF2-40B4-BE49-F238E27FC236}">
                    <a16:creationId xmlns:a16="http://schemas.microsoft.com/office/drawing/2014/main" id="{28B2C868-EF58-743A-1E73-D783DE736229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3" name="Oval 872">
                <a:extLst>
                  <a:ext uri="{FF2B5EF4-FFF2-40B4-BE49-F238E27FC236}">
                    <a16:creationId xmlns:a16="http://schemas.microsoft.com/office/drawing/2014/main" id="{FBE47758-B674-5F56-0B07-9A1E2A1C36FC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22" name="Group 921">
            <a:extLst>
              <a:ext uri="{FF2B5EF4-FFF2-40B4-BE49-F238E27FC236}">
                <a16:creationId xmlns:a16="http://schemas.microsoft.com/office/drawing/2014/main" id="{3013A091-2AB0-6C29-7BBB-3AD44A2B04E1}"/>
              </a:ext>
            </a:extLst>
          </p:cNvPr>
          <p:cNvGrpSpPr/>
          <p:nvPr/>
        </p:nvGrpSpPr>
        <p:grpSpPr>
          <a:xfrm rot="5400000" flipH="1" flipV="1">
            <a:off x="3739337" y="1998899"/>
            <a:ext cx="144704" cy="348791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923" name="Group 922">
              <a:extLst>
                <a:ext uri="{FF2B5EF4-FFF2-40B4-BE49-F238E27FC236}">
                  <a16:creationId xmlns:a16="http://schemas.microsoft.com/office/drawing/2014/main" id="{3F6AB882-0D25-6ECD-6A0B-E01A99E63D3F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958" name="Group 957">
                <a:extLst>
                  <a:ext uri="{FF2B5EF4-FFF2-40B4-BE49-F238E27FC236}">
                    <a16:creationId xmlns:a16="http://schemas.microsoft.com/office/drawing/2014/main" id="{3C9E316E-3145-E08A-C775-632D8AF12F71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72" name="Oval 971">
                  <a:extLst>
                    <a:ext uri="{FF2B5EF4-FFF2-40B4-BE49-F238E27FC236}">
                      <a16:creationId xmlns:a16="http://schemas.microsoft.com/office/drawing/2014/main" id="{45B50D46-3D53-6AB3-99DA-B300C5601768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C179E951-AE1F-98AB-FAEA-7CF85DB05121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74" name="Oval 973">
                    <a:extLst>
                      <a:ext uri="{FF2B5EF4-FFF2-40B4-BE49-F238E27FC236}">
                        <a16:creationId xmlns:a16="http://schemas.microsoft.com/office/drawing/2014/main" id="{B610B48F-C867-DA87-BBBE-535ACAE9F6AD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5" name="Oval 974">
                    <a:extLst>
                      <a:ext uri="{FF2B5EF4-FFF2-40B4-BE49-F238E27FC236}">
                        <a16:creationId xmlns:a16="http://schemas.microsoft.com/office/drawing/2014/main" id="{96CB0DD6-EB21-F6FF-52BE-41B0EF980227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6" name="Oval 975">
                    <a:extLst>
                      <a:ext uri="{FF2B5EF4-FFF2-40B4-BE49-F238E27FC236}">
                        <a16:creationId xmlns:a16="http://schemas.microsoft.com/office/drawing/2014/main" id="{BA994962-09DE-C31C-8A51-F13C50F1E8F9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7" name="Oval 976">
                    <a:extLst>
                      <a:ext uri="{FF2B5EF4-FFF2-40B4-BE49-F238E27FC236}">
                        <a16:creationId xmlns:a16="http://schemas.microsoft.com/office/drawing/2014/main" id="{BE64EDDD-806B-C9F4-B9B3-FC492FD7496F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8" name="Arc 977">
                    <a:extLst>
                      <a:ext uri="{FF2B5EF4-FFF2-40B4-BE49-F238E27FC236}">
                        <a16:creationId xmlns:a16="http://schemas.microsoft.com/office/drawing/2014/main" id="{95F10F96-4C34-7A87-B20E-46D990E15B38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9" name="Oval 978">
                    <a:extLst>
                      <a:ext uri="{FF2B5EF4-FFF2-40B4-BE49-F238E27FC236}">
                        <a16:creationId xmlns:a16="http://schemas.microsoft.com/office/drawing/2014/main" id="{91C3E8C3-4DB5-8CB2-21FF-16F64397DEF4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80" name="Arc 979">
                    <a:extLst>
                      <a:ext uri="{FF2B5EF4-FFF2-40B4-BE49-F238E27FC236}">
                        <a16:creationId xmlns:a16="http://schemas.microsoft.com/office/drawing/2014/main" id="{272629BB-F3CB-0FEE-CCB9-6EB9ABB2488D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1" name="Arc 980">
                    <a:extLst>
                      <a:ext uri="{FF2B5EF4-FFF2-40B4-BE49-F238E27FC236}">
                        <a16:creationId xmlns:a16="http://schemas.microsoft.com/office/drawing/2014/main" id="{F9FF6673-C444-A2A5-2574-1DDBFDF64C8B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59" name="Group 958">
                <a:extLst>
                  <a:ext uri="{FF2B5EF4-FFF2-40B4-BE49-F238E27FC236}">
                    <a16:creationId xmlns:a16="http://schemas.microsoft.com/office/drawing/2014/main" id="{6A90A7A6-498B-E1BB-754A-D22F232E4ED8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62" name="Oval 961">
                  <a:extLst>
                    <a:ext uri="{FF2B5EF4-FFF2-40B4-BE49-F238E27FC236}">
                      <a16:creationId xmlns:a16="http://schemas.microsoft.com/office/drawing/2014/main" id="{478CDDF3-BDA7-7352-BAC6-70D37A2CB4E6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63" name="Group 962">
                  <a:extLst>
                    <a:ext uri="{FF2B5EF4-FFF2-40B4-BE49-F238E27FC236}">
                      <a16:creationId xmlns:a16="http://schemas.microsoft.com/office/drawing/2014/main" id="{6E9E7470-1A3F-70AC-6CE7-513E725F1C75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64" name="Oval 963">
                    <a:extLst>
                      <a:ext uri="{FF2B5EF4-FFF2-40B4-BE49-F238E27FC236}">
                        <a16:creationId xmlns:a16="http://schemas.microsoft.com/office/drawing/2014/main" id="{C692374A-549B-D477-5761-1F5B1AF67A0A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65" name="Oval 964">
                    <a:extLst>
                      <a:ext uri="{FF2B5EF4-FFF2-40B4-BE49-F238E27FC236}">
                        <a16:creationId xmlns:a16="http://schemas.microsoft.com/office/drawing/2014/main" id="{C75AFEA8-4FDF-B06F-8D91-433B3F6BD1ED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66" name="Oval 965">
                    <a:extLst>
                      <a:ext uri="{FF2B5EF4-FFF2-40B4-BE49-F238E27FC236}">
                        <a16:creationId xmlns:a16="http://schemas.microsoft.com/office/drawing/2014/main" id="{1819E8E3-5A68-6E59-B72E-BD3115BF651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67" name="Oval 966">
                    <a:extLst>
                      <a:ext uri="{FF2B5EF4-FFF2-40B4-BE49-F238E27FC236}">
                        <a16:creationId xmlns:a16="http://schemas.microsoft.com/office/drawing/2014/main" id="{AE5A8291-1878-AC29-9C8D-9E433D91366B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68" name="Arc 967">
                    <a:extLst>
                      <a:ext uri="{FF2B5EF4-FFF2-40B4-BE49-F238E27FC236}">
                        <a16:creationId xmlns:a16="http://schemas.microsoft.com/office/drawing/2014/main" id="{38786EE5-3EE7-BDBE-99F6-6D55F4547FA4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9" name="Oval 968">
                    <a:extLst>
                      <a:ext uri="{FF2B5EF4-FFF2-40B4-BE49-F238E27FC236}">
                        <a16:creationId xmlns:a16="http://schemas.microsoft.com/office/drawing/2014/main" id="{61730ACC-A63D-AF90-B97F-BC3050C42026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70" name="Arc 969">
                    <a:extLst>
                      <a:ext uri="{FF2B5EF4-FFF2-40B4-BE49-F238E27FC236}">
                        <a16:creationId xmlns:a16="http://schemas.microsoft.com/office/drawing/2014/main" id="{20D39A96-4D0E-0E7A-012D-70D7CAFAF6D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1" name="Arc 970">
                    <a:extLst>
                      <a:ext uri="{FF2B5EF4-FFF2-40B4-BE49-F238E27FC236}">
                        <a16:creationId xmlns:a16="http://schemas.microsoft.com/office/drawing/2014/main" id="{78F67299-5D37-20D3-5551-F24FC966D476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960" name="Straight Connector 959">
                <a:extLst>
                  <a:ext uri="{FF2B5EF4-FFF2-40B4-BE49-F238E27FC236}">
                    <a16:creationId xmlns:a16="http://schemas.microsoft.com/office/drawing/2014/main" id="{7AB8D118-3955-6661-9B32-DC652C295966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1" name="Straight Connector 960">
                <a:extLst>
                  <a:ext uri="{FF2B5EF4-FFF2-40B4-BE49-F238E27FC236}">
                    <a16:creationId xmlns:a16="http://schemas.microsoft.com/office/drawing/2014/main" id="{53CA4B71-6A76-E880-102B-2D55587FA8C0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24" name="Group 923">
              <a:extLst>
                <a:ext uri="{FF2B5EF4-FFF2-40B4-BE49-F238E27FC236}">
                  <a16:creationId xmlns:a16="http://schemas.microsoft.com/office/drawing/2014/main" id="{82EDE66E-38AD-C5BA-D9C2-1E0F2597A062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934" name="Group 933">
                <a:extLst>
                  <a:ext uri="{FF2B5EF4-FFF2-40B4-BE49-F238E27FC236}">
                    <a16:creationId xmlns:a16="http://schemas.microsoft.com/office/drawing/2014/main" id="{1F155422-083C-9D10-6FFA-03D23320EFDF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48" name="Oval 947">
                  <a:extLst>
                    <a:ext uri="{FF2B5EF4-FFF2-40B4-BE49-F238E27FC236}">
                      <a16:creationId xmlns:a16="http://schemas.microsoft.com/office/drawing/2014/main" id="{C875A6FE-A2DA-7EC8-FF48-BC434857A49B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49" name="Group 948">
                  <a:extLst>
                    <a:ext uri="{FF2B5EF4-FFF2-40B4-BE49-F238E27FC236}">
                      <a16:creationId xmlns:a16="http://schemas.microsoft.com/office/drawing/2014/main" id="{86802C5E-4730-C6F6-F2BD-175BB1BF5449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50" name="Oval 949">
                    <a:extLst>
                      <a:ext uri="{FF2B5EF4-FFF2-40B4-BE49-F238E27FC236}">
                        <a16:creationId xmlns:a16="http://schemas.microsoft.com/office/drawing/2014/main" id="{A8F51EF5-B030-A786-15D1-F78E16AB4EB8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51" name="Oval 950">
                    <a:extLst>
                      <a:ext uri="{FF2B5EF4-FFF2-40B4-BE49-F238E27FC236}">
                        <a16:creationId xmlns:a16="http://schemas.microsoft.com/office/drawing/2014/main" id="{A6EA11B0-8E71-7D9C-7BA1-10789540F2C9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52" name="Oval 951">
                    <a:extLst>
                      <a:ext uri="{FF2B5EF4-FFF2-40B4-BE49-F238E27FC236}">
                        <a16:creationId xmlns:a16="http://schemas.microsoft.com/office/drawing/2014/main" id="{3BFDAED6-9433-9EC7-9AD8-44E837C82789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53" name="Oval 952">
                    <a:extLst>
                      <a:ext uri="{FF2B5EF4-FFF2-40B4-BE49-F238E27FC236}">
                        <a16:creationId xmlns:a16="http://schemas.microsoft.com/office/drawing/2014/main" id="{D9C4B35D-A76A-9DCF-2B6C-6EE3B73E4F21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54" name="Arc 953">
                    <a:extLst>
                      <a:ext uri="{FF2B5EF4-FFF2-40B4-BE49-F238E27FC236}">
                        <a16:creationId xmlns:a16="http://schemas.microsoft.com/office/drawing/2014/main" id="{59D43F5C-4B0A-B390-D059-3E108844FA80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5" name="Oval 954">
                    <a:extLst>
                      <a:ext uri="{FF2B5EF4-FFF2-40B4-BE49-F238E27FC236}">
                        <a16:creationId xmlns:a16="http://schemas.microsoft.com/office/drawing/2014/main" id="{FBA9AFB0-A97C-396D-179F-C313E15A0491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56" name="Arc 955">
                    <a:extLst>
                      <a:ext uri="{FF2B5EF4-FFF2-40B4-BE49-F238E27FC236}">
                        <a16:creationId xmlns:a16="http://schemas.microsoft.com/office/drawing/2014/main" id="{242D57FD-173B-CCB2-A1ED-AEE10E754D8A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7" name="Arc 956">
                    <a:extLst>
                      <a:ext uri="{FF2B5EF4-FFF2-40B4-BE49-F238E27FC236}">
                        <a16:creationId xmlns:a16="http://schemas.microsoft.com/office/drawing/2014/main" id="{53C95DB5-5740-F1C3-597B-3BD63E8E37B9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35" name="Group 934">
                <a:extLst>
                  <a:ext uri="{FF2B5EF4-FFF2-40B4-BE49-F238E27FC236}">
                    <a16:creationId xmlns:a16="http://schemas.microsoft.com/office/drawing/2014/main" id="{34E3C49C-E27F-8109-2A8D-E9C979AB3432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938" name="Oval 937">
                  <a:extLst>
                    <a:ext uri="{FF2B5EF4-FFF2-40B4-BE49-F238E27FC236}">
                      <a16:creationId xmlns:a16="http://schemas.microsoft.com/office/drawing/2014/main" id="{AB638DBF-681E-4A32-A664-F4625388BA4C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939" name="Group 938">
                  <a:extLst>
                    <a:ext uri="{FF2B5EF4-FFF2-40B4-BE49-F238E27FC236}">
                      <a16:creationId xmlns:a16="http://schemas.microsoft.com/office/drawing/2014/main" id="{77D009AE-A048-B4A2-7475-D180D72CD1F3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940" name="Oval 939">
                    <a:extLst>
                      <a:ext uri="{FF2B5EF4-FFF2-40B4-BE49-F238E27FC236}">
                        <a16:creationId xmlns:a16="http://schemas.microsoft.com/office/drawing/2014/main" id="{BBB53CB6-90D5-7318-2052-843504FDC8F7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1" name="Oval 940">
                    <a:extLst>
                      <a:ext uri="{FF2B5EF4-FFF2-40B4-BE49-F238E27FC236}">
                        <a16:creationId xmlns:a16="http://schemas.microsoft.com/office/drawing/2014/main" id="{034429EA-38D2-1649-D42E-D914B4AD4CB6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2" name="Oval 941">
                    <a:extLst>
                      <a:ext uri="{FF2B5EF4-FFF2-40B4-BE49-F238E27FC236}">
                        <a16:creationId xmlns:a16="http://schemas.microsoft.com/office/drawing/2014/main" id="{0A735B77-C62B-DA01-AAF5-54AF5B234F14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3" name="Oval 942">
                    <a:extLst>
                      <a:ext uri="{FF2B5EF4-FFF2-40B4-BE49-F238E27FC236}">
                        <a16:creationId xmlns:a16="http://schemas.microsoft.com/office/drawing/2014/main" id="{27838B35-51B3-A541-E4C8-6AA42F8BE85D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4" name="Arc 943">
                    <a:extLst>
                      <a:ext uri="{FF2B5EF4-FFF2-40B4-BE49-F238E27FC236}">
                        <a16:creationId xmlns:a16="http://schemas.microsoft.com/office/drawing/2014/main" id="{B7F540E4-256E-1083-44BA-734AC045B3B6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5" name="Oval 944">
                    <a:extLst>
                      <a:ext uri="{FF2B5EF4-FFF2-40B4-BE49-F238E27FC236}">
                        <a16:creationId xmlns:a16="http://schemas.microsoft.com/office/drawing/2014/main" id="{F1F12511-EF4B-B16F-820C-7FB44682885B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946" name="Arc 945">
                    <a:extLst>
                      <a:ext uri="{FF2B5EF4-FFF2-40B4-BE49-F238E27FC236}">
                        <a16:creationId xmlns:a16="http://schemas.microsoft.com/office/drawing/2014/main" id="{77EB3819-B2A8-6C3D-0099-0CA58135AAB2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7" name="Arc 946">
                    <a:extLst>
                      <a:ext uri="{FF2B5EF4-FFF2-40B4-BE49-F238E27FC236}">
                        <a16:creationId xmlns:a16="http://schemas.microsoft.com/office/drawing/2014/main" id="{9C1BAEFB-1DC4-BDC6-39C1-9CCC20A1BAF4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936" name="Straight Connector 935">
                <a:extLst>
                  <a:ext uri="{FF2B5EF4-FFF2-40B4-BE49-F238E27FC236}">
                    <a16:creationId xmlns:a16="http://schemas.microsoft.com/office/drawing/2014/main" id="{67F33B48-2874-7F61-4ADF-81407C5DA218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7" name="Straight Connector 936">
                <a:extLst>
                  <a:ext uri="{FF2B5EF4-FFF2-40B4-BE49-F238E27FC236}">
                    <a16:creationId xmlns:a16="http://schemas.microsoft.com/office/drawing/2014/main" id="{D263F52E-AD33-032F-DC2E-6932FEAD8249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25" name="Group 924">
              <a:extLst>
                <a:ext uri="{FF2B5EF4-FFF2-40B4-BE49-F238E27FC236}">
                  <a16:creationId xmlns:a16="http://schemas.microsoft.com/office/drawing/2014/main" id="{B4D6D23E-9EE9-0613-5935-7F986E98FD19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926" name="Moon 925">
                <a:extLst>
                  <a:ext uri="{FF2B5EF4-FFF2-40B4-BE49-F238E27FC236}">
                    <a16:creationId xmlns:a16="http://schemas.microsoft.com/office/drawing/2014/main" id="{9C1D2197-902D-BA30-153C-0105240F45AD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7" name="Oval 926">
                <a:extLst>
                  <a:ext uri="{FF2B5EF4-FFF2-40B4-BE49-F238E27FC236}">
                    <a16:creationId xmlns:a16="http://schemas.microsoft.com/office/drawing/2014/main" id="{5911E182-82F8-0C5A-C6E5-BB463CFD6A60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8" name="Oval 927">
                <a:extLst>
                  <a:ext uri="{FF2B5EF4-FFF2-40B4-BE49-F238E27FC236}">
                    <a16:creationId xmlns:a16="http://schemas.microsoft.com/office/drawing/2014/main" id="{CA9C3F2C-8AD0-DBB3-B338-8B4FABBBF284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9" name="Oval 928">
                <a:extLst>
                  <a:ext uri="{FF2B5EF4-FFF2-40B4-BE49-F238E27FC236}">
                    <a16:creationId xmlns:a16="http://schemas.microsoft.com/office/drawing/2014/main" id="{123E0CB8-DC59-7C62-505D-3775D4F99D93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0" name="Oval 929">
                <a:extLst>
                  <a:ext uri="{FF2B5EF4-FFF2-40B4-BE49-F238E27FC236}">
                    <a16:creationId xmlns:a16="http://schemas.microsoft.com/office/drawing/2014/main" id="{DCDC829F-ACD5-4A7D-F3CB-FC44EE5AD24E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1" name="Oval 930">
                <a:extLst>
                  <a:ext uri="{FF2B5EF4-FFF2-40B4-BE49-F238E27FC236}">
                    <a16:creationId xmlns:a16="http://schemas.microsoft.com/office/drawing/2014/main" id="{06CC7E4A-64DC-1A06-DF12-5E7BF84F18C4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2" name="Oval 931">
                <a:extLst>
                  <a:ext uri="{FF2B5EF4-FFF2-40B4-BE49-F238E27FC236}">
                    <a16:creationId xmlns:a16="http://schemas.microsoft.com/office/drawing/2014/main" id="{7DBA38E5-A318-7053-573A-CCDFA78AE113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3" name="Oval 932">
                <a:extLst>
                  <a:ext uri="{FF2B5EF4-FFF2-40B4-BE49-F238E27FC236}">
                    <a16:creationId xmlns:a16="http://schemas.microsoft.com/office/drawing/2014/main" id="{DCFD4AD0-C43C-A6B8-3461-4EF51E53490B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BB29B65B-6590-EA17-6A33-51592E6E922A}"/>
              </a:ext>
            </a:extLst>
          </p:cNvPr>
          <p:cNvGrpSpPr/>
          <p:nvPr/>
        </p:nvGrpSpPr>
        <p:grpSpPr>
          <a:xfrm rot="1312654" flipH="1" flipV="1">
            <a:off x="3987748" y="2048712"/>
            <a:ext cx="180828" cy="348790"/>
            <a:chOff x="8901293" y="933753"/>
            <a:chExt cx="2135899" cy="5148330"/>
          </a:xfrm>
          <a:solidFill>
            <a:srgbClr val="FF0000"/>
          </a:solidFill>
        </p:grpSpPr>
        <p:grpSp>
          <p:nvGrpSpPr>
            <p:cNvPr id="1043" name="Group 1042">
              <a:extLst>
                <a:ext uri="{FF2B5EF4-FFF2-40B4-BE49-F238E27FC236}">
                  <a16:creationId xmlns:a16="http://schemas.microsoft.com/office/drawing/2014/main" id="{9719B51E-C679-95C0-CCE1-C1816F19C223}"/>
                </a:ext>
              </a:extLst>
            </p:cNvPr>
            <p:cNvGrpSpPr/>
            <p:nvPr/>
          </p:nvGrpSpPr>
          <p:grpSpPr>
            <a:xfrm>
              <a:off x="8901293" y="933753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078" name="Group 1077">
                <a:extLst>
                  <a:ext uri="{FF2B5EF4-FFF2-40B4-BE49-F238E27FC236}">
                    <a16:creationId xmlns:a16="http://schemas.microsoft.com/office/drawing/2014/main" id="{8DCD8479-4F15-875E-4FF0-18C8E04B6568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92" name="Oval 1091">
                  <a:extLst>
                    <a:ext uri="{FF2B5EF4-FFF2-40B4-BE49-F238E27FC236}">
                      <a16:creationId xmlns:a16="http://schemas.microsoft.com/office/drawing/2014/main" id="{835BC089-9B22-147F-CF0A-19801E0164F9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93" name="Group 1092">
                  <a:extLst>
                    <a:ext uri="{FF2B5EF4-FFF2-40B4-BE49-F238E27FC236}">
                      <a16:creationId xmlns:a16="http://schemas.microsoft.com/office/drawing/2014/main" id="{B63C5723-E09B-F665-5125-A71F32F8E3D2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94" name="Oval 1093">
                    <a:extLst>
                      <a:ext uri="{FF2B5EF4-FFF2-40B4-BE49-F238E27FC236}">
                        <a16:creationId xmlns:a16="http://schemas.microsoft.com/office/drawing/2014/main" id="{E4B9B302-F826-036F-C280-FC3203BB39D7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95" name="Oval 1094">
                    <a:extLst>
                      <a:ext uri="{FF2B5EF4-FFF2-40B4-BE49-F238E27FC236}">
                        <a16:creationId xmlns:a16="http://schemas.microsoft.com/office/drawing/2014/main" id="{D32B9C9D-FF0D-6AF9-DFD5-8408A435A4FB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96" name="Oval 1095">
                    <a:extLst>
                      <a:ext uri="{FF2B5EF4-FFF2-40B4-BE49-F238E27FC236}">
                        <a16:creationId xmlns:a16="http://schemas.microsoft.com/office/drawing/2014/main" id="{47AD2EB7-755F-A7EE-FEA2-22FBBDB2EE15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97" name="Oval 1096">
                    <a:extLst>
                      <a:ext uri="{FF2B5EF4-FFF2-40B4-BE49-F238E27FC236}">
                        <a16:creationId xmlns:a16="http://schemas.microsoft.com/office/drawing/2014/main" id="{E1B516C0-68CD-01F4-F031-C4794FECFE0E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98" name="Arc 1097">
                    <a:extLst>
                      <a:ext uri="{FF2B5EF4-FFF2-40B4-BE49-F238E27FC236}">
                        <a16:creationId xmlns:a16="http://schemas.microsoft.com/office/drawing/2014/main" id="{E0EB5641-F5B5-3B1A-356E-8799B2FFE5E9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99" name="Oval 1098">
                    <a:extLst>
                      <a:ext uri="{FF2B5EF4-FFF2-40B4-BE49-F238E27FC236}">
                        <a16:creationId xmlns:a16="http://schemas.microsoft.com/office/drawing/2014/main" id="{85F65FB0-93FC-3A87-F3E1-3695CA22AFEC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100" name="Arc 1099">
                    <a:extLst>
                      <a:ext uri="{FF2B5EF4-FFF2-40B4-BE49-F238E27FC236}">
                        <a16:creationId xmlns:a16="http://schemas.microsoft.com/office/drawing/2014/main" id="{4D5E26DE-DA94-AD1A-923B-65FCC66F99ED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1" name="Arc 1100">
                    <a:extLst>
                      <a:ext uri="{FF2B5EF4-FFF2-40B4-BE49-F238E27FC236}">
                        <a16:creationId xmlns:a16="http://schemas.microsoft.com/office/drawing/2014/main" id="{180B4D2B-8A30-337C-9C7B-DF8152EE135E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79" name="Group 1078">
                <a:extLst>
                  <a:ext uri="{FF2B5EF4-FFF2-40B4-BE49-F238E27FC236}">
                    <a16:creationId xmlns:a16="http://schemas.microsoft.com/office/drawing/2014/main" id="{2D5FB1C0-36B4-733D-9974-46E62B00277B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82" name="Oval 1081">
                  <a:extLst>
                    <a:ext uri="{FF2B5EF4-FFF2-40B4-BE49-F238E27FC236}">
                      <a16:creationId xmlns:a16="http://schemas.microsoft.com/office/drawing/2014/main" id="{2CE29CA3-F30A-FE29-D59E-0D5B488FCA17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83" name="Group 1082">
                  <a:extLst>
                    <a:ext uri="{FF2B5EF4-FFF2-40B4-BE49-F238E27FC236}">
                      <a16:creationId xmlns:a16="http://schemas.microsoft.com/office/drawing/2014/main" id="{CB05EA9B-EEBA-0428-76EC-0439B775A64C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84" name="Oval 1083">
                    <a:extLst>
                      <a:ext uri="{FF2B5EF4-FFF2-40B4-BE49-F238E27FC236}">
                        <a16:creationId xmlns:a16="http://schemas.microsoft.com/office/drawing/2014/main" id="{EE41FFE4-B128-19DC-0B6D-27D80B22C554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85" name="Oval 1084">
                    <a:extLst>
                      <a:ext uri="{FF2B5EF4-FFF2-40B4-BE49-F238E27FC236}">
                        <a16:creationId xmlns:a16="http://schemas.microsoft.com/office/drawing/2014/main" id="{F18FED8A-B72F-9568-28E0-D7BC43A0801A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86" name="Oval 1085">
                    <a:extLst>
                      <a:ext uri="{FF2B5EF4-FFF2-40B4-BE49-F238E27FC236}">
                        <a16:creationId xmlns:a16="http://schemas.microsoft.com/office/drawing/2014/main" id="{5301DB3E-9A0D-05CB-32D7-8EFB00757B12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87" name="Oval 1086">
                    <a:extLst>
                      <a:ext uri="{FF2B5EF4-FFF2-40B4-BE49-F238E27FC236}">
                        <a16:creationId xmlns:a16="http://schemas.microsoft.com/office/drawing/2014/main" id="{5C055160-B296-C9B9-E222-10027EF45B8F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88" name="Arc 1087">
                    <a:extLst>
                      <a:ext uri="{FF2B5EF4-FFF2-40B4-BE49-F238E27FC236}">
                        <a16:creationId xmlns:a16="http://schemas.microsoft.com/office/drawing/2014/main" id="{662C276D-3F77-6EA6-C06B-5CA653D173CB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9" name="Oval 1088">
                    <a:extLst>
                      <a:ext uri="{FF2B5EF4-FFF2-40B4-BE49-F238E27FC236}">
                        <a16:creationId xmlns:a16="http://schemas.microsoft.com/office/drawing/2014/main" id="{F352792D-529C-4D21-2835-C08A7A94AA7E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90" name="Arc 1089">
                    <a:extLst>
                      <a:ext uri="{FF2B5EF4-FFF2-40B4-BE49-F238E27FC236}">
                        <a16:creationId xmlns:a16="http://schemas.microsoft.com/office/drawing/2014/main" id="{B58CD246-5EF0-B811-B38A-D02B914B9846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91" name="Arc 1090">
                    <a:extLst>
                      <a:ext uri="{FF2B5EF4-FFF2-40B4-BE49-F238E27FC236}">
                        <a16:creationId xmlns:a16="http://schemas.microsoft.com/office/drawing/2014/main" id="{2D6294E6-50B5-F8C7-DA81-1E99CD367DAF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080" name="Straight Connector 1079">
                <a:extLst>
                  <a:ext uri="{FF2B5EF4-FFF2-40B4-BE49-F238E27FC236}">
                    <a16:creationId xmlns:a16="http://schemas.microsoft.com/office/drawing/2014/main" id="{65CE01A0-A0D5-3414-D9FA-401A326434BD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1" name="Straight Connector 1080">
                <a:extLst>
                  <a:ext uri="{FF2B5EF4-FFF2-40B4-BE49-F238E27FC236}">
                    <a16:creationId xmlns:a16="http://schemas.microsoft.com/office/drawing/2014/main" id="{B471A2D4-723D-4C45-0058-144CBD91E73E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4" name="Group 1043">
              <a:extLst>
                <a:ext uri="{FF2B5EF4-FFF2-40B4-BE49-F238E27FC236}">
                  <a16:creationId xmlns:a16="http://schemas.microsoft.com/office/drawing/2014/main" id="{835E9E1C-0C64-0963-96BB-5775046BA134}"/>
                </a:ext>
              </a:extLst>
            </p:cNvPr>
            <p:cNvGrpSpPr/>
            <p:nvPr/>
          </p:nvGrpSpPr>
          <p:grpSpPr>
            <a:xfrm flipV="1">
              <a:off x="8906828" y="3517591"/>
              <a:ext cx="2130364" cy="2564492"/>
              <a:chOff x="4102111" y="1327060"/>
              <a:chExt cx="2130364" cy="2564492"/>
            </a:xfrm>
            <a:grpFill/>
          </p:grpSpPr>
          <p:grpSp>
            <p:nvGrpSpPr>
              <p:cNvPr id="1054" name="Group 1053">
                <a:extLst>
                  <a:ext uri="{FF2B5EF4-FFF2-40B4-BE49-F238E27FC236}">
                    <a16:creationId xmlns:a16="http://schemas.microsoft.com/office/drawing/2014/main" id="{86A493D6-166D-E875-4BA8-D22EDBA201C0}"/>
                  </a:ext>
                </a:extLst>
              </p:cNvPr>
              <p:cNvGrpSpPr/>
              <p:nvPr/>
            </p:nvGrpSpPr>
            <p:grpSpPr>
              <a:xfrm>
                <a:off x="4102111" y="1327060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68" name="Oval 1067">
                  <a:extLst>
                    <a:ext uri="{FF2B5EF4-FFF2-40B4-BE49-F238E27FC236}">
                      <a16:creationId xmlns:a16="http://schemas.microsoft.com/office/drawing/2014/main" id="{E04DED4B-82E0-B2CA-0E1E-4BEBBA578795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69" name="Group 1068">
                  <a:extLst>
                    <a:ext uri="{FF2B5EF4-FFF2-40B4-BE49-F238E27FC236}">
                      <a16:creationId xmlns:a16="http://schemas.microsoft.com/office/drawing/2014/main" id="{27DF6CD7-BEA7-84A4-42CC-951B70CFB788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70" name="Oval 1069">
                    <a:extLst>
                      <a:ext uri="{FF2B5EF4-FFF2-40B4-BE49-F238E27FC236}">
                        <a16:creationId xmlns:a16="http://schemas.microsoft.com/office/drawing/2014/main" id="{74CE4ABF-151D-CD7C-5940-0D5CC50DEAF7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71" name="Oval 1070">
                    <a:extLst>
                      <a:ext uri="{FF2B5EF4-FFF2-40B4-BE49-F238E27FC236}">
                        <a16:creationId xmlns:a16="http://schemas.microsoft.com/office/drawing/2014/main" id="{08BA71A4-2646-A2AC-0132-7838EC1CC6C9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72" name="Oval 1071">
                    <a:extLst>
                      <a:ext uri="{FF2B5EF4-FFF2-40B4-BE49-F238E27FC236}">
                        <a16:creationId xmlns:a16="http://schemas.microsoft.com/office/drawing/2014/main" id="{71D22F1E-7DE5-C068-D4A0-452ED786F7AB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73" name="Oval 1072">
                    <a:extLst>
                      <a:ext uri="{FF2B5EF4-FFF2-40B4-BE49-F238E27FC236}">
                        <a16:creationId xmlns:a16="http://schemas.microsoft.com/office/drawing/2014/main" id="{2E8276E8-73BA-8BD0-62BD-A167A881405E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74" name="Arc 1073">
                    <a:extLst>
                      <a:ext uri="{FF2B5EF4-FFF2-40B4-BE49-F238E27FC236}">
                        <a16:creationId xmlns:a16="http://schemas.microsoft.com/office/drawing/2014/main" id="{7A6D2DF9-7F42-8463-A8FC-FD88A16296FC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5" name="Oval 1074">
                    <a:extLst>
                      <a:ext uri="{FF2B5EF4-FFF2-40B4-BE49-F238E27FC236}">
                        <a16:creationId xmlns:a16="http://schemas.microsoft.com/office/drawing/2014/main" id="{0B543A4B-978F-A539-0702-25A0053F3EBD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76" name="Arc 1075">
                    <a:extLst>
                      <a:ext uri="{FF2B5EF4-FFF2-40B4-BE49-F238E27FC236}">
                        <a16:creationId xmlns:a16="http://schemas.microsoft.com/office/drawing/2014/main" id="{B66A82E6-C7BA-0464-DCFE-87CC7F529492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7" name="Arc 1076">
                    <a:extLst>
                      <a:ext uri="{FF2B5EF4-FFF2-40B4-BE49-F238E27FC236}">
                        <a16:creationId xmlns:a16="http://schemas.microsoft.com/office/drawing/2014/main" id="{76464C15-D5EC-BC36-7CCC-2C64B92EDFA8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55" name="Group 1054">
                <a:extLst>
                  <a:ext uri="{FF2B5EF4-FFF2-40B4-BE49-F238E27FC236}">
                    <a16:creationId xmlns:a16="http://schemas.microsoft.com/office/drawing/2014/main" id="{6774B35F-E98A-F79C-2A7F-2B2BB6F5D36F}"/>
                  </a:ext>
                </a:extLst>
              </p:cNvPr>
              <p:cNvGrpSpPr/>
              <p:nvPr/>
            </p:nvGrpSpPr>
            <p:grpSpPr>
              <a:xfrm flipH="1">
                <a:off x="5138140" y="1336301"/>
                <a:ext cx="1094335" cy="2555251"/>
                <a:chOff x="4102111" y="1327060"/>
                <a:chExt cx="1094335" cy="2555251"/>
              </a:xfrm>
              <a:grpFill/>
            </p:grpSpPr>
            <p:sp>
              <p:nvSpPr>
                <p:cNvPr id="1058" name="Oval 1057">
                  <a:extLst>
                    <a:ext uri="{FF2B5EF4-FFF2-40B4-BE49-F238E27FC236}">
                      <a16:creationId xmlns:a16="http://schemas.microsoft.com/office/drawing/2014/main" id="{1B612568-BE7A-BEF7-756E-101E9B3CEDAC}"/>
                    </a:ext>
                  </a:extLst>
                </p:cNvPr>
                <p:cNvSpPr/>
                <p:nvPr/>
              </p:nvSpPr>
              <p:spPr>
                <a:xfrm rot="2094095">
                  <a:off x="4224168" y="1327060"/>
                  <a:ext cx="583350" cy="424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059" name="Group 1058">
                  <a:extLst>
                    <a:ext uri="{FF2B5EF4-FFF2-40B4-BE49-F238E27FC236}">
                      <a16:creationId xmlns:a16="http://schemas.microsoft.com/office/drawing/2014/main" id="{9295D5E4-0B3B-3AED-BA84-DA04C92A62A4}"/>
                    </a:ext>
                  </a:extLst>
                </p:cNvPr>
                <p:cNvGrpSpPr/>
                <p:nvPr/>
              </p:nvGrpSpPr>
              <p:grpSpPr>
                <a:xfrm>
                  <a:off x="4102111" y="1374064"/>
                  <a:ext cx="1094335" cy="2508247"/>
                  <a:chOff x="4102111" y="1374064"/>
                  <a:chExt cx="1094335" cy="2508247"/>
                </a:xfrm>
                <a:grpFill/>
              </p:grpSpPr>
              <p:sp>
                <p:nvSpPr>
                  <p:cNvPr id="1060" name="Oval 1059">
                    <a:extLst>
                      <a:ext uri="{FF2B5EF4-FFF2-40B4-BE49-F238E27FC236}">
                        <a16:creationId xmlns:a16="http://schemas.microsoft.com/office/drawing/2014/main" id="{7D4DC261-D8DC-7DE6-B06E-242E0EBEF914}"/>
                      </a:ext>
                    </a:extLst>
                  </p:cNvPr>
                  <p:cNvSpPr/>
                  <p:nvPr/>
                </p:nvSpPr>
                <p:spPr>
                  <a:xfrm rot="4202241">
                    <a:off x="3939335" y="1536840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1" name="Oval 1060">
                    <a:extLst>
                      <a:ext uri="{FF2B5EF4-FFF2-40B4-BE49-F238E27FC236}">
                        <a16:creationId xmlns:a16="http://schemas.microsoft.com/office/drawing/2014/main" id="{9CF63D9F-917A-BC6F-9953-F104A28ACB86}"/>
                      </a:ext>
                    </a:extLst>
                  </p:cNvPr>
                  <p:cNvSpPr/>
                  <p:nvPr/>
                </p:nvSpPr>
                <p:spPr>
                  <a:xfrm rot="2602848">
                    <a:off x="4310212" y="2022366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2" name="Oval 1061">
                    <a:extLst>
                      <a:ext uri="{FF2B5EF4-FFF2-40B4-BE49-F238E27FC236}">
                        <a16:creationId xmlns:a16="http://schemas.microsoft.com/office/drawing/2014/main" id="{8C6FE8EC-0A66-487E-467B-48BB7782A9AD}"/>
                      </a:ext>
                    </a:extLst>
                  </p:cNvPr>
                  <p:cNvSpPr/>
                  <p:nvPr/>
                </p:nvSpPr>
                <p:spPr>
                  <a:xfrm rot="4012902">
                    <a:off x="4560009" y="1873067"/>
                    <a:ext cx="663549" cy="337997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3" name="Oval 1062">
                    <a:extLst>
                      <a:ext uri="{FF2B5EF4-FFF2-40B4-BE49-F238E27FC236}">
                        <a16:creationId xmlns:a16="http://schemas.microsoft.com/office/drawing/2014/main" id="{B293996E-9383-B5D9-2471-1F7FA148FFBC}"/>
                      </a:ext>
                    </a:extLst>
                  </p:cNvPr>
                  <p:cNvSpPr/>
                  <p:nvPr/>
                </p:nvSpPr>
                <p:spPr>
                  <a:xfrm rot="6593353">
                    <a:off x="4653267" y="2736730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4" name="Arc 1063">
                    <a:extLst>
                      <a:ext uri="{FF2B5EF4-FFF2-40B4-BE49-F238E27FC236}">
                        <a16:creationId xmlns:a16="http://schemas.microsoft.com/office/drawing/2014/main" id="{11043109-B3A3-5962-D7D9-C5A02AD254EC}"/>
                      </a:ext>
                    </a:extLst>
                  </p:cNvPr>
                  <p:cNvSpPr/>
                  <p:nvPr/>
                </p:nvSpPr>
                <p:spPr>
                  <a:xfrm>
                    <a:off x="4873113" y="2317108"/>
                    <a:ext cx="215224" cy="70105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5" name="Oval 1064">
                    <a:extLst>
                      <a:ext uri="{FF2B5EF4-FFF2-40B4-BE49-F238E27FC236}">
                        <a16:creationId xmlns:a16="http://schemas.microsoft.com/office/drawing/2014/main" id="{05BC4808-DF67-AAE8-EDA8-562500B8AC60}"/>
                      </a:ext>
                    </a:extLst>
                  </p:cNvPr>
                  <p:cNvSpPr/>
                  <p:nvPr/>
                </p:nvSpPr>
                <p:spPr>
                  <a:xfrm rot="15006647" flipH="1">
                    <a:off x="4691330" y="3377195"/>
                    <a:ext cx="663549" cy="34668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66" name="Arc 1065">
                    <a:extLst>
                      <a:ext uri="{FF2B5EF4-FFF2-40B4-BE49-F238E27FC236}">
                        <a16:creationId xmlns:a16="http://schemas.microsoft.com/office/drawing/2014/main" id="{1A52566C-2F4D-3BAB-2CC7-1B73C8D70CDC}"/>
                      </a:ext>
                    </a:extLst>
                  </p:cNvPr>
                  <p:cNvSpPr/>
                  <p:nvPr/>
                </p:nvSpPr>
                <p:spPr>
                  <a:xfrm>
                    <a:off x="4488921" y="1694550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7" name="Arc 1066">
                    <a:extLst>
                      <a:ext uri="{FF2B5EF4-FFF2-40B4-BE49-F238E27FC236}">
                        <a16:creationId xmlns:a16="http://schemas.microsoft.com/office/drawing/2014/main" id="{A77AAF90-0DFE-5A23-CEF5-F4455DD37520}"/>
                      </a:ext>
                    </a:extLst>
                  </p:cNvPr>
                  <p:cNvSpPr/>
                  <p:nvPr/>
                </p:nvSpPr>
                <p:spPr>
                  <a:xfrm rot="11689115">
                    <a:off x="4351978" y="1763728"/>
                    <a:ext cx="306129" cy="311642"/>
                  </a:xfrm>
                  <a:prstGeom prst="arc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056" name="Straight Connector 1055">
                <a:extLst>
                  <a:ext uri="{FF2B5EF4-FFF2-40B4-BE49-F238E27FC236}">
                    <a16:creationId xmlns:a16="http://schemas.microsoft.com/office/drawing/2014/main" id="{4EBBD914-E9EA-A0E6-AFBC-ABC1661A9E6C}"/>
                  </a:ext>
                </a:extLst>
              </p:cNvPr>
              <p:cNvCxnSpPr/>
              <p:nvPr/>
            </p:nvCxnSpPr>
            <p:spPr>
              <a:xfrm>
                <a:off x="5061868" y="2422793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7" name="Straight Connector 1056">
                <a:extLst>
                  <a:ext uri="{FF2B5EF4-FFF2-40B4-BE49-F238E27FC236}">
                    <a16:creationId xmlns:a16="http://schemas.microsoft.com/office/drawing/2014/main" id="{5557A8FB-076F-990C-50AC-466F428A6D93}"/>
                  </a:ext>
                </a:extLst>
              </p:cNvPr>
              <p:cNvCxnSpPr/>
              <p:nvPr/>
            </p:nvCxnSpPr>
            <p:spPr>
              <a:xfrm>
                <a:off x="5073671" y="2539115"/>
                <a:ext cx="210641" cy="0"/>
              </a:xfrm>
              <a:prstGeom prst="line">
                <a:avLst/>
              </a:prstGeom>
              <a:grpFill/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5" name="Group 1044">
              <a:extLst>
                <a:ext uri="{FF2B5EF4-FFF2-40B4-BE49-F238E27FC236}">
                  <a16:creationId xmlns:a16="http://schemas.microsoft.com/office/drawing/2014/main" id="{02517873-828C-12DA-6EA8-7762B5E41893}"/>
                </a:ext>
              </a:extLst>
            </p:cNvPr>
            <p:cNvGrpSpPr/>
            <p:nvPr/>
          </p:nvGrpSpPr>
          <p:grpSpPr>
            <a:xfrm>
              <a:off x="9663969" y="2298797"/>
              <a:ext cx="552240" cy="2447093"/>
              <a:chOff x="8443826" y="2170814"/>
              <a:chExt cx="552240" cy="2447093"/>
            </a:xfrm>
            <a:grpFill/>
          </p:grpSpPr>
          <p:sp>
            <p:nvSpPr>
              <p:cNvPr id="1046" name="Moon 1045">
                <a:extLst>
                  <a:ext uri="{FF2B5EF4-FFF2-40B4-BE49-F238E27FC236}">
                    <a16:creationId xmlns:a16="http://schemas.microsoft.com/office/drawing/2014/main" id="{B0FEA0C7-E582-39E4-168E-B4890FA5CF2E}"/>
                  </a:ext>
                </a:extLst>
              </p:cNvPr>
              <p:cNvSpPr/>
              <p:nvPr/>
            </p:nvSpPr>
            <p:spPr>
              <a:xfrm rot="10800000">
                <a:off x="8521053" y="3121798"/>
                <a:ext cx="475013" cy="501401"/>
              </a:xfrm>
              <a:prstGeom prst="moon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7" name="Oval 1046">
                <a:extLst>
                  <a:ext uri="{FF2B5EF4-FFF2-40B4-BE49-F238E27FC236}">
                    <a16:creationId xmlns:a16="http://schemas.microsoft.com/office/drawing/2014/main" id="{A4AC4CAC-4ADA-21FA-B7D5-0C0BD35F1BF5}"/>
                  </a:ext>
                </a:extLst>
              </p:cNvPr>
              <p:cNvSpPr/>
              <p:nvPr/>
            </p:nvSpPr>
            <p:spPr>
              <a:xfrm rot="858604">
                <a:off x="8443826" y="2170814"/>
                <a:ext cx="185640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8" name="Oval 1047">
                <a:extLst>
                  <a:ext uri="{FF2B5EF4-FFF2-40B4-BE49-F238E27FC236}">
                    <a16:creationId xmlns:a16="http://schemas.microsoft.com/office/drawing/2014/main" id="{CC8C6E9E-ABEB-323D-589E-FC90FABBEF8B}"/>
                  </a:ext>
                </a:extLst>
              </p:cNvPr>
              <p:cNvSpPr/>
              <p:nvPr/>
            </p:nvSpPr>
            <p:spPr>
              <a:xfrm rot="20518439">
                <a:off x="8483460" y="2496378"/>
                <a:ext cx="18222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5249D662-C566-1526-C8B7-F77683E1BEE2}"/>
                  </a:ext>
                </a:extLst>
              </p:cNvPr>
              <p:cNvSpPr/>
              <p:nvPr/>
            </p:nvSpPr>
            <p:spPr>
              <a:xfrm rot="20585931">
                <a:off x="8613830" y="2840511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49411F2A-96EE-0A03-0623-6024BBCE82BA}"/>
                  </a:ext>
                </a:extLst>
              </p:cNvPr>
              <p:cNvSpPr/>
              <p:nvPr/>
            </p:nvSpPr>
            <p:spPr>
              <a:xfrm rot="21442569">
                <a:off x="8745960" y="3505447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3F827354-3612-DFBE-79ED-341EB1D8853C}"/>
                  </a:ext>
                </a:extLst>
              </p:cNvPr>
              <p:cNvSpPr/>
              <p:nvPr/>
            </p:nvSpPr>
            <p:spPr>
              <a:xfrm rot="21561546">
                <a:off x="8735446" y="3890139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D0A1AB18-A783-750A-845A-0320B4F7F4B9}"/>
                  </a:ext>
                </a:extLst>
              </p:cNvPr>
              <p:cNvSpPr/>
              <p:nvPr/>
            </p:nvSpPr>
            <p:spPr>
              <a:xfrm rot="1811840">
                <a:off x="8654891" y="4238014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A0BAD62E-1D72-E7E0-41B5-C97BD8C8D620}"/>
                  </a:ext>
                </a:extLst>
              </p:cNvPr>
              <p:cNvSpPr/>
              <p:nvPr/>
            </p:nvSpPr>
            <p:spPr>
              <a:xfrm rot="21561546">
                <a:off x="8704487" y="3182552"/>
                <a:ext cx="165668" cy="379893"/>
              </a:xfrm>
              <a:prstGeom prst="ellipse">
                <a:avLst/>
              </a:prstGeom>
              <a:grp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02" name="TextBox 1101">
            <a:extLst>
              <a:ext uri="{FF2B5EF4-FFF2-40B4-BE49-F238E27FC236}">
                <a16:creationId xmlns:a16="http://schemas.microsoft.com/office/drawing/2014/main" id="{659D6124-8A82-906D-FBA8-781BBF4E2685}"/>
              </a:ext>
            </a:extLst>
          </p:cNvPr>
          <p:cNvSpPr txBox="1"/>
          <p:nvPr/>
        </p:nvSpPr>
        <p:spPr>
          <a:xfrm>
            <a:off x="9109230" y="1849522"/>
            <a:ext cx="1107920" cy="276999"/>
          </a:xfrm>
          <a:prstGeom prst="rect">
            <a:avLst/>
          </a:prstGeom>
          <a:noFill/>
          <a:ln w="9525">
            <a:noFill/>
          </a:ln>
        </p:spPr>
        <p:txBody>
          <a:bodyPr wrap="square" rtlCol="0">
            <a:spAutoFit/>
          </a:bodyPr>
          <a:lstStyle/>
          <a:p>
            <a:r>
              <a:rPr lang="en-US" sz="600" b="1" dirty="0"/>
              <a:t>Transported antibody</a:t>
            </a:r>
          </a:p>
          <a:p>
            <a:r>
              <a:rPr lang="en-US" sz="600" b="1" dirty="0"/>
              <a:t>(T</a:t>
            </a:r>
            <a:r>
              <a:rPr lang="en-US" sz="600" b="1" baseline="-25000" dirty="0"/>
              <a:t>1/2</a:t>
            </a:r>
            <a:r>
              <a:rPr lang="en-US" sz="600" b="1" dirty="0"/>
              <a:t>~3d)</a:t>
            </a:r>
          </a:p>
        </p:txBody>
      </p:sp>
      <p:sp>
        <p:nvSpPr>
          <p:cNvPr id="1103" name="Rounded Rectangle 1102">
            <a:extLst>
              <a:ext uri="{FF2B5EF4-FFF2-40B4-BE49-F238E27FC236}">
                <a16:creationId xmlns:a16="http://schemas.microsoft.com/office/drawing/2014/main" id="{037F36BF-E746-8D97-5027-22E2AE76EED1}"/>
              </a:ext>
            </a:extLst>
          </p:cNvPr>
          <p:cNvSpPr/>
          <p:nvPr/>
        </p:nvSpPr>
        <p:spPr>
          <a:xfrm>
            <a:off x="908714" y="3025892"/>
            <a:ext cx="2538680" cy="2088381"/>
          </a:xfrm>
          <a:prstGeom prst="roundRect">
            <a:avLst/>
          </a:prstGeom>
          <a:solidFill>
            <a:srgbClr val="F44E48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04" name="Rounded Rectangle 1103">
            <a:extLst>
              <a:ext uri="{FF2B5EF4-FFF2-40B4-BE49-F238E27FC236}">
                <a16:creationId xmlns:a16="http://schemas.microsoft.com/office/drawing/2014/main" id="{99CB760F-A1CB-53C1-D8B9-C697C4BAD82F}"/>
              </a:ext>
            </a:extLst>
          </p:cNvPr>
          <p:cNvSpPr/>
          <p:nvPr/>
        </p:nvSpPr>
        <p:spPr>
          <a:xfrm>
            <a:off x="4766439" y="3016852"/>
            <a:ext cx="2542032" cy="2084832"/>
          </a:xfrm>
          <a:prstGeom prst="roundRect">
            <a:avLst/>
          </a:prstGeom>
          <a:solidFill>
            <a:srgbClr val="B4E5A2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5" name="Rounded Rectangle 1104">
            <a:extLst>
              <a:ext uri="{FF2B5EF4-FFF2-40B4-BE49-F238E27FC236}">
                <a16:creationId xmlns:a16="http://schemas.microsoft.com/office/drawing/2014/main" id="{16328FD2-6957-AAF1-0017-F8EAE27DE015}"/>
              </a:ext>
            </a:extLst>
          </p:cNvPr>
          <p:cNvSpPr/>
          <p:nvPr/>
        </p:nvSpPr>
        <p:spPr>
          <a:xfrm>
            <a:off x="8387253" y="3016852"/>
            <a:ext cx="2301765" cy="2084825"/>
          </a:xfrm>
          <a:prstGeom prst="roundRect">
            <a:avLst/>
          </a:prstGeom>
          <a:solidFill>
            <a:srgbClr val="A6CAE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6" name="Group 1105">
            <a:extLst>
              <a:ext uri="{FF2B5EF4-FFF2-40B4-BE49-F238E27FC236}">
                <a16:creationId xmlns:a16="http://schemas.microsoft.com/office/drawing/2014/main" id="{B56B9014-B072-E5F0-C3E6-EC5C621A79F3}"/>
              </a:ext>
            </a:extLst>
          </p:cNvPr>
          <p:cNvGrpSpPr/>
          <p:nvPr/>
        </p:nvGrpSpPr>
        <p:grpSpPr>
          <a:xfrm>
            <a:off x="940224" y="3244671"/>
            <a:ext cx="2566131" cy="1534156"/>
            <a:chOff x="919160" y="3698053"/>
            <a:chExt cx="2566131" cy="1534156"/>
          </a:xfrm>
        </p:grpSpPr>
        <p:grpSp>
          <p:nvGrpSpPr>
            <p:cNvPr id="1107" name="Group 1106">
              <a:extLst>
                <a:ext uri="{FF2B5EF4-FFF2-40B4-BE49-F238E27FC236}">
                  <a16:creationId xmlns:a16="http://schemas.microsoft.com/office/drawing/2014/main" id="{78D3F78F-D800-F476-3155-3788C13613EB}"/>
                </a:ext>
              </a:extLst>
            </p:cNvPr>
            <p:cNvGrpSpPr/>
            <p:nvPr/>
          </p:nvGrpSpPr>
          <p:grpSpPr>
            <a:xfrm>
              <a:off x="919160" y="3698053"/>
              <a:ext cx="2566131" cy="1534156"/>
              <a:chOff x="6044310" y="90365"/>
              <a:chExt cx="6394225" cy="2487854"/>
            </a:xfrm>
          </p:grpSpPr>
          <p:sp>
            <p:nvSpPr>
              <p:cNvPr id="1289" name="TextBox 1288">
                <a:extLst>
                  <a:ext uri="{FF2B5EF4-FFF2-40B4-BE49-F238E27FC236}">
                    <a16:creationId xmlns:a16="http://schemas.microsoft.com/office/drawing/2014/main" id="{0AC6A587-1F00-9675-7141-AE2258133146}"/>
                  </a:ext>
                </a:extLst>
              </p:cNvPr>
              <p:cNvSpPr txBox="1"/>
              <p:nvPr/>
            </p:nvSpPr>
            <p:spPr>
              <a:xfrm>
                <a:off x="6044310" y="1332964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Naïve</a:t>
                </a:r>
              </a:p>
              <a:p>
                <a:pPr algn="ctr"/>
                <a:r>
                  <a:rPr lang="en-US" sz="600" dirty="0"/>
                  <a:t>B cell</a:t>
                </a:r>
              </a:p>
            </p:txBody>
          </p:sp>
          <p:sp>
            <p:nvSpPr>
              <p:cNvPr id="1290" name="TextBox 1289">
                <a:extLst>
                  <a:ext uri="{FF2B5EF4-FFF2-40B4-BE49-F238E27FC236}">
                    <a16:creationId xmlns:a16="http://schemas.microsoft.com/office/drawing/2014/main" id="{5C03E59A-2E3B-E35D-05B1-3594BF2CC61A}"/>
                  </a:ext>
                </a:extLst>
              </p:cNvPr>
              <p:cNvSpPr txBox="1"/>
              <p:nvPr/>
            </p:nvSpPr>
            <p:spPr>
              <a:xfrm>
                <a:off x="7674637" y="1332962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 err="1"/>
                  <a:t>Prolif</a:t>
                </a:r>
                <a:r>
                  <a:rPr lang="en-US" sz="600" dirty="0"/>
                  <a:t>.  GC</a:t>
                </a:r>
              </a:p>
            </p:txBody>
          </p:sp>
          <p:sp>
            <p:nvSpPr>
              <p:cNvPr id="1291" name="TextBox 1290">
                <a:extLst>
                  <a:ext uri="{FF2B5EF4-FFF2-40B4-BE49-F238E27FC236}">
                    <a16:creationId xmlns:a16="http://schemas.microsoft.com/office/drawing/2014/main" id="{D27DA136-2E26-184F-17D2-9F885BB70F27}"/>
                  </a:ext>
                </a:extLst>
              </p:cNvPr>
              <p:cNvSpPr txBox="1"/>
              <p:nvPr/>
            </p:nvSpPr>
            <p:spPr>
              <a:xfrm>
                <a:off x="9575660" y="364916"/>
                <a:ext cx="964594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Long-lived PC</a:t>
                </a:r>
              </a:p>
            </p:txBody>
          </p:sp>
          <p:sp>
            <p:nvSpPr>
              <p:cNvPr id="1292" name="TextBox 1291">
                <a:extLst>
                  <a:ext uri="{FF2B5EF4-FFF2-40B4-BE49-F238E27FC236}">
                    <a16:creationId xmlns:a16="http://schemas.microsoft.com/office/drawing/2014/main" id="{51768F93-DE2D-FB14-B671-511999DCBD0E}"/>
                  </a:ext>
                </a:extLst>
              </p:cNvPr>
              <p:cNvSpPr txBox="1"/>
              <p:nvPr/>
            </p:nvSpPr>
            <p:spPr>
              <a:xfrm>
                <a:off x="9501901" y="1979294"/>
                <a:ext cx="1051859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 lived MBC</a:t>
                </a:r>
              </a:p>
            </p:txBody>
          </p:sp>
          <p:cxnSp>
            <p:nvCxnSpPr>
              <p:cNvPr id="1293" name="Straight Arrow Connector 1292">
                <a:extLst>
                  <a:ext uri="{FF2B5EF4-FFF2-40B4-BE49-F238E27FC236}">
                    <a16:creationId xmlns:a16="http://schemas.microsoft.com/office/drawing/2014/main" id="{EDB355CD-2D66-ECEF-516D-4A3C95B2CC1D}"/>
                  </a:ext>
                </a:extLst>
              </p:cNvPr>
              <p:cNvCxnSpPr>
                <a:stCxn id="1289" idx="3"/>
                <a:endCxn id="1290" idx="1"/>
              </p:cNvCxnSpPr>
              <p:nvPr/>
            </p:nvCxnSpPr>
            <p:spPr>
              <a:xfrm flipV="1">
                <a:off x="7008904" y="1557560"/>
                <a:ext cx="665733" cy="2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4" name="Straight Arrow Connector 1293">
                <a:extLst>
                  <a:ext uri="{FF2B5EF4-FFF2-40B4-BE49-F238E27FC236}">
                    <a16:creationId xmlns:a16="http://schemas.microsoft.com/office/drawing/2014/main" id="{0111DD50-CAD1-33F2-6F55-9DD78F7E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1549" y="777488"/>
                <a:ext cx="838241" cy="534399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5" name="Straight Arrow Connector 1294">
                <a:extLst>
                  <a:ext uri="{FF2B5EF4-FFF2-40B4-BE49-F238E27FC236}">
                    <a16:creationId xmlns:a16="http://schemas.microsoft.com/office/drawing/2014/main" id="{F6F68670-EF42-033A-6743-6F12B71292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95558" y="1811673"/>
                <a:ext cx="862675" cy="251878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6" name="Freeform 1295">
                <a:extLst>
                  <a:ext uri="{FF2B5EF4-FFF2-40B4-BE49-F238E27FC236}">
                    <a16:creationId xmlns:a16="http://schemas.microsoft.com/office/drawing/2014/main" id="{0E1BDB81-E325-62F8-1E1C-77D6F287733E}"/>
                  </a:ext>
                </a:extLst>
              </p:cNvPr>
              <p:cNvSpPr/>
              <p:nvPr/>
            </p:nvSpPr>
            <p:spPr>
              <a:xfrm>
                <a:off x="7885721" y="777488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sp>
            <p:nvSpPr>
              <p:cNvPr id="1297" name="Freeform 1296">
                <a:extLst>
                  <a:ext uri="{FF2B5EF4-FFF2-40B4-BE49-F238E27FC236}">
                    <a16:creationId xmlns:a16="http://schemas.microsoft.com/office/drawing/2014/main" id="{0B3F0988-D2E2-5840-77C1-8ED2410EA93D}"/>
                  </a:ext>
                </a:extLst>
              </p:cNvPr>
              <p:cNvSpPr/>
              <p:nvPr/>
            </p:nvSpPr>
            <p:spPr>
              <a:xfrm>
                <a:off x="8041592" y="777487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1298" name="Straight Arrow Connector 1297">
                <a:extLst>
                  <a:ext uri="{FF2B5EF4-FFF2-40B4-BE49-F238E27FC236}">
                    <a16:creationId xmlns:a16="http://schemas.microsoft.com/office/drawing/2014/main" id="{E684AFB0-C339-A234-B2D1-8314844A1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53818" y="913124"/>
                <a:ext cx="936432" cy="50409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9" name="Straight Arrow Connector 1298">
                <a:extLst>
                  <a:ext uri="{FF2B5EF4-FFF2-40B4-BE49-F238E27FC236}">
                    <a16:creationId xmlns:a16="http://schemas.microsoft.com/office/drawing/2014/main" id="{BA564060-78B0-FE32-7142-2331B67E36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25374" y="1853278"/>
                <a:ext cx="862675" cy="461666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0" name="Straight Arrow Connector 1299">
                <a:extLst>
                  <a:ext uri="{FF2B5EF4-FFF2-40B4-BE49-F238E27FC236}">
                    <a16:creationId xmlns:a16="http://schemas.microsoft.com/office/drawing/2014/main" id="{401352F6-1C06-CE07-7D2E-B2CC672920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7711" y="977566"/>
                <a:ext cx="0" cy="461575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F292EA38-11A8-EB24-A956-D618F37C2637}"/>
                  </a:ext>
                </a:extLst>
              </p:cNvPr>
              <p:cNvSpPr/>
              <p:nvPr/>
            </p:nvSpPr>
            <p:spPr>
              <a:xfrm>
                <a:off x="8018978" y="1744610"/>
                <a:ext cx="1425996" cy="701065"/>
              </a:xfrm>
              <a:custGeom>
                <a:avLst/>
                <a:gdLst>
                  <a:gd name="connsiteX0" fmla="*/ 1374629 w 1425997"/>
                  <a:gd name="connsiteY0" fmla="*/ 689020 h 701065"/>
                  <a:gd name="connsiteX1" fmla="*/ 1284477 w 1425997"/>
                  <a:gd name="connsiteY1" fmla="*/ 695459 h 701065"/>
                  <a:gd name="connsiteX2" fmla="*/ 170454 w 1425997"/>
                  <a:gd name="connsiteY2" fmla="*/ 618186 h 701065"/>
                  <a:gd name="connsiteX3" fmla="*/ 22347 w 1425997"/>
                  <a:gd name="connsiteY3" fmla="*/ 0 h 7010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25997" h="701065">
                    <a:moveTo>
                      <a:pt x="1374629" y="689020"/>
                    </a:moveTo>
                    <a:cubicBezTo>
                      <a:pt x="1429901" y="698142"/>
                      <a:pt x="1485173" y="707265"/>
                      <a:pt x="1284477" y="695459"/>
                    </a:cubicBezTo>
                    <a:cubicBezTo>
                      <a:pt x="1083781" y="683653"/>
                      <a:pt x="380809" y="734096"/>
                      <a:pt x="170454" y="618186"/>
                    </a:cubicBezTo>
                    <a:cubicBezTo>
                      <a:pt x="-39901" y="502276"/>
                      <a:pt x="-8777" y="251138"/>
                      <a:pt x="22347" y="0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1302" name="Straight Arrow Connector 1301">
                <a:extLst>
                  <a:ext uri="{FF2B5EF4-FFF2-40B4-BE49-F238E27FC236}">
                    <a16:creationId xmlns:a16="http://schemas.microsoft.com/office/drawing/2014/main" id="{12FEF7E8-766F-1A3A-6645-97AA94ECC7D1}"/>
                  </a:ext>
                </a:extLst>
              </p:cNvPr>
              <p:cNvCxnSpPr/>
              <p:nvPr/>
            </p:nvCxnSpPr>
            <p:spPr>
              <a:xfrm>
                <a:off x="10566919" y="616794"/>
                <a:ext cx="431616" cy="0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3" name="TextBox 1302">
                <a:extLst>
                  <a:ext uri="{FF2B5EF4-FFF2-40B4-BE49-F238E27FC236}">
                    <a16:creationId xmlns:a16="http://schemas.microsoft.com/office/drawing/2014/main" id="{4CD4F849-FAC1-0E28-EAB8-F23195F088C2}"/>
                  </a:ext>
                </a:extLst>
              </p:cNvPr>
              <p:cNvSpPr txBox="1"/>
              <p:nvPr/>
            </p:nvSpPr>
            <p:spPr>
              <a:xfrm>
                <a:off x="10364360" y="90365"/>
                <a:ext cx="2074175" cy="449194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600" b="1" dirty="0"/>
                  <a:t>Secreted antibody</a:t>
                </a:r>
              </a:p>
              <a:p>
                <a:r>
                  <a:rPr lang="en-US" sz="600" b="1" dirty="0"/>
                  <a:t>(T</a:t>
                </a:r>
                <a:r>
                  <a:rPr lang="en-US" sz="600" b="1" baseline="-25000" dirty="0"/>
                  <a:t>1/2</a:t>
                </a:r>
                <a:r>
                  <a:rPr lang="en-US" sz="600" b="1" dirty="0"/>
                  <a:t>~21d)</a:t>
                </a:r>
              </a:p>
            </p:txBody>
          </p:sp>
          <p:sp>
            <p:nvSpPr>
              <p:cNvPr id="1304" name="TextBox 1303">
                <a:extLst>
                  <a:ext uri="{FF2B5EF4-FFF2-40B4-BE49-F238E27FC236}">
                    <a16:creationId xmlns:a16="http://schemas.microsoft.com/office/drawing/2014/main" id="{E737D56C-0D60-07A3-CC8B-F8D56AA41A37}"/>
                  </a:ext>
                </a:extLst>
              </p:cNvPr>
              <p:cNvSpPr txBox="1"/>
              <p:nvPr/>
            </p:nvSpPr>
            <p:spPr>
              <a:xfrm>
                <a:off x="9996163" y="988828"/>
                <a:ext cx="1969184" cy="499105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 follows Power-Law</a:t>
                </a:r>
              </a:p>
            </p:txBody>
          </p:sp>
          <p:cxnSp>
            <p:nvCxnSpPr>
              <p:cNvPr id="1305" name="Straight Arrow Connector 1304">
                <a:extLst>
                  <a:ext uri="{FF2B5EF4-FFF2-40B4-BE49-F238E27FC236}">
                    <a16:creationId xmlns:a16="http://schemas.microsoft.com/office/drawing/2014/main" id="{A52684A5-1333-2BCF-484B-7FDBB290CD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3497" y="1493829"/>
                <a:ext cx="1213" cy="478231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6" name="TextBox 1305">
                <a:extLst>
                  <a:ext uri="{FF2B5EF4-FFF2-40B4-BE49-F238E27FC236}">
                    <a16:creationId xmlns:a16="http://schemas.microsoft.com/office/drawing/2014/main" id="{309B63AA-2500-0F77-A133-7C490B768FB7}"/>
                  </a:ext>
                </a:extLst>
              </p:cNvPr>
              <p:cNvSpPr txBox="1"/>
              <p:nvPr/>
            </p:nvSpPr>
            <p:spPr>
              <a:xfrm>
                <a:off x="9996163" y="1619184"/>
                <a:ext cx="1051851" cy="324418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</a:t>
                </a:r>
              </a:p>
            </p:txBody>
          </p:sp>
        </p:grpSp>
        <p:grpSp>
          <p:nvGrpSpPr>
            <p:cNvPr id="1108" name="Group 1107">
              <a:extLst>
                <a:ext uri="{FF2B5EF4-FFF2-40B4-BE49-F238E27FC236}">
                  <a16:creationId xmlns:a16="http://schemas.microsoft.com/office/drawing/2014/main" id="{1641D3A6-F188-D067-2050-81FE02AF92B0}"/>
                </a:ext>
              </a:extLst>
            </p:cNvPr>
            <p:cNvGrpSpPr/>
            <p:nvPr/>
          </p:nvGrpSpPr>
          <p:grpSpPr>
            <a:xfrm>
              <a:off x="2936333" y="3981764"/>
              <a:ext cx="420387" cy="280016"/>
              <a:chOff x="3401336" y="2799442"/>
              <a:chExt cx="833321" cy="569609"/>
            </a:xfrm>
          </p:grpSpPr>
          <p:grpSp>
            <p:nvGrpSpPr>
              <p:cNvPr id="1109" name="Group 1108">
                <a:extLst>
                  <a:ext uri="{FF2B5EF4-FFF2-40B4-BE49-F238E27FC236}">
                    <a16:creationId xmlns:a16="http://schemas.microsoft.com/office/drawing/2014/main" id="{E4B46A04-6306-5A11-E85F-A2B7F755F575}"/>
                  </a:ext>
                </a:extLst>
              </p:cNvPr>
              <p:cNvGrpSpPr/>
              <p:nvPr/>
            </p:nvGrpSpPr>
            <p:grpSpPr>
              <a:xfrm rot="5400000" flipH="1" flipV="1">
                <a:off x="3503380" y="269739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1230" name="Group 1229">
                  <a:extLst>
                    <a:ext uri="{FF2B5EF4-FFF2-40B4-BE49-F238E27FC236}">
                      <a16:creationId xmlns:a16="http://schemas.microsoft.com/office/drawing/2014/main" id="{FE1C5929-852E-95D5-FECF-27A2673FD8CF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265" name="Group 1264">
                    <a:extLst>
                      <a:ext uri="{FF2B5EF4-FFF2-40B4-BE49-F238E27FC236}">
                        <a16:creationId xmlns:a16="http://schemas.microsoft.com/office/drawing/2014/main" id="{FF4E36BD-BC05-0943-A4D9-6F20DF77E5E6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279" name="Oval 1278">
                      <a:extLst>
                        <a:ext uri="{FF2B5EF4-FFF2-40B4-BE49-F238E27FC236}">
                          <a16:creationId xmlns:a16="http://schemas.microsoft.com/office/drawing/2014/main" id="{A82EC3A1-8E04-1AA2-B81E-D5C8BF301D32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280" name="Group 1279">
                      <a:extLst>
                        <a:ext uri="{FF2B5EF4-FFF2-40B4-BE49-F238E27FC236}">
                          <a16:creationId xmlns:a16="http://schemas.microsoft.com/office/drawing/2014/main" id="{83704BC5-11B1-3F45-22C7-D4A7181711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281" name="Oval 1280">
                        <a:extLst>
                          <a:ext uri="{FF2B5EF4-FFF2-40B4-BE49-F238E27FC236}">
                            <a16:creationId xmlns:a16="http://schemas.microsoft.com/office/drawing/2014/main" id="{D497115F-955D-E5E6-A93D-27F90C6BF4AB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82" name="Oval 1281">
                        <a:extLst>
                          <a:ext uri="{FF2B5EF4-FFF2-40B4-BE49-F238E27FC236}">
                            <a16:creationId xmlns:a16="http://schemas.microsoft.com/office/drawing/2014/main" id="{7C75040A-FA76-D180-6FBF-8A3841055434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83" name="Oval 1282">
                        <a:extLst>
                          <a:ext uri="{FF2B5EF4-FFF2-40B4-BE49-F238E27FC236}">
                            <a16:creationId xmlns:a16="http://schemas.microsoft.com/office/drawing/2014/main" id="{18B8D20A-3AB2-0113-9EE9-3C93BB1282CC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84" name="Oval 1283">
                        <a:extLst>
                          <a:ext uri="{FF2B5EF4-FFF2-40B4-BE49-F238E27FC236}">
                            <a16:creationId xmlns:a16="http://schemas.microsoft.com/office/drawing/2014/main" id="{3794EAE4-6A7A-DCC8-F999-2E88CEA383EB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85" name="Arc 1284">
                        <a:extLst>
                          <a:ext uri="{FF2B5EF4-FFF2-40B4-BE49-F238E27FC236}">
                            <a16:creationId xmlns:a16="http://schemas.microsoft.com/office/drawing/2014/main" id="{34DAB8EE-A08E-1760-7943-30D311949C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86" name="Oval 1285">
                        <a:extLst>
                          <a:ext uri="{FF2B5EF4-FFF2-40B4-BE49-F238E27FC236}">
                            <a16:creationId xmlns:a16="http://schemas.microsoft.com/office/drawing/2014/main" id="{117BB72E-27B4-F399-C1A6-DE2367FEBF02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87" name="Arc 1286">
                        <a:extLst>
                          <a:ext uri="{FF2B5EF4-FFF2-40B4-BE49-F238E27FC236}">
                            <a16:creationId xmlns:a16="http://schemas.microsoft.com/office/drawing/2014/main" id="{4B07BCE0-05E8-365B-1E6D-EDE84B3EAA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88" name="Arc 1287">
                        <a:extLst>
                          <a:ext uri="{FF2B5EF4-FFF2-40B4-BE49-F238E27FC236}">
                            <a16:creationId xmlns:a16="http://schemas.microsoft.com/office/drawing/2014/main" id="{54520335-05B3-2B02-5408-B6D6E4A49AA4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266" name="Group 1265">
                    <a:extLst>
                      <a:ext uri="{FF2B5EF4-FFF2-40B4-BE49-F238E27FC236}">
                        <a16:creationId xmlns:a16="http://schemas.microsoft.com/office/drawing/2014/main" id="{B55A2C29-829E-0650-3568-BDB9CF1D2037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269" name="Oval 1268">
                      <a:extLst>
                        <a:ext uri="{FF2B5EF4-FFF2-40B4-BE49-F238E27FC236}">
                          <a16:creationId xmlns:a16="http://schemas.microsoft.com/office/drawing/2014/main" id="{7A6C7BFE-CB68-BFD8-F90A-83568633507D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270" name="Group 1269">
                      <a:extLst>
                        <a:ext uri="{FF2B5EF4-FFF2-40B4-BE49-F238E27FC236}">
                          <a16:creationId xmlns:a16="http://schemas.microsoft.com/office/drawing/2014/main" id="{953BC712-3EF9-D12E-9233-E435501D38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271" name="Oval 1270">
                        <a:extLst>
                          <a:ext uri="{FF2B5EF4-FFF2-40B4-BE49-F238E27FC236}">
                            <a16:creationId xmlns:a16="http://schemas.microsoft.com/office/drawing/2014/main" id="{D7108FC4-F666-7E76-2A54-E5FBED2BB4E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72" name="Oval 1271">
                        <a:extLst>
                          <a:ext uri="{FF2B5EF4-FFF2-40B4-BE49-F238E27FC236}">
                            <a16:creationId xmlns:a16="http://schemas.microsoft.com/office/drawing/2014/main" id="{27D4D98A-036A-7E38-3ECF-BC877E4B292D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73" name="Oval 1272">
                        <a:extLst>
                          <a:ext uri="{FF2B5EF4-FFF2-40B4-BE49-F238E27FC236}">
                            <a16:creationId xmlns:a16="http://schemas.microsoft.com/office/drawing/2014/main" id="{F383F357-5A8C-9EFF-0049-5A5C457B1FDD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74" name="Oval 1273">
                        <a:extLst>
                          <a:ext uri="{FF2B5EF4-FFF2-40B4-BE49-F238E27FC236}">
                            <a16:creationId xmlns:a16="http://schemas.microsoft.com/office/drawing/2014/main" id="{89E91DA6-9872-3B66-ACD8-1A918F1145AA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75" name="Arc 1274">
                        <a:extLst>
                          <a:ext uri="{FF2B5EF4-FFF2-40B4-BE49-F238E27FC236}">
                            <a16:creationId xmlns:a16="http://schemas.microsoft.com/office/drawing/2014/main" id="{9600FDA7-DBAF-F0D7-8EF6-0338F5138A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76" name="Oval 1275">
                        <a:extLst>
                          <a:ext uri="{FF2B5EF4-FFF2-40B4-BE49-F238E27FC236}">
                            <a16:creationId xmlns:a16="http://schemas.microsoft.com/office/drawing/2014/main" id="{2191CD7E-6498-0CEC-9767-E9FDC22AED44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77" name="Arc 1276">
                        <a:extLst>
                          <a:ext uri="{FF2B5EF4-FFF2-40B4-BE49-F238E27FC236}">
                            <a16:creationId xmlns:a16="http://schemas.microsoft.com/office/drawing/2014/main" id="{04941D20-E9FE-BEFD-C828-08068FB323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78" name="Arc 1277">
                        <a:extLst>
                          <a:ext uri="{FF2B5EF4-FFF2-40B4-BE49-F238E27FC236}">
                            <a16:creationId xmlns:a16="http://schemas.microsoft.com/office/drawing/2014/main" id="{CF543ECB-E451-9CDD-C4CE-90D390B2F60F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267" name="Straight Connector 1266">
                    <a:extLst>
                      <a:ext uri="{FF2B5EF4-FFF2-40B4-BE49-F238E27FC236}">
                        <a16:creationId xmlns:a16="http://schemas.microsoft.com/office/drawing/2014/main" id="{B1A2FDBC-B6AA-CBC2-DF8C-22B742F0286D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8" name="Straight Connector 1267">
                    <a:extLst>
                      <a:ext uri="{FF2B5EF4-FFF2-40B4-BE49-F238E27FC236}">
                        <a16:creationId xmlns:a16="http://schemas.microsoft.com/office/drawing/2014/main" id="{9C936652-FFD7-F5F6-C9FC-B6E28D6E472B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740E75B0-CD45-66B6-887C-1B6AAA0AB8B2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241" name="Group 1240">
                    <a:extLst>
                      <a:ext uri="{FF2B5EF4-FFF2-40B4-BE49-F238E27FC236}">
                        <a16:creationId xmlns:a16="http://schemas.microsoft.com/office/drawing/2014/main" id="{55E7AD56-A043-4BB7-52A7-BFA6C5253FF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255" name="Oval 1254">
                      <a:extLst>
                        <a:ext uri="{FF2B5EF4-FFF2-40B4-BE49-F238E27FC236}">
                          <a16:creationId xmlns:a16="http://schemas.microsoft.com/office/drawing/2014/main" id="{575E05DF-5CCB-74FC-81BC-172257469FD6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5D6D7735-70B0-AEBA-E2C6-89882C79D91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257" name="Oval 1256">
                        <a:extLst>
                          <a:ext uri="{FF2B5EF4-FFF2-40B4-BE49-F238E27FC236}">
                            <a16:creationId xmlns:a16="http://schemas.microsoft.com/office/drawing/2014/main" id="{19FAD632-38E5-03BE-5D25-DE4E046A19B9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58" name="Oval 1257">
                        <a:extLst>
                          <a:ext uri="{FF2B5EF4-FFF2-40B4-BE49-F238E27FC236}">
                            <a16:creationId xmlns:a16="http://schemas.microsoft.com/office/drawing/2014/main" id="{B0A4AD5B-362C-3769-E9BA-780CE3A24991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59" name="Oval 1258">
                        <a:extLst>
                          <a:ext uri="{FF2B5EF4-FFF2-40B4-BE49-F238E27FC236}">
                            <a16:creationId xmlns:a16="http://schemas.microsoft.com/office/drawing/2014/main" id="{C2934468-1123-B2DC-34DB-E350E7390708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60" name="Oval 1259">
                        <a:extLst>
                          <a:ext uri="{FF2B5EF4-FFF2-40B4-BE49-F238E27FC236}">
                            <a16:creationId xmlns:a16="http://schemas.microsoft.com/office/drawing/2014/main" id="{689AF151-BBCF-BE6B-B1CA-E87F0C674F2D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61" name="Arc 1260">
                        <a:extLst>
                          <a:ext uri="{FF2B5EF4-FFF2-40B4-BE49-F238E27FC236}">
                            <a16:creationId xmlns:a16="http://schemas.microsoft.com/office/drawing/2014/main" id="{30E142E7-9DA0-7122-A213-ABF8C3D28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62" name="Oval 1261">
                        <a:extLst>
                          <a:ext uri="{FF2B5EF4-FFF2-40B4-BE49-F238E27FC236}">
                            <a16:creationId xmlns:a16="http://schemas.microsoft.com/office/drawing/2014/main" id="{5B614424-11EB-B382-11CF-80FA95204590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63" name="Arc 1262">
                        <a:extLst>
                          <a:ext uri="{FF2B5EF4-FFF2-40B4-BE49-F238E27FC236}">
                            <a16:creationId xmlns:a16="http://schemas.microsoft.com/office/drawing/2014/main" id="{A51058C9-9169-B646-47A7-D3EAED18B4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64" name="Arc 1263">
                        <a:extLst>
                          <a:ext uri="{FF2B5EF4-FFF2-40B4-BE49-F238E27FC236}">
                            <a16:creationId xmlns:a16="http://schemas.microsoft.com/office/drawing/2014/main" id="{726AAF7A-3DBC-8D48-8FDF-9AB998C5C283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242" name="Group 1241">
                    <a:extLst>
                      <a:ext uri="{FF2B5EF4-FFF2-40B4-BE49-F238E27FC236}">
                        <a16:creationId xmlns:a16="http://schemas.microsoft.com/office/drawing/2014/main" id="{223D0ABD-EC86-DA5F-45EA-735C2CA6DAB9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245" name="Oval 1244">
                      <a:extLst>
                        <a:ext uri="{FF2B5EF4-FFF2-40B4-BE49-F238E27FC236}">
                          <a16:creationId xmlns:a16="http://schemas.microsoft.com/office/drawing/2014/main" id="{2C099CA9-460E-668F-2AB6-4373ECA3DA35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246" name="Group 1245">
                      <a:extLst>
                        <a:ext uri="{FF2B5EF4-FFF2-40B4-BE49-F238E27FC236}">
                          <a16:creationId xmlns:a16="http://schemas.microsoft.com/office/drawing/2014/main" id="{6DD8779F-845A-DCED-20E6-5F05B69A8E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247" name="Oval 1246">
                        <a:extLst>
                          <a:ext uri="{FF2B5EF4-FFF2-40B4-BE49-F238E27FC236}">
                            <a16:creationId xmlns:a16="http://schemas.microsoft.com/office/drawing/2014/main" id="{42B482F2-BB73-D2A5-B810-A19C87645681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48" name="Oval 1247">
                        <a:extLst>
                          <a:ext uri="{FF2B5EF4-FFF2-40B4-BE49-F238E27FC236}">
                            <a16:creationId xmlns:a16="http://schemas.microsoft.com/office/drawing/2014/main" id="{EED79D16-8B3A-1FEA-7F92-B04EE2F62528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49" name="Oval 1248">
                        <a:extLst>
                          <a:ext uri="{FF2B5EF4-FFF2-40B4-BE49-F238E27FC236}">
                            <a16:creationId xmlns:a16="http://schemas.microsoft.com/office/drawing/2014/main" id="{BBDE2278-885B-8E97-6078-4DACD8844D22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50" name="Oval 1249">
                        <a:extLst>
                          <a:ext uri="{FF2B5EF4-FFF2-40B4-BE49-F238E27FC236}">
                            <a16:creationId xmlns:a16="http://schemas.microsoft.com/office/drawing/2014/main" id="{FA55A6F6-9588-2B24-EF5F-E03FF74C4236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51" name="Arc 1250">
                        <a:extLst>
                          <a:ext uri="{FF2B5EF4-FFF2-40B4-BE49-F238E27FC236}">
                            <a16:creationId xmlns:a16="http://schemas.microsoft.com/office/drawing/2014/main" id="{1C4057F3-48DD-8CFC-BC91-3540C2C2AE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52" name="Oval 1251">
                        <a:extLst>
                          <a:ext uri="{FF2B5EF4-FFF2-40B4-BE49-F238E27FC236}">
                            <a16:creationId xmlns:a16="http://schemas.microsoft.com/office/drawing/2014/main" id="{381FAFCD-801C-75FE-DB84-23ABFD424F46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53" name="Arc 1252">
                        <a:extLst>
                          <a:ext uri="{FF2B5EF4-FFF2-40B4-BE49-F238E27FC236}">
                            <a16:creationId xmlns:a16="http://schemas.microsoft.com/office/drawing/2014/main" id="{7ABACFA9-F8B7-A904-273E-0D74E48AF0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54" name="Arc 1253">
                        <a:extLst>
                          <a:ext uri="{FF2B5EF4-FFF2-40B4-BE49-F238E27FC236}">
                            <a16:creationId xmlns:a16="http://schemas.microsoft.com/office/drawing/2014/main" id="{5761C0A0-954F-3A72-E3F8-B07FB63483BB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243" name="Straight Connector 1242">
                    <a:extLst>
                      <a:ext uri="{FF2B5EF4-FFF2-40B4-BE49-F238E27FC236}">
                        <a16:creationId xmlns:a16="http://schemas.microsoft.com/office/drawing/2014/main" id="{317B25BF-7527-EC69-8BEA-6EC33397436F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4" name="Straight Connector 1243">
                    <a:extLst>
                      <a:ext uri="{FF2B5EF4-FFF2-40B4-BE49-F238E27FC236}">
                        <a16:creationId xmlns:a16="http://schemas.microsoft.com/office/drawing/2014/main" id="{6720DFEF-8EEE-B928-8816-17E091BA460F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32" name="Group 1231">
                  <a:extLst>
                    <a:ext uri="{FF2B5EF4-FFF2-40B4-BE49-F238E27FC236}">
                      <a16:creationId xmlns:a16="http://schemas.microsoft.com/office/drawing/2014/main" id="{CC0E5BC3-AA1D-1DAF-7011-0A2446DBC516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233" name="Moon 1232">
                    <a:extLst>
                      <a:ext uri="{FF2B5EF4-FFF2-40B4-BE49-F238E27FC236}">
                        <a16:creationId xmlns:a16="http://schemas.microsoft.com/office/drawing/2014/main" id="{576A935C-45FA-CA44-FA32-FF02ECB8571C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34" name="Oval 1233">
                    <a:extLst>
                      <a:ext uri="{FF2B5EF4-FFF2-40B4-BE49-F238E27FC236}">
                        <a16:creationId xmlns:a16="http://schemas.microsoft.com/office/drawing/2014/main" id="{D000E836-BF42-E2A4-BA9B-EE44A9B25CEC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35" name="Oval 1234">
                    <a:extLst>
                      <a:ext uri="{FF2B5EF4-FFF2-40B4-BE49-F238E27FC236}">
                        <a16:creationId xmlns:a16="http://schemas.microsoft.com/office/drawing/2014/main" id="{4AAC0498-37B3-4398-1954-8AD5AABBBA62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36" name="Oval 1235">
                    <a:extLst>
                      <a:ext uri="{FF2B5EF4-FFF2-40B4-BE49-F238E27FC236}">
                        <a16:creationId xmlns:a16="http://schemas.microsoft.com/office/drawing/2014/main" id="{D03DF929-CBB0-F21B-FC16-74B82F6A71DD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37" name="Oval 1236">
                    <a:extLst>
                      <a:ext uri="{FF2B5EF4-FFF2-40B4-BE49-F238E27FC236}">
                        <a16:creationId xmlns:a16="http://schemas.microsoft.com/office/drawing/2014/main" id="{BE72A80E-4CD2-5DA2-C0A3-1D4885FD7033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38" name="Oval 1237">
                    <a:extLst>
                      <a:ext uri="{FF2B5EF4-FFF2-40B4-BE49-F238E27FC236}">
                        <a16:creationId xmlns:a16="http://schemas.microsoft.com/office/drawing/2014/main" id="{38152574-E6FE-C11F-FC79-746F4839D53D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39" name="Oval 1238">
                    <a:extLst>
                      <a:ext uri="{FF2B5EF4-FFF2-40B4-BE49-F238E27FC236}">
                        <a16:creationId xmlns:a16="http://schemas.microsoft.com/office/drawing/2014/main" id="{9BD97BBC-9A38-16A9-3BAA-61792E8F5D48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40" name="Oval 1239">
                    <a:extLst>
                      <a:ext uri="{FF2B5EF4-FFF2-40B4-BE49-F238E27FC236}">
                        <a16:creationId xmlns:a16="http://schemas.microsoft.com/office/drawing/2014/main" id="{121E8A3C-FA2F-9FC3-ADF0-C2A4090B5981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110" name="Group 1109">
                <a:extLst>
                  <a:ext uri="{FF2B5EF4-FFF2-40B4-BE49-F238E27FC236}">
                    <a16:creationId xmlns:a16="http://schemas.microsoft.com/office/drawing/2014/main" id="{B277CD62-C924-725A-93B4-1BF9E18FF58E}"/>
                  </a:ext>
                </a:extLst>
              </p:cNvPr>
              <p:cNvGrpSpPr/>
              <p:nvPr/>
            </p:nvGrpSpPr>
            <p:grpSpPr>
              <a:xfrm rot="7464527" flipH="1" flipV="1">
                <a:off x="3987910" y="300682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1171" name="Group 1170">
                  <a:extLst>
                    <a:ext uri="{FF2B5EF4-FFF2-40B4-BE49-F238E27FC236}">
                      <a16:creationId xmlns:a16="http://schemas.microsoft.com/office/drawing/2014/main" id="{AED55D4B-010B-9268-5113-634341BCA6B6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206" name="Group 1205">
                    <a:extLst>
                      <a:ext uri="{FF2B5EF4-FFF2-40B4-BE49-F238E27FC236}">
                        <a16:creationId xmlns:a16="http://schemas.microsoft.com/office/drawing/2014/main" id="{05FFEAEF-B4B0-D9DB-A26B-14D201A53DC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220" name="Oval 1219">
                      <a:extLst>
                        <a:ext uri="{FF2B5EF4-FFF2-40B4-BE49-F238E27FC236}">
                          <a16:creationId xmlns:a16="http://schemas.microsoft.com/office/drawing/2014/main" id="{51382773-8268-0C8C-4DCE-1377EB6B8C8C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221" name="Group 1220">
                      <a:extLst>
                        <a:ext uri="{FF2B5EF4-FFF2-40B4-BE49-F238E27FC236}">
                          <a16:creationId xmlns:a16="http://schemas.microsoft.com/office/drawing/2014/main" id="{2C8A092B-B670-13BD-E940-4DC71FB49D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222" name="Oval 1221">
                        <a:extLst>
                          <a:ext uri="{FF2B5EF4-FFF2-40B4-BE49-F238E27FC236}">
                            <a16:creationId xmlns:a16="http://schemas.microsoft.com/office/drawing/2014/main" id="{5BD2645E-C76B-D23E-E6AC-4BCB50A78968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23" name="Oval 1222">
                        <a:extLst>
                          <a:ext uri="{FF2B5EF4-FFF2-40B4-BE49-F238E27FC236}">
                            <a16:creationId xmlns:a16="http://schemas.microsoft.com/office/drawing/2014/main" id="{242D8F0A-690F-6DF9-D28E-8D5AAAE37BC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24" name="Oval 1223">
                        <a:extLst>
                          <a:ext uri="{FF2B5EF4-FFF2-40B4-BE49-F238E27FC236}">
                            <a16:creationId xmlns:a16="http://schemas.microsoft.com/office/drawing/2014/main" id="{A324C127-3EA2-8179-4D79-DC9B4A844B5A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25" name="Oval 1224">
                        <a:extLst>
                          <a:ext uri="{FF2B5EF4-FFF2-40B4-BE49-F238E27FC236}">
                            <a16:creationId xmlns:a16="http://schemas.microsoft.com/office/drawing/2014/main" id="{E1542595-3188-869C-88D7-F8DC91CFE8FB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26" name="Arc 1225">
                        <a:extLst>
                          <a:ext uri="{FF2B5EF4-FFF2-40B4-BE49-F238E27FC236}">
                            <a16:creationId xmlns:a16="http://schemas.microsoft.com/office/drawing/2014/main" id="{FB76EFC1-2187-B7DB-D536-60740B62A8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27" name="Oval 1226">
                        <a:extLst>
                          <a:ext uri="{FF2B5EF4-FFF2-40B4-BE49-F238E27FC236}">
                            <a16:creationId xmlns:a16="http://schemas.microsoft.com/office/drawing/2014/main" id="{60489C04-A13A-82D0-5348-6078E0B52097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28" name="Arc 1227">
                        <a:extLst>
                          <a:ext uri="{FF2B5EF4-FFF2-40B4-BE49-F238E27FC236}">
                            <a16:creationId xmlns:a16="http://schemas.microsoft.com/office/drawing/2014/main" id="{E3E3CDF9-EC49-CD55-6C7A-0985A6BE5D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29" name="Arc 1228">
                        <a:extLst>
                          <a:ext uri="{FF2B5EF4-FFF2-40B4-BE49-F238E27FC236}">
                            <a16:creationId xmlns:a16="http://schemas.microsoft.com/office/drawing/2014/main" id="{D3970B3B-89A3-BCBA-727F-FAF57EFB0F4B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207" name="Group 1206">
                    <a:extLst>
                      <a:ext uri="{FF2B5EF4-FFF2-40B4-BE49-F238E27FC236}">
                        <a16:creationId xmlns:a16="http://schemas.microsoft.com/office/drawing/2014/main" id="{D5CCEE00-7139-4CE4-D07C-89EE170D7926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210" name="Oval 1209">
                      <a:extLst>
                        <a:ext uri="{FF2B5EF4-FFF2-40B4-BE49-F238E27FC236}">
                          <a16:creationId xmlns:a16="http://schemas.microsoft.com/office/drawing/2014/main" id="{888C241A-D3A9-677A-58BD-E95F07AED5A2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211" name="Group 1210">
                      <a:extLst>
                        <a:ext uri="{FF2B5EF4-FFF2-40B4-BE49-F238E27FC236}">
                          <a16:creationId xmlns:a16="http://schemas.microsoft.com/office/drawing/2014/main" id="{20D6243E-7709-811F-94A3-88CD209A444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212" name="Oval 1211">
                        <a:extLst>
                          <a:ext uri="{FF2B5EF4-FFF2-40B4-BE49-F238E27FC236}">
                            <a16:creationId xmlns:a16="http://schemas.microsoft.com/office/drawing/2014/main" id="{41D53CEC-787C-2FCD-D2B2-D4EDA999E39B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13" name="Oval 1212">
                        <a:extLst>
                          <a:ext uri="{FF2B5EF4-FFF2-40B4-BE49-F238E27FC236}">
                            <a16:creationId xmlns:a16="http://schemas.microsoft.com/office/drawing/2014/main" id="{570D8CCA-C7FE-DC49-BD1D-37E731099359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14" name="Oval 1213">
                        <a:extLst>
                          <a:ext uri="{FF2B5EF4-FFF2-40B4-BE49-F238E27FC236}">
                            <a16:creationId xmlns:a16="http://schemas.microsoft.com/office/drawing/2014/main" id="{EB2E032A-09FC-C79D-A1F0-5A9A3881F40C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15" name="Oval 1214">
                        <a:extLst>
                          <a:ext uri="{FF2B5EF4-FFF2-40B4-BE49-F238E27FC236}">
                            <a16:creationId xmlns:a16="http://schemas.microsoft.com/office/drawing/2014/main" id="{0667E2E1-B8AA-2510-7462-ED7F09AAA70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16" name="Arc 1215">
                        <a:extLst>
                          <a:ext uri="{FF2B5EF4-FFF2-40B4-BE49-F238E27FC236}">
                            <a16:creationId xmlns:a16="http://schemas.microsoft.com/office/drawing/2014/main" id="{E8D33F61-C226-EC73-6D9D-E847A3C405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17" name="Oval 1216">
                        <a:extLst>
                          <a:ext uri="{FF2B5EF4-FFF2-40B4-BE49-F238E27FC236}">
                            <a16:creationId xmlns:a16="http://schemas.microsoft.com/office/drawing/2014/main" id="{BE303FC3-23E5-8E97-F338-E07C673DC63B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18" name="Arc 1217">
                        <a:extLst>
                          <a:ext uri="{FF2B5EF4-FFF2-40B4-BE49-F238E27FC236}">
                            <a16:creationId xmlns:a16="http://schemas.microsoft.com/office/drawing/2014/main" id="{7B169FE7-5237-BE8D-2F2E-6D1E7BCCF7D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19" name="Arc 1218">
                        <a:extLst>
                          <a:ext uri="{FF2B5EF4-FFF2-40B4-BE49-F238E27FC236}">
                            <a16:creationId xmlns:a16="http://schemas.microsoft.com/office/drawing/2014/main" id="{04BAA74F-6F8E-5472-12BD-2EAB1E2E3846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208" name="Straight Connector 1207">
                    <a:extLst>
                      <a:ext uri="{FF2B5EF4-FFF2-40B4-BE49-F238E27FC236}">
                        <a16:creationId xmlns:a16="http://schemas.microsoft.com/office/drawing/2014/main" id="{8E3B17FE-6DBC-AECF-BC0C-3D6C79D5ECD1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9" name="Straight Connector 1208">
                    <a:extLst>
                      <a:ext uri="{FF2B5EF4-FFF2-40B4-BE49-F238E27FC236}">
                        <a16:creationId xmlns:a16="http://schemas.microsoft.com/office/drawing/2014/main" id="{805D7C04-8784-C87D-D02A-175563BC0FCA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2" name="Group 1171">
                  <a:extLst>
                    <a:ext uri="{FF2B5EF4-FFF2-40B4-BE49-F238E27FC236}">
                      <a16:creationId xmlns:a16="http://schemas.microsoft.com/office/drawing/2014/main" id="{ACAB1211-445E-27CA-5633-07D056E8EB00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182" name="Group 1181">
                    <a:extLst>
                      <a:ext uri="{FF2B5EF4-FFF2-40B4-BE49-F238E27FC236}">
                        <a16:creationId xmlns:a16="http://schemas.microsoft.com/office/drawing/2014/main" id="{6F9303DB-6737-9F6D-E0E2-94DF919E35CE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196" name="Oval 1195">
                      <a:extLst>
                        <a:ext uri="{FF2B5EF4-FFF2-40B4-BE49-F238E27FC236}">
                          <a16:creationId xmlns:a16="http://schemas.microsoft.com/office/drawing/2014/main" id="{11B8802B-A539-DCE1-0352-9165F3252B32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197" name="Group 1196">
                      <a:extLst>
                        <a:ext uri="{FF2B5EF4-FFF2-40B4-BE49-F238E27FC236}">
                          <a16:creationId xmlns:a16="http://schemas.microsoft.com/office/drawing/2014/main" id="{75CEB100-ED23-3FFC-B941-02A38975FE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198" name="Oval 1197">
                        <a:extLst>
                          <a:ext uri="{FF2B5EF4-FFF2-40B4-BE49-F238E27FC236}">
                            <a16:creationId xmlns:a16="http://schemas.microsoft.com/office/drawing/2014/main" id="{81A38ACE-4EBE-046B-DDA7-8CB3081426C0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99" name="Oval 1198">
                        <a:extLst>
                          <a:ext uri="{FF2B5EF4-FFF2-40B4-BE49-F238E27FC236}">
                            <a16:creationId xmlns:a16="http://schemas.microsoft.com/office/drawing/2014/main" id="{1CF36E96-BCC1-85B1-06FB-7BA659B3A657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00" name="Oval 1199">
                        <a:extLst>
                          <a:ext uri="{FF2B5EF4-FFF2-40B4-BE49-F238E27FC236}">
                            <a16:creationId xmlns:a16="http://schemas.microsoft.com/office/drawing/2014/main" id="{4828D9A7-3528-70FD-4833-B521AC747933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01" name="Oval 1200">
                        <a:extLst>
                          <a:ext uri="{FF2B5EF4-FFF2-40B4-BE49-F238E27FC236}">
                            <a16:creationId xmlns:a16="http://schemas.microsoft.com/office/drawing/2014/main" id="{ED6E2F36-A175-8557-657C-A1191039E75D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02" name="Arc 1201">
                        <a:extLst>
                          <a:ext uri="{FF2B5EF4-FFF2-40B4-BE49-F238E27FC236}">
                            <a16:creationId xmlns:a16="http://schemas.microsoft.com/office/drawing/2014/main" id="{D8BB846F-D631-4A8E-EB39-AFAFE54F06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03" name="Oval 1202">
                        <a:extLst>
                          <a:ext uri="{FF2B5EF4-FFF2-40B4-BE49-F238E27FC236}">
                            <a16:creationId xmlns:a16="http://schemas.microsoft.com/office/drawing/2014/main" id="{7BCEA374-DD7A-86D2-2FDF-095F58F38A06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204" name="Arc 1203">
                        <a:extLst>
                          <a:ext uri="{FF2B5EF4-FFF2-40B4-BE49-F238E27FC236}">
                            <a16:creationId xmlns:a16="http://schemas.microsoft.com/office/drawing/2014/main" id="{0FD9DBF3-5E54-92CF-1205-8E2B4CA4481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05" name="Arc 1204">
                        <a:extLst>
                          <a:ext uri="{FF2B5EF4-FFF2-40B4-BE49-F238E27FC236}">
                            <a16:creationId xmlns:a16="http://schemas.microsoft.com/office/drawing/2014/main" id="{6A2D6721-C276-7E05-CFCF-4033C480BCDC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183" name="Group 1182">
                    <a:extLst>
                      <a:ext uri="{FF2B5EF4-FFF2-40B4-BE49-F238E27FC236}">
                        <a16:creationId xmlns:a16="http://schemas.microsoft.com/office/drawing/2014/main" id="{84B963B5-E103-7C02-127D-45E451A8ED8E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186" name="Oval 1185">
                      <a:extLst>
                        <a:ext uri="{FF2B5EF4-FFF2-40B4-BE49-F238E27FC236}">
                          <a16:creationId xmlns:a16="http://schemas.microsoft.com/office/drawing/2014/main" id="{CB5723E1-2347-1E21-22E2-15154A055A1E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187" name="Group 1186">
                      <a:extLst>
                        <a:ext uri="{FF2B5EF4-FFF2-40B4-BE49-F238E27FC236}">
                          <a16:creationId xmlns:a16="http://schemas.microsoft.com/office/drawing/2014/main" id="{A87AFCC3-E263-8135-946E-694FE53409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188" name="Oval 1187">
                        <a:extLst>
                          <a:ext uri="{FF2B5EF4-FFF2-40B4-BE49-F238E27FC236}">
                            <a16:creationId xmlns:a16="http://schemas.microsoft.com/office/drawing/2014/main" id="{D267937E-C673-BE71-BB8D-998E206034A0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89" name="Oval 1188">
                        <a:extLst>
                          <a:ext uri="{FF2B5EF4-FFF2-40B4-BE49-F238E27FC236}">
                            <a16:creationId xmlns:a16="http://schemas.microsoft.com/office/drawing/2014/main" id="{22768224-4384-349C-E16C-F6382B2353D8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90" name="Oval 1189">
                        <a:extLst>
                          <a:ext uri="{FF2B5EF4-FFF2-40B4-BE49-F238E27FC236}">
                            <a16:creationId xmlns:a16="http://schemas.microsoft.com/office/drawing/2014/main" id="{E146BA66-D3C6-5EA8-E0F1-ADEBD15A66AB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91" name="Oval 1190">
                        <a:extLst>
                          <a:ext uri="{FF2B5EF4-FFF2-40B4-BE49-F238E27FC236}">
                            <a16:creationId xmlns:a16="http://schemas.microsoft.com/office/drawing/2014/main" id="{21704AC1-27FC-38ED-BCC0-6D69998E7650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92" name="Arc 1191">
                        <a:extLst>
                          <a:ext uri="{FF2B5EF4-FFF2-40B4-BE49-F238E27FC236}">
                            <a16:creationId xmlns:a16="http://schemas.microsoft.com/office/drawing/2014/main" id="{BAB95A36-5064-23F9-F65A-5BD96B2055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93" name="Oval 1192">
                        <a:extLst>
                          <a:ext uri="{FF2B5EF4-FFF2-40B4-BE49-F238E27FC236}">
                            <a16:creationId xmlns:a16="http://schemas.microsoft.com/office/drawing/2014/main" id="{20D6EA1B-9F1A-CE8B-2643-9D37521F23B3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94" name="Arc 1193">
                        <a:extLst>
                          <a:ext uri="{FF2B5EF4-FFF2-40B4-BE49-F238E27FC236}">
                            <a16:creationId xmlns:a16="http://schemas.microsoft.com/office/drawing/2014/main" id="{2E1F85C2-4E54-8B86-0A7C-D4B34505BEC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95" name="Arc 1194">
                        <a:extLst>
                          <a:ext uri="{FF2B5EF4-FFF2-40B4-BE49-F238E27FC236}">
                            <a16:creationId xmlns:a16="http://schemas.microsoft.com/office/drawing/2014/main" id="{A4ADD5D1-FF62-ECA0-2CA1-6535387DFBDB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184" name="Straight Connector 1183">
                    <a:extLst>
                      <a:ext uri="{FF2B5EF4-FFF2-40B4-BE49-F238E27FC236}">
                        <a16:creationId xmlns:a16="http://schemas.microsoft.com/office/drawing/2014/main" id="{67CC3203-1605-4D2D-BF94-CDE4C58912B6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5" name="Straight Connector 1184">
                    <a:extLst>
                      <a:ext uri="{FF2B5EF4-FFF2-40B4-BE49-F238E27FC236}">
                        <a16:creationId xmlns:a16="http://schemas.microsoft.com/office/drawing/2014/main" id="{061074A5-0A60-F6F8-E35E-AABEAEE5CFC0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3" name="Group 1172">
                  <a:extLst>
                    <a:ext uri="{FF2B5EF4-FFF2-40B4-BE49-F238E27FC236}">
                      <a16:creationId xmlns:a16="http://schemas.microsoft.com/office/drawing/2014/main" id="{5E8A3B10-6A46-6908-190F-79B05F2CF8AD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174" name="Moon 1173">
                    <a:extLst>
                      <a:ext uri="{FF2B5EF4-FFF2-40B4-BE49-F238E27FC236}">
                        <a16:creationId xmlns:a16="http://schemas.microsoft.com/office/drawing/2014/main" id="{92D0CB4B-862E-C8E6-A4E2-8E98425131C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5" name="Oval 1174">
                    <a:extLst>
                      <a:ext uri="{FF2B5EF4-FFF2-40B4-BE49-F238E27FC236}">
                        <a16:creationId xmlns:a16="http://schemas.microsoft.com/office/drawing/2014/main" id="{F03F76ED-52A4-6468-D8A4-F749F1B139CD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6" name="Oval 1175">
                    <a:extLst>
                      <a:ext uri="{FF2B5EF4-FFF2-40B4-BE49-F238E27FC236}">
                        <a16:creationId xmlns:a16="http://schemas.microsoft.com/office/drawing/2014/main" id="{212AABDF-7EAD-AA06-82D6-C6C610775529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7" name="Oval 1176">
                    <a:extLst>
                      <a:ext uri="{FF2B5EF4-FFF2-40B4-BE49-F238E27FC236}">
                        <a16:creationId xmlns:a16="http://schemas.microsoft.com/office/drawing/2014/main" id="{563D43CB-D14F-31A2-8F4A-8B34482A0629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8" name="Oval 1177">
                    <a:extLst>
                      <a:ext uri="{FF2B5EF4-FFF2-40B4-BE49-F238E27FC236}">
                        <a16:creationId xmlns:a16="http://schemas.microsoft.com/office/drawing/2014/main" id="{EE190D18-E5E6-0FA1-5E37-F59FBE57BA69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9" name="Oval 1178">
                    <a:extLst>
                      <a:ext uri="{FF2B5EF4-FFF2-40B4-BE49-F238E27FC236}">
                        <a16:creationId xmlns:a16="http://schemas.microsoft.com/office/drawing/2014/main" id="{AD0CDBEA-178A-FA55-9194-01DBA51BA2AA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0" name="Oval 1179">
                    <a:extLst>
                      <a:ext uri="{FF2B5EF4-FFF2-40B4-BE49-F238E27FC236}">
                        <a16:creationId xmlns:a16="http://schemas.microsoft.com/office/drawing/2014/main" id="{8F0E5403-711B-7521-DC36-4351072B3D3F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1" name="Oval 1180">
                    <a:extLst>
                      <a:ext uri="{FF2B5EF4-FFF2-40B4-BE49-F238E27FC236}">
                        <a16:creationId xmlns:a16="http://schemas.microsoft.com/office/drawing/2014/main" id="{A5272997-602C-2F93-C9E2-9DDE549D4311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111" name="Group 1110">
                <a:extLst>
                  <a:ext uri="{FF2B5EF4-FFF2-40B4-BE49-F238E27FC236}">
                    <a16:creationId xmlns:a16="http://schemas.microsoft.com/office/drawing/2014/main" id="{960A086E-DC41-87DE-783D-6995CBCEE0CA}"/>
                  </a:ext>
                </a:extLst>
              </p:cNvPr>
              <p:cNvGrpSpPr/>
              <p:nvPr/>
            </p:nvGrpSpPr>
            <p:grpSpPr>
              <a:xfrm rot="1312654" flipH="1" flipV="1">
                <a:off x="3537916" y="3020261"/>
                <a:ext cx="180828" cy="348790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1112" name="Group 1111">
                  <a:extLst>
                    <a:ext uri="{FF2B5EF4-FFF2-40B4-BE49-F238E27FC236}">
                      <a16:creationId xmlns:a16="http://schemas.microsoft.com/office/drawing/2014/main" id="{09AA4D27-CE82-8846-DB41-CA3FAF0042D8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147" name="Group 1146">
                    <a:extLst>
                      <a:ext uri="{FF2B5EF4-FFF2-40B4-BE49-F238E27FC236}">
                        <a16:creationId xmlns:a16="http://schemas.microsoft.com/office/drawing/2014/main" id="{5CAB9217-4EB4-6F79-C8AD-96660614247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161" name="Oval 1160">
                      <a:extLst>
                        <a:ext uri="{FF2B5EF4-FFF2-40B4-BE49-F238E27FC236}">
                          <a16:creationId xmlns:a16="http://schemas.microsoft.com/office/drawing/2014/main" id="{CA600A49-C53B-82B1-2D7F-A154446E0FE6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162" name="Group 1161">
                      <a:extLst>
                        <a:ext uri="{FF2B5EF4-FFF2-40B4-BE49-F238E27FC236}">
                          <a16:creationId xmlns:a16="http://schemas.microsoft.com/office/drawing/2014/main" id="{6FCC17E9-C93D-7E18-EBF2-D94D3E5461B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163" name="Oval 1162">
                        <a:extLst>
                          <a:ext uri="{FF2B5EF4-FFF2-40B4-BE49-F238E27FC236}">
                            <a16:creationId xmlns:a16="http://schemas.microsoft.com/office/drawing/2014/main" id="{9F0AD5CC-6E8F-6A86-96EA-C8941EA5AB69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64" name="Oval 1163">
                        <a:extLst>
                          <a:ext uri="{FF2B5EF4-FFF2-40B4-BE49-F238E27FC236}">
                            <a16:creationId xmlns:a16="http://schemas.microsoft.com/office/drawing/2014/main" id="{FB3DD0E4-F2F0-FDF6-3871-B15DEE1AFE5C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65" name="Oval 1164">
                        <a:extLst>
                          <a:ext uri="{FF2B5EF4-FFF2-40B4-BE49-F238E27FC236}">
                            <a16:creationId xmlns:a16="http://schemas.microsoft.com/office/drawing/2014/main" id="{42639B76-BBDB-95FB-3792-46799E46039B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66" name="Oval 1165">
                        <a:extLst>
                          <a:ext uri="{FF2B5EF4-FFF2-40B4-BE49-F238E27FC236}">
                            <a16:creationId xmlns:a16="http://schemas.microsoft.com/office/drawing/2014/main" id="{BA1DAFB2-BC5F-BB28-D0E4-6299E88C8548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67" name="Arc 1166">
                        <a:extLst>
                          <a:ext uri="{FF2B5EF4-FFF2-40B4-BE49-F238E27FC236}">
                            <a16:creationId xmlns:a16="http://schemas.microsoft.com/office/drawing/2014/main" id="{CB7E2E89-7985-09EB-DEFD-3E7710FE514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68" name="Oval 1167">
                        <a:extLst>
                          <a:ext uri="{FF2B5EF4-FFF2-40B4-BE49-F238E27FC236}">
                            <a16:creationId xmlns:a16="http://schemas.microsoft.com/office/drawing/2014/main" id="{4488B93B-92A5-B557-FE46-E41DF5FCB89A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69" name="Arc 1168">
                        <a:extLst>
                          <a:ext uri="{FF2B5EF4-FFF2-40B4-BE49-F238E27FC236}">
                            <a16:creationId xmlns:a16="http://schemas.microsoft.com/office/drawing/2014/main" id="{E2E3AB87-1E1A-11E1-710A-DEFF05EAC0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70" name="Arc 1169">
                        <a:extLst>
                          <a:ext uri="{FF2B5EF4-FFF2-40B4-BE49-F238E27FC236}">
                            <a16:creationId xmlns:a16="http://schemas.microsoft.com/office/drawing/2014/main" id="{2461AD9B-28E1-6705-884B-3DD8A61A5530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148" name="Group 1147">
                    <a:extLst>
                      <a:ext uri="{FF2B5EF4-FFF2-40B4-BE49-F238E27FC236}">
                        <a16:creationId xmlns:a16="http://schemas.microsoft.com/office/drawing/2014/main" id="{D2AAEC21-8F22-8754-1EB4-D907D6559C6C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151" name="Oval 1150">
                      <a:extLst>
                        <a:ext uri="{FF2B5EF4-FFF2-40B4-BE49-F238E27FC236}">
                          <a16:creationId xmlns:a16="http://schemas.microsoft.com/office/drawing/2014/main" id="{288CB908-F9DA-0A19-020D-702FC89E4755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152" name="Group 1151">
                      <a:extLst>
                        <a:ext uri="{FF2B5EF4-FFF2-40B4-BE49-F238E27FC236}">
                          <a16:creationId xmlns:a16="http://schemas.microsoft.com/office/drawing/2014/main" id="{CFEA8675-00C9-6224-7FCA-6F2FB75DC9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153" name="Oval 1152">
                        <a:extLst>
                          <a:ext uri="{FF2B5EF4-FFF2-40B4-BE49-F238E27FC236}">
                            <a16:creationId xmlns:a16="http://schemas.microsoft.com/office/drawing/2014/main" id="{EFBC4879-B041-839A-9581-BC8915A565EF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54" name="Oval 1153">
                        <a:extLst>
                          <a:ext uri="{FF2B5EF4-FFF2-40B4-BE49-F238E27FC236}">
                            <a16:creationId xmlns:a16="http://schemas.microsoft.com/office/drawing/2014/main" id="{7FDE1013-AC06-525F-9E97-CC9F89725346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55" name="Oval 1154">
                        <a:extLst>
                          <a:ext uri="{FF2B5EF4-FFF2-40B4-BE49-F238E27FC236}">
                            <a16:creationId xmlns:a16="http://schemas.microsoft.com/office/drawing/2014/main" id="{02EE327F-EC7B-7EF4-89BA-52375275BE68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56" name="Oval 1155">
                        <a:extLst>
                          <a:ext uri="{FF2B5EF4-FFF2-40B4-BE49-F238E27FC236}">
                            <a16:creationId xmlns:a16="http://schemas.microsoft.com/office/drawing/2014/main" id="{B62ACB5C-1A9F-8574-C196-5C65CD3FA58A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57" name="Arc 1156">
                        <a:extLst>
                          <a:ext uri="{FF2B5EF4-FFF2-40B4-BE49-F238E27FC236}">
                            <a16:creationId xmlns:a16="http://schemas.microsoft.com/office/drawing/2014/main" id="{ED76E2FD-CDA1-0F80-B43A-27A29DB679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58" name="Oval 1157">
                        <a:extLst>
                          <a:ext uri="{FF2B5EF4-FFF2-40B4-BE49-F238E27FC236}">
                            <a16:creationId xmlns:a16="http://schemas.microsoft.com/office/drawing/2014/main" id="{3491CA6F-8BF8-B8F4-C6F7-77BC0793F56D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59" name="Arc 1158">
                        <a:extLst>
                          <a:ext uri="{FF2B5EF4-FFF2-40B4-BE49-F238E27FC236}">
                            <a16:creationId xmlns:a16="http://schemas.microsoft.com/office/drawing/2014/main" id="{C57E31D0-B75D-BAD5-73F7-144C3BABD0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60" name="Arc 1159">
                        <a:extLst>
                          <a:ext uri="{FF2B5EF4-FFF2-40B4-BE49-F238E27FC236}">
                            <a16:creationId xmlns:a16="http://schemas.microsoft.com/office/drawing/2014/main" id="{E2EDDBBA-D5CF-A1D5-4E18-B51D31C4A148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149" name="Straight Connector 1148">
                    <a:extLst>
                      <a:ext uri="{FF2B5EF4-FFF2-40B4-BE49-F238E27FC236}">
                        <a16:creationId xmlns:a16="http://schemas.microsoft.com/office/drawing/2014/main" id="{C47AAEBA-D7BC-3A25-7A62-FEA06D116F93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0" name="Straight Connector 1149">
                    <a:extLst>
                      <a:ext uri="{FF2B5EF4-FFF2-40B4-BE49-F238E27FC236}">
                        <a16:creationId xmlns:a16="http://schemas.microsoft.com/office/drawing/2014/main" id="{942E48D3-3A6C-5188-580D-9ECB7A76969F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13" name="Group 1112">
                  <a:extLst>
                    <a:ext uri="{FF2B5EF4-FFF2-40B4-BE49-F238E27FC236}">
                      <a16:creationId xmlns:a16="http://schemas.microsoft.com/office/drawing/2014/main" id="{D4F0BA3E-6BD2-FB34-E034-A26F144EB89A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123" name="Group 1122">
                    <a:extLst>
                      <a:ext uri="{FF2B5EF4-FFF2-40B4-BE49-F238E27FC236}">
                        <a16:creationId xmlns:a16="http://schemas.microsoft.com/office/drawing/2014/main" id="{2991014C-F7E6-1EEA-8879-4406702CBB73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137" name="Oval 1136">
                      <a:extLst>
                        <a:ext uri="{FF2B5EF4-FFF2-40B4-BE49-F238E27FC236}">
                          <a16:creationId xmlns:a16="http://schemas.microsoft.com/office/drawing/2014/main" id="{1F04A1DD-484D-AB56-0A81-DA4EDA92D6D9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138" name="Group 1137">
                      <a:extLst>
                        <a:ext uri="{FF2B5EF4-FFF2-40B4-BE49-F238E27FC236}">
                          <a16:creationId xmlns:a16="http://schemas.microsoft.com/office/drawing/2014/main" id="{0F390436-745A-BA29-7B6A-3907CCF565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139" name="Oval 1138">
                        <a:extLst>
                          <a:ext uri="{FF2B5EF4-FFF2-40B4-BE49-F238E27FC236}">
                            <a16:creationId xmlns:a16="http://schemas.microsoft.com/office/drawing/2014/main" id="{D8CBE939-EC59-95BF-536F-E1E02FAE9470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40" name="Oval 1139">
                        <a:extLst>
                          <a:ext uri="{FF2B5EF4-FFF2-40B4-BE49-F238E27FC236}">
                            <a16:creationId xmlns:a16="http://schemas.microsoft.com/office/drawing/2014/main" id="{E39D6BF0-94AC-F9D8-99D7-EDE9F66B3337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41" name="Oval 1140">
                        <a:extLst>
                          <a:ext uri="{FF2B5EF4-FFF2-40B4-BE49-F238E27FC236}">
                            <a16:creationId xmlns:a16="http://schemas.microsoft.com/office/drawing/2014/main" id="{CFB9EAAB-5DA0-BB38-1813-4792BFF3D228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42" name="Oval 1141">
                        <a:extLst>
                          <a:ext uri="{FF2B5EF4-FFF2-40B4-BE49-F238E27FC236}">
                            <a16:creationId xmlns:a16="http://schemas.microsoft.com/office/drawing/2014/main" id="{A5AC8696-D021-2654-12A6-0E176C80D2B5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43" name="Arc 1142">
                        <a:extLst>
                          <a:ext uri="{FF2B5EF4-FFF2-40B4-BE49-F238E27FC236}">
                            <a16:creationId xmlns:a16="http://schemas.microsoft.com/office/drawing/2014/main" id="{4B03A31A-E005-52D5-191E-0A49C57226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44" name="Oval 1143">
                        <a:extLst>
                          <a:ext uri="{FF2B5EF4-FFF2-40B4-BE49-F238E27FC236}">
                            <a16:creationId xmlns:a16="http://schemas.microsoft.com/office/drawing/2014/main" id="{43A2A300-5EFF-176C-2555-5759B0F2DE5B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45" name="Arc 1144">
                        <a:extLst>
                          <a:ext uri="{FF2B5EF4-FFF2-40B4-BE49-F238E27FC236}">
                            <a16:creationId xmlns:a16="http://schemas.microsoft.com/office/drawing/2014/main" id="{274D360B-47CB-DB01-D0A0-A10C0F31C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46" name="Arc 1145">
                        <a:extLst>
                          <a:ext uri="{FF2B5EF4-FFF2-40B4-BE49-F238E27FC236}">
                            <a16:creationId xmlns:a16="http://schemas.microsoft.com/office/drawing/2014/main" id="{A568DB58-7563-C20E-5EFB-E14D9A6AB086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124" name="Group 1123">
                    <a:extLst>
                      <a:ext uri="{FF2B5EF4-FFF2-40B4-BE49-F238E27FC236}">
                        <a16:creationId xmlns:a16="http://schemas.microsoft.com/office/drawing/2014/main" id="{CE2ED543-99EE-4EE4-E8F0-6E4511358BB6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127" name="Oval 1126">
                      <a:extLst>
                        <a:ext uri="{FF2B5EF4-FFF2-40B4-BE49-F238E27FC236}">
                          <a16:creationId xmlns:a16="http://schemas.microsoft.com/office/drawing/2014/main" id="{8356E93E-07F6-5DBA-7124-14337AC1EFFC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0B331784-E4F7-267C-7224-E381392661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129" name="Oval 1128">
                        <a:extLst>
                          <a:ext uri="{FF2B5EF4-FFF2-40B4-BE49-F238E27FC236}">
                            <a16:creationId xmlns:a16="http://schemas.microsoft.com/office/drawing/2014/main" id="{0DAB37B4-37F8-4BF1-C7F7-7806A9DC403E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30" name="Oval 1129">
                        <a:extLst>
                          <a:ext uri="{FF2B5EF4-FFF2-40B4-BE49-F238E27FC236}">
                            <a16:creationId xmlns:a16="http://schemas.microsoft.com/office/drawing/2014/main" id="{1382907A-14C3-0784-BB38-3237E6135767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31" name="Oval 1130">
                        <a:extLst>
                          <a:ext uri="{FF2B5EF4-FFF2-40B4-BE49-F238E27FC236}">
                            <a16:creationId xmlns:a16="http://schemas.microsoft.com/office/drawing/2014/main" id="{225C0BCE-0D02-08E8-5885-E754DE99B0EE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32" name="Oval 1131">
                        <a:extLst>
                          <a:ext uri="{FF2B5EF4-FFF2-40B4-BE49-F238E27FC236}">
                            <a16:creationId xmlns:a16="http://schemas.microsoft.com/office/drawing/2014/main" id="{2FF8267B-9772-169D-10B3-255C43237022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33" name="Arc 1132">
                        <a:extLst>
                          <a:ext uri="{FF2B5EF4-FFF2-40B4-BE49-F238E27FC236}">
                            <a16:creationId xmlns:a16="http://schemas.microsoft.com/office/drawing/2014/main" id="{4BB2024A-B6D9-B8ED-AF56-AEE5ACDB27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34" name="Oval 1133">
                        <a:extLst>
                          <a:ext uri="{FF2B5EF4-FFF2-40B4-BE49-F238E27FC236}">
                            <a16:creationId xmlns:a16="http://schemas.microsoft.com/office/drawing/2014/main" id="{5B8E7DB6-7F5A-B8E6-1774-552CF446B899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135" name="Arc 1134">
                        <a:extLst>
                          <a:ext uri="{FF2B5EF4-FFF2-40B4-BE49-F238E27FC236}">
                            <a16:creationId xmlns:a16="http://schemas.microsoft.com/office/drawing/2014/main" id="{79A1D58A-526A-F7C5-5607-AA772ACC9D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36" name="Arc 1135">
                        <a:extLst>
                          <a:ext uri="{FF2B5EF4-FFF2-40B4-BE49-F238E27FC236}">
                            <a16:creationId xmlns:a16="http://schemas.microsoft.com/office/drawing/2014/main" id="{0B371002-D593-F727-2495-D37B8B972820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125" name="Straight Connector 1124">
                    <a:extLst>
                      <a:ext uri="{FF2B5EF4-FFF2-40B4-BE49-F238E27FC236}">
                        <a16:creationId xmlns:a16="http://schemas.microsoft.com/office/drawing/2014/main" id="{48AD1A6A-FB0E-5304-B171-E9A87EFFCE5F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26" name="Straight Connector 1125">
                    <a:extLst>
                      <a:ext uri="{FF2B5EF4-FFF2-40B4-BE49-F238E27FC236}">
                        <a16:creationId xmlns:a16="http://schemas.microsoft.com/office/drawing/2014/main" id="{58C2560E-E200-46A2-AEB7-32C031D9C550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14" name="Group 1113">
                  <a:extLst>
                    <a:ext uri="{FF2B5EF4-FFF2-40B4-BE49-F238E27FC236}">
                      <a16:creationId xmlns:a16="http://schemas.microsoft.com/office/drawing/2014/main" id="{23BC8D69-1012-16DB-2DD2-6AA3D7351A7D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115" name="Moon 1114">
                    <a:extLst>
                      <a:ext uri="{FF2B5EF4-FFF2-40B4-BE49-F238E27FC236}">
                        <a16:creationId xmlns:a16="http://schemas.microsoft.com/office/drawing/2014/main" id="{21435FAF-1987-E2AC-B09E-2E2A44576AEC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6" name="Oval 1115">
                    <a:extLst>
                      <a:ext uri="{FF2B5EF4-FFF2-40B4-BE49-F238E27FC236}">
                        <a16:creationId xmlns:a16="http://schemas.microsoft.com/office/drawing/2014/main" id="{5915E981-5A6F-736F-162D-CC9BD88DC41B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7" name="Oval 1116">
                    <a:extLst>
                      <a:ext uri="{FF2B5EF4-FFF2-40B4-BE49-F238E27FC236}">
                        <a16:creationId xmlns:a16="http://schemas.microsoft.com/office/drawing/2014/main" id="{0CACED5F-1E6A-68FA-EA65-0E554C8AD8C2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8" name="Oval 1117">
                    <a:extLst>
                      <a:ext uri="{FF2B5EF4-FFF2-40B4-BE49-F238E27FC236}">
                        <a16:creationId xmlns:a16="http://schemas.microsoft.com/office/drawing/2014/main" id="{9CD9750B-84F2-D89F-9328-44E9514B173A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9" name="Oval 1118">
                    <a:extLst>
                      <a:ext uri="{FF2B5EF4-FFF2-40B4-BE49-F238E27FC236}">
                        <a16:creationId xmlns:a16="http://schemas.microsoft.com/office/drawing/2014/main" id="{959D8A6C-B799-5CE2-64BD-3A1F2B8FD5CC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0" name="Oval 1119">
                    <a:extLst>
                      <a:ext uri="{FF2B5EF4-FFF2-40B4-BE49-F238E27FC236}">
                        <a16:creationId xmlns:a16="http://schemas.microsoft.com/office/drawing/2014/main" id="{15FC1374-604E-A09C-E397-72C7B16DFBAB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1" name="Oval 1120">
                    <a:extLst>
                      <a:ext uri="{FF2B5EF4-FFF2-40B4-BE49-F238E27FC236}">
                        <a16:creationId xmlns:a16="http://schemas.microsoft.com/office/drawing/2014/main" id="{8295E409-72B1-641E-1E30-327C74D1853B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2" name="Oval 1121">
                    <a:extLst>
                      <a:ext uri="{FF2B5EF4-FFF2-40B4-BE49-F238E27FC236}">
                        <a16:creationId xmlns:a16="http://schemas.microsoft.com/office/drawing/2014/main" id="{872DB2F4-D541-46CC-E614-97F6DABCF976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</p:grpSp>
      <p:grpSp>
        <p:nvGrpSpPr>
          <p:cNvPr id="1309" name="Group 1308">
            <a:extLst>
              <a:ext uri="{FF2B5EF4-FFF2-40B4-BE49-F238E27FC236}">
                <a16:creationId xmlns:a16="http://schemas.microsoft.com/office/drawing/2014/main" id="{9E6D0391-C67D-D2DE-129E-5534710B1042}"/>
              </a:ext>
            </a:extLst>
          </p:cNvPr>
          <p:cNvGrpSpPr/>
          <p:nvPr/>
        </p:nvGrpSpPr>
        <p:grpSpPr>
          <a:xfrm>
            <a:off x="4813590" y="3292186"/>
            <a:ext cx="2566131" cy="1534156"/>
            <a:chOff x="919160" y="3698053"/>
            <a:chExt cx="2566131" cy="1534156"/>
          </a:xfrm>
        </p:grpSpPr>
        <p:grpSp>
          <p:nvGrpSpPr>
            <p:cNvPr id="1310" name="Group 1309">
              <a:extLst>
                <a:ext uri="{FF2B5EF4-FFF2-40B4-BE49-F238E27FC236}">
                  <a16:creationId xmlns:a16="http://schemas.microsoft.com/office/drawing/2014/main" id="{B1FEDDA5-976F-1518-EFEE-504B4B34730C}"/>
                </a:ext>
              </a:extLst>
            </p:cNvPr>
            <p:cNvGrpSpPr/>
            <p:nvPr/>
          </p:nvGrpSpPr>
          <p:grpSpPr>
            <a:xfrm>
              <a:off x="919160" y="3698053"/>
              <a:ext cx="2566131" cy="1534156"/>
              <a:chOff x="6044310" y="90365"/>
              <a:chExt cx="6394225" cy="2487854"/>
            </a:xfrm>
          </p:grpSpPr>
          <p:sp>
            <p:nvSpPr>
              <p:cNvPr id="1492" name="TextBox 1491">
                <a:extLst>
                  <a:ext uri="{FF2B5EF4-FFF2-40B4-BE49-F238E27FC236}">
                    <a16:creationId xmlns:a16="http://schemas.microsoft.com/office/drawing/2014/main" id="{5CD03D68-C48B-AE3D-C7B7-275470E6A854}"/>
                  </a:ext>
                </a:extLst>
              </p:cNvPr>
              <p:cNvSpPr txBox="1"/>
              <p:nvPr/>
            </p:nvSpPr>
            <p:spPr>
              <a:xfrm>
                <a:off x="6044310" y="1332964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Naïve</a:t>
                </a:r>
              </a:p>
              <a:p>
                <a:pPr algn="ctr"/>
                <a:r>
                  <a:rPr lang="en-US" sz="600" dirty="0"/>
                  <a:t>B cell</a:t>
                </a:r>
              </a:p>
            </p:txBody>
          </p:sp>
          <p:sp>
            <p:nvSpPr>
              <p:cNvPr id="1493" name="TextBox 1492">
                <a:extLst>
                  <a:ext uri="{FF2B5EF4-FFF2-40B4-BE49-F238E27FC236}">
                    <a16:creationId xmlns:a16="http://schemas.microsoft.com/office/drawing/2014/main" id="{9926E30B-2917-45FB-A6A9-6E019EED22F1}"/>
                  </a:ext>
                </a:extLst>
              </p:cNvPr>
              <p:cNvSpPr txBox="1"/>
              <p:nvPr/>
            </p:nvSpPr>
            <p:spPr>
              <a:xfrm>
                <a:off x="7674637" y="1332962"/>
                <a:ext cx="964594" cy="44919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 err="1"/>
                  <a:t>Prolif</a:t>
                </a:r>
                <a:r>
                  <a:rPr lang="en-US" sz="600" dirty="0"/>
                  <a:t>.  GC</a:t>
                </a:r>
              </a:p>
            </p:txBody>
          </p:sp>
          <p:sp>
            <p:nvSpPr>
              <p:cNvPr id="1494" name="TextBox 1493">
                <a:extLst>
                  <a:ext uri="{FF2B5EF4-FFF2-40B4-BE49-F238E27FC236}">
                    <a16:creationId xmlns:a16="http://schemas.microsoft.com/office/drawing/2014/main" id="{BDE89CA4-D15D-0C23-0388-98806B7B04FB}"/>
                  </a:ext>
                </a:extLst>
              </p:cNvPr>
              <p:cNvSpPr txBox="1"/>
              <p:nvPr/>
            </p:nvSpPr>
            <p:spPr>
              <a:xfrm>
                <a:off x="9575660" y="364916"/>
                <a:ext cx="964594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Long-lived PC</a:t>
                </a:r>
              </a:p>
            </p:txBody>
          </p:sp>
          <p:sp>
            <p:nvSpPr>
              <p:cNvPr id="1495" name="TextBox 1494">
                <a:extLst>
                  <a:ext uri="{FF2B5EF4-FFF2-40B4-BE49-F238E27FC236}">
                    <a16:creationId xmlns:a16="http://schemas.microsoft.com/office/drawing/2014/main" id="{1EABD2FB-28B8-3184-85EC-1B0A34E326E2}"/>
                  </a:ext>
                </a:extLst>
              </p:cNvPr>
              <p:cNvSpPr txBox="1"/>
              <p:nvPr/>
            </p:nvSpPr>
            <p:spPr>
              <a:xfrm>
                <a:off x="9501901" y="1979294"/>
                <a:ext cx="1051859" cy="598925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/>
                  <a:t>Long lived MBC</a:t>
                </a:r>
              </a:p>
            </p:txBody>
          </p:sp>
          <p:cxnSp>
            <p:nvCxnSpPr>
              <p:cNvPr id="1496" name="Straight Arrow Connector 1495">
                <a:extLst>
                  <a:ext uri="{FF2B5EF4-FFF2-40B4-BE49-F238E27FC236}">
                    <a16:creationId xmlns:a16="http://schemas.microsoft.com/office/drawing/2014/main" id="{D18517EC-145D-10C5-2E72-5EDA54602076}"/>
                  </a:ext>
                </a:extLst>
              </p:cNvPr>
              <p:cNvCxnSpPr>
                <a:stCxn id="1492" idx="3"/>
                <a:endCxn id="1493" idx="1"/>
              </p:cNvCxnSpPr>
              <p:nvPr/>
            </p:nvCxnSpPr>
            <p:spPr>
              <a:xfrm flipV="1">
                <a:off x="7008904" y="1557560"/>
                <a:ext cx="665733" cy="2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Straight Arrow Connector 1496">
                <a:extLst>
                  <a:ext uri="{FF2B5EF4-FFF2-40B4-BE49-F238E27FC236}">
                    <a16:creationId xmlns:a16="http://schemas.microsoft.com/office/drawing/2014/main" id="{D169FB2C-2F14-622D-8666-FDA530EEC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1549" y="777488"/>
                <a:ext cx="838241" cy="534399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8" name="Straight Arrow Connector 1497">
                <a:extLst>
                  <a:ext uri="{FF2B5EF4-FFF2-40B4-BE49-F238E27FC236}">
                    <a16:creationId xmlns:a16="http://schemas.microsoft.com/office/drawing/2014/main" id="{BE9D8974-C632-8CAC-B61B-12B71B3ACB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95558" y="1811673"/>
                <a:ext cx="862675" cy="251878"/>
              </a:xfrm>
              <a:prstGeom prst="straightConnector1">
                <a:avLst/>
              </a:prstGeom>
              <a:ln w="9525"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99" name="Freeform 1498">
                <a:extLst>
                  <a:ext uri="{FF2B5EF4-FFF2-40B4-BE49-F238E27FC236}">
                    <a16:creationId xmlns:a16="http://schemas.microsoft.com/office/drawing/2014/main" id="{8C9A9727-F709-BC45-DFE1-B6998A243F54}"/>
                  </a:ext>
                </a:extLst>
              </p:cNvPr>
              <p:cNvSpPr/>
              <p:nvPr/>
            </p:nvSpPr>
            <p:spPr>
              <a:xfrm>
                <a:off x="7885721" y="777488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sp>
            <p:nvSpPr>
              <p:cNvPr id="1500" name="Freeform 1499">
                <a:extLst>
                  <a:ext uri="{FF2B5EF4-FFF2-40B4-BE49-F238E27FC236}">
                    <a16:creationId xmlns:a16="http://schemas.microsoft.com/office/drawing/2014/main" id="{31F2465E-1B31-5015-4BA6-BEC53D13F8AD}"/>
                  </a:ext>
                </a:extLst>
              </p:cNvPr>
              <p:cNvSpPr/>
              <p:nvPr/>
            </p:nvSpPr>
            <p:spPr>
              <a:xfrm>
                <a:off x="8041592" y="777487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1501" name="Straight Arrow Connector 1500">
                <a:extLst>
                  <a:ext uri="{FF2B5EF4-FFF2-40B4-BE49-F238E27FC236}">
                    <a16:creationId xmlns:a16="http://schemas.microsoft.com/office/drawing/2014/main" id="{E33DE340-775D-C0FA-D58A-D151607EC0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53818" y="913124"/>
                <a:ext cx="936432" cy="50409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2" name="Straight Arrow Connector 1501">
                <a:extLst>
                  <a:ext uri="{FF2B5EF4-FFF2-40B4-BE49-F238E27FC236}">
                    <a16:creationId xmlns:a16="http://schemas.microsoft.com/office/drawing/2014/main" id="{721866B3-7419-C432-BAF1-692A9B278C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25374" y="1853278"/>
                <a:ext cx="862675" cy="461666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Straight Arrow Connector 1502">
                <a:extLst>
                  <a:ext uri="{FF2B5EF4-FFF2-40B4-BE49-F238E27FC236}">
                    <a16:creationId xmlns:a16="http://schemas.microsoft.com/office/drawing/2014/main" id="{08FB8A7D-D8A6-EF0D-CB1E-DE2E321426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7711" y="977566"/>
                <a:ext cx="0" cy="461575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4" name="Freeform 1503">
                <a:extLst>
                  <a:ext uri="{FF2B5EF4-FFF2-40B4-BE49-F238E27FC236}">
                    <a16:creationId xmlns:a16="http://schemas.microsoft.com/office/drawing/2014/main" id="{8A9394D5-C986-4D9B-11AF-7977A6F43769}"/>
                  </a:ext>
                </a:extLst>
              </p:cNvPr>
              <p:cNvSpPr/>
              <p:nvPr/>
            </p:nvSpPr>
            <p:spPr>
              <a:xfrm>
                <a:off x="8018978" y="1744610"/>
                <a:ext cx="1425996" cy="701065"/>
              </a:xfrm>
              <a:custGeom>
                <a:avLst/>
                <a:gdLst>
                  <a:gd name="connsiteX0" fmla="*/ 1374629 w 1425997"/>
                  <a:gd name="connsiteY0" fmla="*/ 689020 h 701065"/>
                  <a:gd name="connsiteX1" fmla="*/ 1284477 w 1425997"/>
                  <a:gd name="connsiteY1" fmla="*/ 695459 h 701065"/>
                  <a:gd name="connsiteX2" fmla="*/ 170454 w 1425997"/>
                  <a:gd name="connsiteY2" fmla="*/ 618186 h 701065"/>
                  <a:gd name="connsiteX3" fmla="*/ 22347 w 1425997"/>
                  <a:gd name="connsiteY3" fmla="*/ 0 h 7010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25997" h="701065">
                    <a:moveTo>
                      <a:pt x="1374629" y="689020"/>
                    </a:moveTo>
                    <a:cubicBezTo>
                      <a:pt x="1429901" y="698142"/>
                      <a:pt x="1485173" y="707265"/>
                      <a:pt x="1284477" y="695459"/>
                    </a:cubicBezTo>
                    <a:cubicBezTo>
                      <a:pt x="1083781" y="683653"/>
                      <a:pt x="380809" y="734096"/>
                      <a:pt x="170454" y="618186"/>
                    </a:cubicBezTo>
                    <a:cubicBezTo>
                      <a:pt x="-39901" y="502276"/>
                      <a:pt x="-8777" y="251138"/>
                      <a:pt x="22347" y="0"/>
                    </a:cubicBezTo>
                  </a:path>
                </a:pathLst>
              </a:custGeom>
              <a:noFill/>
              <a:ln w="9525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"/>
              </a:p>
            </p:txBody>
          </p:sp>
          <p:cxnSp>
            <p:nvCxnSpPr>
              <p:cNvPr id="1505" name="Straight Arrow Connector 1504">
                <a:extLst>
                  <a:ext uri="{FF2B5EF4-FFF2-40B4-BE49-F238E27FC236}">
                    <a16:creationId xmlns:a16="http://schemas.microsoft.com/office/drawing/2014/main" id="{2594075E-3C3A-B17E-2E16-6B7686DAA9FE}"/>
                  </a:ext>
                </a:extLst>
              </p:cNvPr>
              <p:cNvCxnSpPr/>
              <p:nvPr/>
            </p:nvCxnSpPr>
            <p:spPr>
              <a:xfrm>
                <a:off x="10566919" y="616794"/>
                <a:ext cx="431616" cy="0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6" name="TextBox 1505">
                <a:extLst>
                  <a:ext uri="{FF2B5EF4-FFF2-40B4-BE49-F238E27FC236}">
                    <a16:creationId xmlns:a16="http://schemas.microsoft.com/office/drawing/2014/main" id="{F2BA7E3F-A921-C04C-688B-2215D56E70E5}"/>
                  </a:ext>
                </a:extLst>
              </p:cNvPr>
              <p:cNvSpPr txBox="1"/>
              <p:nvPr/>
            </p:nvSpPr>
            <p:spPr>
              <a:xfrm>
                <a:off x="10364360" y="90365"/>
                <a:ext cx="2074175" cy="449194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600" b="1" dirty="0"/>
                  <a:t>Secreted antibody</a:t>
                </a:r>
              </a:p>
              <a:p>
                <a:r>
                  <a:rPr lang="en-US" sz="600" b="1" dirty="0"/>
                  <a:t>(T</a:t>
                </a:r>
                <a:r>
                  <a:rPr lang="en-US" sz="600" b="1" baseline="-25000" dirty="0"/>
                  <a:t>1/2</a:t>
                </a:r>
                <a:r>
                  <a:rPr lang="en-US" sz="600" b="1" dirty="0"/>
                  <a:t>~21d)</a:t>
                </a:r>
              </a:p>
            </p:txBody>
          </p:sp>
          <p:sp>
            <p:nvSpPr>
              <p:cNvPr id="1507" name="TextBox 1506">
                <a:extLst>
                  <a:ext uri="{FF2B5EF4-FFF2-40B4-BE49-F238E27FC236}">
                    <a16:creationId xmlns:a16="http://schemas.microsoft.com/office/drawing/2014/main" id="{C6778C37-CE7B-A49E-45A3-7331046632E2}"/>
                  </a:ext>
                </a:extLst>
              </p:cNvPr>
              <p:cNvSpPr txBox="1"/>
              <p:nvPr/>
            </p:nvSpPr>
            <p:spPr>
              <a:xfrm>
                <a:off x="9996163" y="988828"/>
                <a:ext cx="1969184" cy="499105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 follows Power-Law</a:t>
                </a:r>
              </a:p>
            </p:txBody>
          </p:sp>
          <p:cxnSp>
            <p:nvCxnSpPr>
              <p:cNvPr id="1508" name="Straight Arrow Connector 1507">
                <a:extLst>
                  <a:ext uri="{FF2B5EF4-FFF2-40B4-BE49-F238E27FC236}">
                    <a16:creationId xmlns:a16="http://schemas.microsoft.com/office/drawing/2014/main" id="{29C2DD66-1FF5-8778-9F13-D6440D9A90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3497" y="1493829"/>
                <a:ext cx="1213" cy="478231"/>
              </a:xfrm>
              <a:prstGeom prst="straightConnector1">
                <a:avLst/>
              </a:prstGeom>
              <a:ln w="95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9" name="TextBox 1508">
                <a:extLst>
                  <a:ext uri="{FF2B5EF4-FFF2-40B4-BE49-F238E27FC236}">
                    <a16:creationId xmlns:a16="http://schemas.microsoft.com/office/drawing/2014/main" id="{53F66228-2BF5-4CC5-3F58-EC8BDAEBA644}"/>
                  </a:ext>
                </a:extLst>
              </p:cNvPr>
              <p:cNvSpPr txBox="1"/>
              <p:nvPr/>
            </p:nvSpPr>
            <p:spPr>
              <a:xfrm>
                <a:off x="9996163" y="1619184"/>
                <a:ext cx="1051851" cy="324418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death</a:t>
                </a:r>
              </a:p>
            </p:txBody>
          </p:sp>
        </p:grpSp>
        <p:grpSp>
          <p:nvGrpSpPr>
            <p:cNvPr id="1311" name="Group 1310">
              <a:extLst>
                <a:ext uri="{FF2B5EF4-FFF2-40B4-BE49-F238E27FC236}">
                  <a16:creationId xmlns:a16="http://schemas.microsoft.com/office/drawing/2014/main" id="{109B60F1-0F53-245F-4B84-779D6D493091}"/>
                </a:ext>
              </a:extLst>
            </p:cNvPr>
            <p:cNvGrpSpPr/>
            <p:nvPr/>
          </p:nvGrpSpPr>
          <p:grpSpPr>
            <a:xfrm>
              <a:off x="2936333" y="3981764"/>
              <a:ext cx="420387" cy="280016"/>
              <a:chOff x="3401336" y="2799442"/>
              <a:chExt cx="833321" cy="569609"/>
            </a:xfrm>
          </p:grpSpPr>
          <p:grpSp>
            <p:nvGrpSpPr>
              <p:cNvPr id="1312" name="Group 1311">
                <a:extLst>
                  <a:ext uri="{FF2B5EF4-FFF2-40B4-BE49-F238E27FC236}">
                    <a16:creationId xmlns:a16="http://schemas.microsoft.com/office/drawing/2014/main" id="{9BBE486D-029C-3CCF-356A-7270E72EBB38}"/>
                  </a:ext>
                </a:extLst>
              </p:cNvPr>
              <p:cNvGrpSpPr/>
              <p:nvPr/>
            </p:nvGrpSpPr>
            <p:grpSpPr>
              <a:xfrm rot="5400000" flipH="1" flipV="1">
                <a:off x="3503380" y="269739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1433" name="Group 1432">
                  <a:extLst>
                    <a:ext uri="{FF2B5EF4-FFF2-40B4-BE49-F238E27FC236}">
                      <a16:creationId xmlns:a16="http://schemas.microsoft.com/office/drawing/2014/main" id="{680229D3-8429-D849-79A5-5141FE375253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468" name="Group 1467">
                    <a:extLst>
                      <a:ext uri="{FF2B5EF4-FFF2-40B4-BE49-F238E27FC236}">
                        <a16:creationId xmlns:a16="http://schemas.microsoft.com/office/drawing/2014/main" id="{A0815BF4-EF28-7EDC-DCAE-F1C7206205A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482" name="Oval 1481">
                      <a:extLst>
                        <a:ext uri="{FF2B5EF4-FFF2-40B4-BE49-F238E27FC236}">
                          <a16:creationId xmlns:a16="http://schemas.microsoft.com/office/drawing/2014/main" id="{13F35353-1A2E-9DF4-F18F-6F32F924C83F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7BDEDF5F-93AF-78CD-0D29-4B64BD51CD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84" name="Oval 1483">
                        <a:extLst>
                          <a:ext uri="{FF2B5EF4-FFF2-40B4-BE49-F238E27FC236}">
                            <a16:creationId xmlns:a16="http://schemas.microsoft.com/office/drawing/2014/main" id="{5C0A3BE4-EF22-67B3-7D4C-DDF50E08041C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85" name="Oval 1484">
                        <a:extLst>
                          <a:ext uri="{FF2B5EF4-FFF2-40B4-BE49-F238E27FC236}">
                            <a16:creationId xmlns:a16="http://schemas.microsoft.com/office/drawing/2014/main" id="{B125365A-F6AC-E0F2-76EA-5C32A2EA5AA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86" name="Oval 1485">
                        <a:extLst>
                          <a:ext uri="{FF2B5EF4-FFF2-40B4-BE49-F238E27FC236}">
                            <a16:creationId xmlns:a16="http://schemas.microsoft.com/office/drawing/2014/main" id="{6DBC74BA-726D-C566-19B6-7BB99B27C6EF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87" name="Oval 1486">
                        <a:extLst>
                          <a:ext uri="{FF2B5EF4-FFF2-40B4-BE49-F238E27FC236}">
                            <a16:creationId xmlns:a16="http://schemas.microsoft.com/office/drawing/2014/main" id="{9ABB181A-5DAE-37FB-5628-E42C7885E171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88" name="Arc 1487">
                        <a:extLst>
                          <a:ext uri="{FF2B5EF4-FFF2-40B4-BE49-F238E27FC236}">
                            <a16:creationId xmlns:a16="http://schemas.microsoft.com/office/drawing/2014/main" id="{2A5A9BD4-F2D0-ED26-D58E-5D358100FD0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89" name="Oval 1488">
                        <a:extLst>
                          <a:ext uri="{FF2B5EF4-FFF2-40B4-BE49-F238E27FC236}">
                            <a16:creationId xmlns:a16="http://schemas.microsoft.com/office/drawing/2014/main" id="{202CD08B-3516-13F8-E91C-48C3DD3875A7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90" name="Arc 1489">
                        <a:extLst>
                          <a:ext uri="{FF2B5EF4-FFF2-40B4-BE49-F238E27FC236}">
                            <a16:creationId xmlns:a16="http://schemas.microsoft.com/office/drawing/2014/main" id="{913ED432-6AC1-8EF3-BA49-4B45983983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91" name="Arc 1490">
                        <a:extLst>
                          <a:ext uri="{FF2B5EF4-FFF2-40B4-BE49-F238E27FC236}">
                            <a16:creationId xmlns:a16="http://schemas.microsoft.com/office/drawing/2014/main" id="{67809DD7-737F-33D1-FBCC-649C1E1ED099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469" name="Group 1468">
                    <a:extLst>
                      <a:ext uri="{FF2B5EF4-FFF2-40B4-BE49-F238E27FC236}">
                        <a16:creationId xmlns:a16="http://schemas.microsoft.com/office/drawing/2014/main" id="{25A811A0-4390-71B3-FA29-D40C0EC7BEE9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472" name="Oval 1471">
                      <a:extLst>
                        <a:ext uri="{FF2B5EF4-FFF2-40B4-BE49-F238E27FC236}">
                          <a16:creationId xmlns:a16="http://schemas.microsoft.com/office/drawing/2014/main" id="{ADD9982B-CEA8-25EE-3B98-9B60BDDB9C1C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73" name="Group 1472">
                      <a:extLst>
                        <a:ext uri="{FF2B5EF4-FFF2-40B4-BE49-F238E27FC236}">
                          <a16:creationId xmlns:a16="http://schemas.microsoft.com/office/drawing/2014/main" id="{17772EFD-F90C-2D71-DCD5-BC873348CEA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74" name="Oval 1473">
                        <a:extLst>
                          <a:ext uri="{FF2B5EF4-FFF2-40B4-BE49-F238E27FC236}">
                            <a16:creationId xmlns:a16="http://schemas.microsoft.com/office/drawing/2014/main" id="{9E90BD57-D0B5-69A0-7F35-9159AFE13C41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75" name="Oval 1474">
                        <a:extLst>
                          <a:ext uri="{FF2B5EF4-FFF2-40B4-BE49-F238E27FC236}">
                            <a16:creationId xmlns:a16="http://schemas.microsoft.com/office/drawing/2014/main" id="{5FA27E62-60D8-0080-2DB9-57E3CC035DA1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76" name="Oval 1475">
                        <a:extLst>
                          <a:ext uri="{FF2B5EF4-FFF2-40B4-BE49-F238E27FC236}">
                            <a16:creationId xmlns:a16="http://schemas.microsoft.com/office/drawing/2014/main" id="{B4592E46-5850-283D-9D75-9FB4DF6C5F22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77" name="Oval 1476">
                        <a:extLst>
                          <a:ext uri="{FF2B5EF4-FFF2-40B4-BE49-F238E27FC236}">
                            <a16:creationId xmlns:a16="http://schemas.microsoft.com/office/drawing/2014/main" id="{F29FF63E-45E6-D12E-7A7F-BC754EE50676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78" name="Arc 1477">
                        <a:extLst>
                          <a:ext uri="{FF2B5EF4-FFF2-40B4-BE49-F238E27FC236}">
                            <a16:creationId xmlns:a16="http://schemas.microsoft.com/office/drawing/2014/main" id="{F6BB6E9B-8D8B-7F9E-E2F6-8FB3990437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79" name="Oval 1478">
                        <a:extLst>
                          <a:ext uri="{FF2B5EF4-FFF2-40B4-BE49-F238E27FC236}">
                            <a16:creationId xmlns:a16="http://schemas.microsoft.com/office/drawing/2014/main" id="{C40FDDA9-28F6-EC31-FD2A-2623E00BD30A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80" name="Arc 1479">
                        <a:extLst>
                          <a:ext uri="{FF2B5EF4-FFF2-40B4-BE49-F238E27FC236}">
                            <a16:creationId xmlns:a16="http://schemas.microsoft.com/office/drawing/2014/main" id="{0D6FB51D-8E44-2547-5BF4-5809EB025C4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81" name="Arc 1480">
                        <a:extLst>
                          <a:ext uri="{FF2B5EF4-FFF2-40B4-BE49-F238E27FC236}">
                            <a16:creationId xmlns:a16="http://schemas.microsoft.com/office/drawing/2014/main" id="{4055BFEC-70C1-A990-53AD-0078A082FFC8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470" name="Straight Connector 1469">
                    <a:extLst>
                      <a:ext uri="{FF2B5EF4-FFF2-40B4-BE49-F238E27FC236}">
                        <a16:creationId xmlns:a16="http://schemas.microsoft.com/office/drawing/2014/main" id="{5D0860BE-BFA8-90E9-61A7-05BA3FF52AE2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1" name="Straight Connector 1470">
                    <a:extLst>
                      <a:ext uri="{FF2B5EF4-FFF2-40B4-BE49-F238E27FC236}">
                        <a16:creationId xmlns:a16="http://schemas.microsoft.com/office/drawing/2014/main" id="{A9BB50BB-A45B-542D-C25A-FEF941071D14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34" name="Group 1433">
                  <a:extLst>
                    <a:ext uri="{FF2B5EF4-FFF2-40B4-BE49-F238E27FC236}">
                      <a16:creationId xmlns:a16="http://schemas.microsoft.com/office/drawing/2014/main" id="{78E6D8C3-9C2D-8028-2474-D31D5AEA1AE1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444" name="Group 1443">
                    <a:extLst>
                      <a:ext uri="{FF2B5EF4-FFF2-40B4-BE49-F238E27FC236}">
                        <a16:creationId xmlns:a16="http://schemas.microsoft.com/office/drawing/2014/main" id="{49B32647-A7B9-69E9-B188-B51E9E528034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458" name="Oval 1457">
                      <a:extLst>
                        <a:ext uri="{FF2B5EF4-FFF2-40B4-BE49-F238E27FC236}">
                          <a16:creationId xmlns:a16="http://schemas.microsoft.com/office/drawing/2014/main" id="{56108A0D-FAFE-5B20-5C1B-622621DBE0A1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59" name="Group 1458">
                      <a:extLst>
                        <a:ext uri="{FF2B5EF4-FFF2-40B4-BE49-F238E27FC236}">
                          <a16:creationId xmlns:a16="http://schemas.microsoft.com/office/drawing/2014/main" id="{50E67A15-92BD-21D6-C3FB-2BC712A2C9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60" name="Oval 1459">
                        <a:extLst>
                          <a:ext uri="{FF2B5EF4-FFF2-40B4-BE49-F238E27FC236}">
                            <a16:creationId xmlns:a16="http://schemas.microsoft.com/office/drawing/2014/main" id="{963C6FE8-CE1C-0639-F4E0-4714549F1FCA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61" name="Oval 1460">
                        <a:extLst>
                          <a:ext uri="{FF2B5EF4-FFF2-40B4-BE49-F238E27FC236}">
                            <a16:creationId xmlns:a16="http://schemas.microsoft.com/office/drawing/2014/main" id="{41E14428-B243-EE99-AE44-8CC60241F99E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62" name="Oval 1461">
                        <a:extLst>
                          <a:ext uri="{FF2B5EF4-FFF2-40B4-BE49-F238E27FC236}">
                            <a16:creationId xmlns:a16="http://schemas.microsoft.com/office/drawing/2014/main" id="{A0081F61-9D5C-E5FF-07A4-B20AB55687A1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63" name="Oval 1462">
                        <a:extLst>
                          <a:ext uri="{FF2B5EF4-FFF2-40B4-BE49-F238E27FC236}">
                            <a16:creationId xmlns:a16="http://schemas.microsoft.com/office/drawing/2014/main" id="{1C1443DE-D37C-6CCF-2F99-EC5A9A9154C3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64" name="Arc 1463">
                        <a:extLst>
                          <a:ext uri="{FF2B5EF4-FFF2-40B4-BE49-F238E27FC236}">
                            <a16:creationId xmlns:a16="http://schemas.microsoft.com/office/drawing/2014/main" id="{D3367323-BD24-DCBA-A42A-0602347900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5" name="Oval 1464">
                        <a:extLst>
                          <a:ext uri="{FF2B5EF4-FFF2-40B4-BE49-F238E27FC236}">
                            <a16:creationId xmlns:a16="http://schemas.microsoft.com/office/drawing/2014/main" id="{B22DA851-B817-D900-44DC-001F7B4F3996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66" name="Arc 1465">
                        <a:extLst>
                          <a:ext uri="{FF2B5EF4-FFF2-40B4-BE49-F238E27FC236}">
                            <a16:creationId xmlns:a16="http://schemas.microsoft.com/office/drawing/2014/main" id="{F3353055-16DE-593E-AA4D-24B02D0D66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7" name="Arc 1466">
                        <a:extLst>
                          <a:ext uri="{FF2B5EF4-FFF2-40B4-BE49-F238E27FC236}">
                            <a16:creationId xmlns:a16="http://schemas.microsoft.com/office/drawing/2014/main" id="{AE1608A4-A137-4951-8DFA-D513BB9EDFB2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445" name="Group 1444">
                    <a:extLst>
                      <a:ext uri="{FF2B5EF4-FFF2-40B4-BE49-F238E27FC236}">
                        <a16:creationId xmlns:a16="http://schemas.microsoft.com/office/drawing/2014/main" id="{39991727-B34D-9980-FF36-2B0ED50F834F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448" name="Oval 1447">
                      <a:extLst>
                        <a:ext uri="{FF2B5EF4-FFF2-40B4-BE49-F238E27FC236}">
                          <a16:creationId xmlns:a16="http://schemas.microsoft.com/office/drawing/2014/main" id="{388AEFE1-D738-14BB-0647-6F3E2522DF4D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49" name="Group 1448">
                      <a:extLst>
                        <a:ext uri="{FF2B5EF4-FFF2-40B4-BE49-F238E27FC236}">
                          <a16:creationId xmlns:a16="http://schemas.microsoft.com/office/drawing/2014/main" id="{1F17A63C-9710-841C-C330-9C8D1531846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50" name="Oval 1449">
                        <a:extLst>
                          <a:ext uri="{FF2B5EF4-FFF2-40B4-BE49-F238E27FC236}">
                            <a16:creationId xmlns:a16="http://schemas.microsoft.com/office/drawing/2014/main" id="{0DDD6C97-A8AB-7CC5-2B6D-E12DA1BCE98B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51" name="Oval 1450">
                        <a:extLst>
                          <a:ext uri="{FF2B5EF4-FFF2-40B4-BE49-F238E27FC236}">
                            <a16:creationId xmlns:a16="http://schemas.microsoft.com/office/drawing/2014/main" id="{6B1BD8EB-AA36-35A2-84CD-8CC7640D0EA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52" name="Oval 1451">
                        <a:extLst>
                          <a:ext uri="{FF2B5EF4-FFF2-40B4-BE49-F238E27FC236}">
                            <a16:creationId xmlns:a16="http://schemas.microsoft.com/office/drawing/2014/main" id="{243E10F8-BC33-4A0C-30CC-F8C96122A60E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53" name="Oval 1452">
                        <a:extLst>
                          <a:ext uri="{FF2B5EF4-FFF2-40B4-BE49-F238E27FC236}">
                            <a16:creationId xmlns:a16="http://schemas.microsoft.com/office/drawing/2014/main" id="{523FF398-91EC-38DA-5885-ABD0B4409093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54" name="Arc 1453">
                        <a:extLst>
                          <a:ext uri="{FF2B5EF4-FFF2-40B4-BE49-F238E27FC236}">
                            <a16:creationId xmlns:a16="http://schemas.microsoft.com/office/drawing/2014/main" id="{7254918C-9ACA-0E9D-061D-B8A769608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5" name="Oval 1454">
                        <a:extLst>
                          <a:ext uri="{FF2B5EF4-FFF2-40B4-BE49-F238E27FC236}">
                            <a16:creationId xmlns:a16="http://schemas.microsoft.com/office/drawing/2014/main" id="{6D6A0175-4F24-40D4-18CF-E321FA2FFF57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56" name="Arc 1455">
                        <a:extLst>
                          <a:ext uri="{FF2B5EF4-FFF2-40B4-BE49-F238E27FC236}">
                            <a16:creationId xmlns:a16="http://schemas.microsoft.com/office/drawing/2014/main" id="{9FF0EB94-3500-E3C0-3415-5A22A31AB4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7" name="Arc 1456">
                        <a:extLst>
                          <a:ext uri="{FF2B5EF4-FFF2-40B4-BE49-F238E27FC236}">
                            <a16:creationId xmlns:a16="http://schemas.microsoft.com/office/drawing/2014/main" id="{46400430-CBBA-856C-9F7C-F0021B3E6241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446" name="Straight Connector 1445">
                    <a:extLst>
                      <a:ext uri="{FF2B5EF4-FFF2-40B4-BE49-F238E27FC236}">
                        <a16:creationId xmlns:a16="http://schemas.microsoft.com/office/drawing/2014/main" id="{7CCFD8AE-BF43-04BC-57C2-9C1045C8230E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7" name="Straight Connector 1446">
                    <a:extLst>
                      <a:ext uri="{FF2B5EF4-FFF2-40B4-BE49-F238E27FC236}">
                        <a16:creationId xmlns:a16="http://schemas.microsoft.com/office/drawing/2014/main" id="{6CED4AEB-C04C-30CB-D918-99BA13E19772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35" name="Group 1434">
                  <a:extLst>
                    <a:ext uri="{FF2B5EF4-FFF2-40B4-BE49-F238E27FC236}">
                      <a16:creationId xmlns:a16="http://schemas.microsoft.com/office/drawing/2014/main" id="{F0EB7D20-E072-D8C8-748B-8A6584121FEF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436" name="Moon 1435">
                    <a:extLst>
                      <a:ext uri="{FF2B5EF4-FFF2-40B4-BE49-F238E27FC236}">
                        <a16:creationId xmlns:a16="http://schemas.microsoft.com/office/drawing/2014/main" id="{EA5C85B5-AFAA-28C0-7A15-300E9264238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7" name="Oval 1436">
                    <a:extLst>
                      <a:ext uri="{FF2B5EF4-FFF2-40B4-BE49-F238E27FC236}">
                        <a16:creationId xmlns:a16="http://schemas.microsoft.com/office/drawing/2014/main" id="{C09A3321-3194-9DC6-924F-3AEEEA6C9A50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8" name="Oval 1437">
                    <a:extLst>
                      <a:ext uri="{FF2B5EF4-FFF2-40B4-BE49-F238E27FC236}">
                        <a16:creationId xmlns:a16="http://schemas.microsoft.com/office/drawing/2014/main" id="{340AEBF6-365D-4686-E4BE-8C5E554A900E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9" name="Oval 1438">
                    <a:extLst>
                      <a:ext uri="{FF2B5EF4-FFF2-40B4-BE49-F238E27FC236}">
                        <a16:creationId xmlns:a16="http://schemas.microsoft.com/office/drawing/2014/main" id="{F133DE26-DFDE-FB1C-5A7E-E40D0C4DC7C6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40" name="Oval 1439">
                    <a:extLst>
                      <a:ext uri="{FF2B5EF4-FFF2-40B4-BE49-F238E27FC236}">
                        <a16:creationId xmlns:a16="http://schemas.microsoft.com/office/drawing/2014/main" id="{230FE301-25BC-83DF-A1C3-D1BF7C89B3C8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41" name="Oval 1440">
                    <a:extLst>
                      <a:ext uri="{FF2B5EF4-FFF2-40B4-BE49-F238E27FC236}">
                        <a16:creationId xmlns:a16="http://schemas.microsoft.com/office/drawing/2014/main" id="{52DE7268-CE36-C98D-DF6D-2A9C4D0CCE9A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42" name="Oval 1441">
                    <a:extLst>
                      <a:ext uri="{FF2B5EF4-FFF2-40B4-BE49-F238E27FC236}">
                        <a16:creationId xmlns:a16="http://schemas.microsoft.com/office/drawing/2014/main" id="{D9E9A1BC-7F49-52D0-824B-3836A134655E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43" name="Oval 1442">
                    <a:extLst>
                      <a:ext uri="{FF2B5EF4-FFF2-40B4-BE49-F238E27FC236}">
                        <a16:creationId xmlns:a16="http://schemas.microsoft.com/office/drawing/2014/main" id="{4F57F47D-6957-37F0-0A57-415E52D75CD0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313" name="Group 1312">
                <a:extLst>
                  <a:ext uri="{FF2B5EF4-FFF2-40B4-BE49-F238E27FC236}">
                    <a16:creationId xmlns:a16="http://schemas.microsoft.com/office/drawing/2014/main" id="{DF2A2683-C4C0-9672-DDFB-98609CC650D3}"/>
                  </a:ext>
                </a:extLst>
              </p:cNvPr>
              <p:cNvGrpSpPr/>
              <p:nvPr/>
            </p:nvGrpSpPr>
            <p:grpSpPr>
              <a:xfrm rot="7464527" flipH="1" flipV="1">
                <a:off x="3987910" y="3006828"/>
                <a:ext cx="144704" cy="348791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1374" name="Group 1373">
                  <a:extLst>
                    <a:ext uri="{FF2B5EF4-FFF2-40B4-BE49-F238E27FC236}">
                      <a16:creationId xmlns:a16="http://schemas.microsoft.com/office/drawing/2014/main" id="{6627E446-5E99-26F5-C039-D60312396FEE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409" name="Group 1408">
                    <a:extLst>
                      <a:ext uri="{FF2B5EF4-FFF2-40B4-BE49-F238E27FC236}">
                        <a16:creationId xmlns:a16="http://schemas.microsoft.com/office/drawing/2014/main" id="{7EB06FF9-2B01-AE62-ABA7-AC8AD87944C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423" name="Oval 1422">
                      <a:extLst>
                        <a:ext uri="{FF2B5EF4-FFF2-40B4-BE49-F238E27FC236}">
                          <a16:creationId xmlns:a16="http://schemas.microsoft.com/office/drawing/2014/main" id="{D144092B-DE9D-426D-3F3B-AFC89288A552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24" name="Group 1423">
                      <a:extLst>
                        <a:ext uri="{FF2B5EF4-FFF2-40B4-BE49-F238E27FC236}">
                          <a16:creationId xmlns:a16="http://schemas.microsoft.com/office/drawing/2014/main" id="{5E75F34F-C403-732B-8BEF-84AA0A982D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25" name="Oval 1424">
                        <a:extLst>
                          <a:ext uri="{FF2B5EF4-FFF2-40B4-BE49-F238E27FC236}">
                            <a16:creationId xmlns:a16="http://schemas.microsoft.com/office/drawing/2014/main" id="{1AB7AF62-3CA4-9FC5-AEB8-211E58EC8F06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26" name="Oval 1425">
                        <a:extLst>
                          <a:ext uri="{FF2B5EF4-FFF2-40B4-BE49-F238E27FC236}">
                            <a16:creationId xmlns:a16="http://schemas.microsoft.com/office/drawing/2014/main" id="{192E5D94-D3B2-4BE7-FFA3-0EEAC109511F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27" name="Oval 1426">
                        <a:extLst>
                          <a:ext uri="{FF2B5EF4-FFF2-40B4-BE49-F238E27FC236}">
                            <a16:creationId xmlns:a16="http://schemas.microsoft.com/office/drawing/2014/main" id="{CFC3370B-36EE-028A-094A-659A5E963F69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28" name="Oval 1427">
                        <a:extLst>
                          <a:ext uri="{FF2B5EF4-FFF2-40B4-BE49-F238E27FC236}">
                            <a16:creationId xmlns:a16="http://schemas.microsoft.com/office/drawing/2014/main" id="{9DC57B3C-C0E3-FEDE-09E3-8FDE541A09EE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29" name="Arc 1428">
                        <a:extLst>
                          <a:ext uri="{FF2B5EF4-FFF2-40B4-BE49-F238E27FC236}">
                            <a16:creationId xmlns:a16="http://schemas.microsoft.com/office/drawing/2014/main" id="{8B507FBD-A586-29D6-5C37-1CC880637B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30" name="Oval 1429">
                        <a:extLst>
                          <a:ext uri="{FF2B5EF4-FFF2-40B4-BE49-F238E27FC236}">
                            <a16:creationId xmlns:a16="http://schemas.microsoft.com/office/drawing/2014/main" id="{EDADDFCE-E036-6BC1-2353-08F6A0CDAEEC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31" name="Arc 1430">
                        <a:extLst>
                          <a:ext uri="{FF2B5EF4-FFF2-40B4-BE49-F238E27FC236}">
                            <a16:creationId xmlns:a16="http://schemas.microsoft.com/office/drawing/2014/main" id="{38E0D657-4C8B-2F5B-0D1A-05F3D108B5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32" name="Arc 1431">
                        <a:extLst>
                          <a:ext uri="{FF2B5EF4-FFF2-40B4-BE49-F238E27FC236}">
                            <a16:creationId xmlns:a16="http://schemas.microsoft.com/office/drawing/2014/main" id="{49AA667B-BBFD-2360-D678-5039152A0989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410" name="Group 1409">
                    <a:extLst>
                      <a:ext uri="{FF2B5EF4-FFF2-40B4-BE49-F238E27FC236}">
                        <a16:creationId xmlns:a16="http://schemas.microsoft.com/office/drawing/2014/main" id="{B174BB0A-BB90-6B6B-328F-188BE0E41D1A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413" name="Oval 1412">
                      <a:extLst>
                        <a:ext uri="{FF2B5EF4-FFF2-40B4-BE49-F238E27FC236}">
                          <a16:creationId xmlns:a16="http://schemas.microsoft.com/office/drawing/2014/main" id="{0916C74B-3724-67BF-0DDD-C7ED098926CF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14" name="Group 1413">
                      <a:extLst>
                        <a:ext uri="{FF2B5EF4-FFF2-40B4-BE49-F238E27FC236}">
                          <a16:creationId xmlns:a16="http://schemas.microsoft.com/office/drawing/2014/main" id="{900CE558-8CE4-2CC7-CB8A-F915CDECEC2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15" name="Oval 1414">
                        <a:extLst>
                          <a:ext uri="{FF2B5EF4-FFF2-40B4-BE49-F238E27FC236}">
                            <a16:creationId xmlns:a16="http://schemas.microsoft.com/office/drawing/2014/main" id="{430867C9-9520-F88E-BFBA-36AAC112C7B9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16" name="Oval 1415">
                        <a:extLst>
                          <a:ext uri="{FF2B5EF4-FFF2-40B4-BE49-F238E27FC236}">
                            <a16:creationId xmlns:a16="http://schemas.microsoft.com/office/drawing/2014/main" id="{C807DC6C-4B60-F55C-8311-92CFA1E367C0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17" name="Oval 1416">
                        <a:extLst>
                          <a:ext uri="{FF2B5EF4-FFF2-40B4-BE49-F238E27FC236}">
                            <a16:creationId xmlns:a16="http://schemas.microsoft.com/office/drawing/2014/main" id="{1BF2B17D-F0F1-8806-DC45-329800A95309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18" name="Oval 1417">
                        <a:extLst>
                          <a:ext uri="{FF2B5EF4-FFF2-40B4-BE49-F238E27FC236}">
                            <a16:creationId xmlns:a16="http://schemas.microsoft.com/office/drawing/2014/main" id="{B1C1EAF2-62EC-6CFF-609E-77B20DE6F413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19" name="Arc 1418">
                        <a:extLst>
                          <a:ext uri="{FF2B5EF4-FFF2-40B4-BE49-F238E27FC236}">
                            <a16:creationId xmlns:a16="http://schemas.microsoft.com/office/drawing/2014/main" id="{9006E6C4-9C8F-C2AC-92CB-CBD5A9D3DF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20" name="Oval 1419">
                        <a:extLst>
                          <a:ext uri="{FF2B5EF4-FFF2-40B4-BE49-F238E27FC236}">
                            <a16:creationId xmlns:a16="http://schemas.microsoft.com/office/drawing/2014/main" id="{349CE7D6-7037-18DD-C6F3-25E7184EFB34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21" name="Arc 1420">
                        <a:extLst>
                          <a:ext uri="{FF2B5EF4-FFF2-40B4-BE49-F238E27FC236}">
                            <a16:creationId xmlns:a16="http://schemas.microsoft.com/office/drawing/2014/main" id="{D75D7465-8A44-6245-7C09-736A0E501F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22" name="Arc 1421">
                        <a:extLst>
                          <a:ext uri="{FF2B5EF4-FFF2-40B4-BE49-F238E27FC236}">
                            <a16:creationId xmlns:a16="http://schemas.microsoft.com/office/drawing/2014/main" id="{7BE4F627-3B8E-89E1-DA02-0791254D59DD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411" name="Straight Connector 1410">
                    <a:extLst>
                      <a:ext uri="{FF2B5EF4-FFF2-40B4-BE49-F238E27FC236}">
                        <a16:creationId xmlns:a16="http://schemas.microsoft.com/office/drawing/2014/main" id="{BDE30E0A-9FB2-1DB9-82CD-62FB57B0CCFC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2" name="Straight Connector 1411">
                    <a:extLst>
                      <a:ext uri="{FF2B5EF4-FFF2-40B4-BE49-F238E27FC236}">
                        <a16:creationId xmlns:a16="http://schemas.microsoft.com/office/drawing/2014/main" id="{3EA1050D-18B9-3F83-07B8-8AD646099DC9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75" name="Group 1374">
                  <a:extLst>
                    <a:ext uri="{FF2B5EF4-FFF2-40B4-BE49-F238E27FC236}">
                      <a16:creationId xmlns:a16="http://schemas.microsoft.com/office/drawing/2014/main" id="{345C4146-098A-B3EC-AC12-4D4755920B1E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385" name="Group 1384">
                    <a:extLst>
                      <a:ext uri="{FF2B5EF4-FFF2-40B4-BE49-F238E27FC236}">
                        <a16:creationId xmlns:a16="http://schemas.microsoft.com/office/drawing/2014/main" id="{9CE8028C-A06A-0D6B-272C-90A33E692D2C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399" name="Oval 1398">
                      <a:extLst>
                        <a:ext uri="{FF2B5EF4-FFF2-40B4-BE49-F238E27FC236}">
                          <a16:creationId xmlns:a16="http://schemas.microsoft.com/office/drawing/2014/main" id="{BC3D9C5C-6B14-49A3-9921-16816D885D6A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400" name="Group 1399">
                      <a:extLst>
                        <a:ext uri="{FF2B5EF4-FFF2-40B4-BE49-F238E27FC236}">
                          <a16:creationId xmlns:a16="http://schemas.microsoft.com/office/drawing/2014/main" id="{0B0F0775-6850-3CD2-A0A2-86A08A2AD4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401" name="Oval 1400">
                        <a:extLst>
                          <a:ext uri="{FF2B5EF4-FFF2-40B4-BE49-F238E27FC236}">
                            <a16:creationId xmlns:a16="http://schemas.microsoft.com/office/drawing/2014/main" id="{B97255A3-9780-2255-9671-4AEA4DCC7314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02" name="Oval 1401">
                        <a:extLst>
                          <a:ext uri="{FF2B5EF4-FFF2-40B4-BE49-F238E27FC236}">
                            <a16:creationId xmlns:a16="http://schemas.microsoft.com/office/drawing/2014/main" id="{6E5D234D-A530-10D5-7EBA-69BB0ACD629B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03" name="Oval 1402">
                        <a:extLst>
                          <a:ext uri="{FF2B5EF4-FFF2-40B4-BE49-F238E27FC236}">
                            <a16:creationId xmlns:a16="http://schemas.microsoft.com/office/drawing/2014/main" id="{A8382DF2-3A71-4CAC-0805-501E1EFA198F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04" name="Oval 1403">
                        <a:extLst>
                          <a:ext uri="{FF2B5EF4-FFF2-40B4-BE49-F238E27FC236}">
                            <a16:creationId xmlns:a16="http://schemas.microsoft.com/office/drawing/2014/main" id="{6A7E0D21-3FFA-AB2D-5F95-1F41ED54925E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05" name="Arc 1404">
                        <a:extLst>
                          <a:ext uri="{FF2B5EF4-FFF2-40B4-BE49-F238E27FC236}">
                            <a16:creationId xmlns:a16="http://schemas.microsoft.com/office/drawing/2014/main" id="{D8CDF1CA-B885-3774-410B-763B88AC68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06" name="Oval 1405">
                        <a:extLst>
                          <a:ext uri="{FF2B5EF4-FFF2-40B4-BE49-F238E27FC236}">
                            <a16:creationId xmlns:a16="http://schemas.microsoft.com/office/drawing/2014/main" id="{EF3EE92F-F106-7ACA-CE10-438069C8C690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407" name="Arc 1406">
                        <a:extLst>
                          <a:ext uri="{FF2B5EF4-FFF2-40B4-BE49-F238E27FC236}">
                            <a16:creationId xmlns:a16="http://schemas.microsoft.com/office/drawing/2014/main" id="{FE556754-1B28-13AD-D668-C846891574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08" name="Arc 1407">
                        <a:extLst>
                          <a:ext uri="{FF2B5EF4-FFF2-40B4-BE49-F238E27FC236}">
                            <a16:creationId xmlns:a16="http://schemas.microsoft.com/office/drawing/2014/main" id="{2A378A70-385D-7DE0-6B85-73489AD74B58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386" name="Group 1385">
                    <a:extLst>
                      <a:ext uri="{FF2B5EF4-FFF2-40B4-BE49-F238E27FC236}">
                        <a16:creationId xmlns:a16="http://schemas.microsoft.com/office/drawing/2014/main" id="{E9332E22-C9D9-9B36-86CC-453737A4256C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389" name="Oval 1388">
                      <a:extLst>
                        <a:ext uri="{FF2B5EF4-FFF2-40B4-BE49-F238E27FC236}">
                          <a16:creationId xmlns:a16="http://schemas.microsoft.com/office/drawing/2014/main" id="{B493E8DE-379F-EBB9-AD94-0F958F0FFC36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390" name="Group 1389">
                      <a:extLst>
                        <a:ext uri="{FF2B5EF4-FFF2-40B4-BE49-F238E27FC236}">
                          <a16:creationId xmlns:a16="http://schemas.microsoft.com/office/drawing/2014/main" id="{2178BA48-EEC5-4A96-7DFE-00AA4C5D53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391" name="Oval 1390">
                        <a:extLst>
                          <a:ext uri="{FF2B5EF4-FFF2-40B4-BE49-F238E27FC236}">
                            <a16:creationId xmlns:a16="http://schemas.microsoft.com/office/drawing/2014/main" id="{562CD0D6-0159-1E45-61D8-7848684B3283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92" name="Oval 1391">
                        <a:extLst>
                          <a:ext uri="{FF2B5EF4-FFF2-40B4-BE49-F238E27FC236}">
                            <a16:creationId xmlns:a16="http://schemas.microsoft.com/office/drawing/2014/main" id="{351A6915-F3F2-9A2B-39AD-0A983327454D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93" name="Oval 1392">
                        <a:extLst>
                          <a:ext uri="{FF2B5EF4-FFF2-40B4-BE49-F238E27FC236}">
                            <a16:creationId xmlns:a16="http://schemas.microsoft.com/office/drawing/2014/main" id="{28F75234-26C3-3B89-DC33-1C79D5576B56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94" name="Oval 1393">
                        <a:extLst>
                          <a:ext uri="{FF2B5EF4-FFF2-40B4-BE49-F238E27FC236}">
                            <a16:creationId xmlns:a16="http://schemas.microsoft.com/office/drawing/2014/main" id="{F7DA90F6-1ADE-82AB-D19F-6880DBED8555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95" name="Arc 1394">
                        <a:extLst>
                          <a:ext uri="{FF2B5EF4-FFF2-40B4-BE49-F238E27FC236}">
                            <a16:creationId xmlns:a16="http://schemas.microsoft.com/office/drawing/2014/main" id="{AD569EA1-77C2-2748-8608-B3CA05053D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96" name="Oval 1395">
                        <a:extLst>
                          <a:ext uri="{FF2B5EF4-FFF2-40B4-BE49-F238E27FC236}">
                            <a16:creationId xmlns:a16="http://schemas.microsoft.com/office/drawing/2014/main" id="{F43380C3-379A-0F69-9804-D940C662E7BE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97" name="Arc 1396">
                        <a:extLst>
                          <a:ext uri="{FF2B5EF4-FFF2-40B4-BE49-F238E27FC236}">
                            <a16:creationId xmlns:a16="http://schemas.microsoft.com/office/drawing/2014/main" id="{C04353DF-AC31-A806-3E55-BCED0A925A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98" name="Arc 1397">
                        <a:extLst>
                          <a:ext uri="{FF2B5EF4-FFF2-40B4-BE49-F238E27FC236}">
                            <a16:creationId xmlns:a16="http://schemas.microsoft.com/office/drawing/2014/main" id="{34E8A2A5-7526-2557-B38B-CC2940538F6F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387" name="Straight Connector 1386">
                    <a:extLst>
                      <a:ext uri="{FF2B5EF4-FFF2-40B4-BE49-F238E27FC236}">
                        <a16:creationId xmlns:a16="http://schemas.microsoft.com/office/drawing/2014/main" id="{57FD3FFE-B22D-93D1-A121-381F5C45B659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8" name="Straight Connector 1387">
                    <a:extLst>
                      <a:ext uri="{FF2B5EF4-FFF2-40B4-BE49-F238E27FC236}">
                        <a16:creationId xmlns:a16="http://schemas.microsoft.com/office/drawing/2014/main" id="{CBA98201-CA7D-FCB4-E6D8-887391304167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76" name="Group 1375">
                  <a:extLst>
                    <a:ext uri="{FF2B5EF4-FFF2-40B4-BE49-F238E27FC236}">
                      <a16:creationId xmlns:a16="http://schemas.microsoft.com/office/drawing/2014/main" id="{198F7FE9-45DB-8B6A-9F54-1B2FD428A4A0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377" name="Moon 1376">
                    <a:extLst>
                      <a:ext uri="{FF2B5EF4-FFF2-40B4-BE49-F238E27FC236}">
                        <a16:creationId xmlns:a16="http://schemas.microsoft.com/office/drawing/2014/main" id="{4792B813-DBD1-F15F-BC43-893E398AB2F6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8" name="Oval 1377">
                    <a:extLst>
                      <a:ext uri="{FF2B5EF4-FFF2-40B4-BE49-F238E27FC236}">
                        <a16:creationId xmlns:a16="http://schemas.microsoft.com/office/drawing/2014/main" id="{F262EFBA-EE9D-6693-2761-6E087BB56DFD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9" name="Oval 1378">
                    <a:extLst>
                      <a:ext uri="{FF2B5EF4-FFF2-40B4-BE49-F238E27FC236}">
                        <a16:creationId xmlns:a16="http://schemas.microsoft.com/office/drawing/2014/main" id="{A3C5F096-AAFA-FC5D-A5CB-B2269716C147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80" name="Oval 1379">
                    <a:extLst>
                      <a:ext uri="{FF2B5EF4-FFF2-40B4-BE49-F238E27FC236}">
                        <a16:creationId xmlns:a16="http://schemas.microsoft.com/office/drawing/2014/main" id="{FCB4E6FF-86E1-128E-5AB0-0C1C1358280C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81" name="Oval 1380">
                    <a:extLst>
                      <a:ext uri="{FF2B5EF4-FFF2-40B4-BE49-F238E27FC236}">
                        <a16:creationId xmlns:a16="http://schemas.microsoft.com/office/drawing/2014/main" id="{E171CFC9-EAE1-C452-2D79-0A4CF8E28B4C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82" name="Oval 1381">
                    <a:extLst>
                      <a:ext uri="{FF2B5EF4-FFF2-40B4-BE49-F238E27FC236}">
                        <a16:creationId xmlns:a16="http://schemas.microsoft.com/office/drawing/2014/main" id="{69B326AF-7FAF-3451-AF99-549CED7F586F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83" name="Oval 1382">
                    <a:extLst>
                      <a:ext uri="{FF2B5EF4-FFF2-40B4-BE49-F238E27FC236}">
                        <a16:creationId xmlns:a16="http://schemas.microsoft.com/office/drawing/2014/main" id="{170BA640-B963-B7FE-E167-4333609963FF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84" name="Oval 1383">
                    <a:extLst>
                      <a:ext uri="{FF2B5EF4-FFF2-40B4-BE49-F238E27FC236}">
                        <a16:creationId xmlns:a16="http://schemas.microsoft.com/office/drawing/2014/main" id="{2779058A-23E2-DE64-05EF-75EB10F20DD6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314" name="Group 1313">
                <a:extLst>
                  <a:ext uri="{FF2B5EF4-FFF2-40B4-BE49-F238E27FC236}">
                    <a16:creationId xmlns:a16="http://schemas.microsoft.com/office/drawing/2014/main" id="{DB97F3B4-C57C-B70A-840A-65422DF85A34}"/>
                  </a:ext>
                </a:extLst>
              </p:cNvPr>
              <p:cNvGrpSpPr/>
              <p:nvPr/>
            </p:nvGrpSpPr>
            <p:grpSpPr>
              <a:xfrm rot="1312654" flipH="1" flipV="1">
                <a:off x="3537916" y="3020261"/>
                <a:ext cx="180828" cy="348790"/>
                <a:chOff x="8901293" y="933753"/>
                <a:chExt cx="2135899" cy="5148330"/>
              </a:xfrm>
              <a:solidFill>
                <a:srgbClr val="FF0000"/>
              </a:solidFill>
            </p:grpSpPr>
            <p:grpSp>
              <p:nvGrpSpPr>
                <p:cNvPr id="1315" name="Group 1314">
                  <a:extLst>
                    <a:ext uri="{FF2B5EF4-FFF2-40B4-BE49-F238E27FC236}">
                      <a16:creationId xmlns:a16="http://schemas.microsoft.com/office/drawing/2014/main" id="{BC5A1F7B-CA53-3D1C-6FA1-791DEC627970}"/>
                    </a:ext>
                  </a:extLst>
                </p:cNvPr>
                <p:cNvGrpSpPr/>
                <p:nvPr/>
              </p:nvGrpSpPr>
              <p:grpSpPr>
                <a:xfrm>
                  <a:off x="8901293" y="933753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474FDD8B-40A6-1F39-2861-E331915AEA1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364" name="Oval 1363">
                      <a:extLst>
                        <a:ext uri="{FF2B5EF4-FFF2-40B4-BE49-F238E27FC236}">
                          <a16:creationId xmlns:a16="http://schemas.microsoft.com/office/drawing/2014/main" id="{32DF8158-1D11-FBB5-2CE0-66E97F145C5E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365" name="Group 1364">
                      <a:extLst>
                        <a:ext uri="{FF2B5EF4-FFF2-40B4-BE49-F238E27FC236}">
                          <a16:creationId xmlns:a16="http://schemas.microsoft.com/office/drawing/2014/main" id="{2E248809-1EF7-1782-6E1B-5943665F4A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366" name="Oval 1365">
                        <a:extLst>
                          <a:ext uri="{FF2B5EF4-FFF2-40B4-BE49-F238E27FC236}">
                            <a16:creationId xmlns:a16="http://schemas.microsoft.com/office/drawing/2014/main" id="{A20F7632-8F21-5445-3907-B1B71D338FDC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67" name="Oval 1366">
                        <a:extLst>
                          <a:ext uri="{FF2B5EF4-FFF2-40B4-BE49-F238E27FC236}">
                            <a16:creationId xmlns:a16="http://schemas.microsoft.com/office/drawing/2014/main" id="{AAB7D9AD-6CCC-9919-4BC4-CBAA3B41F561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68" name="Oval 1367">
                        <a:extLst>
                          <a:ext uri="{FF2B5EF4-FFF2-40B4-BE49-F238E27FC236}">
                            <a16:creationId xmlns:a16="http://schemas.microsoft.com/office/drawing/2014/main" id="{18C63A44-5B04-71B7-707F-15F83FD0E03F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69" name="Oval 1368">
                        <a:extLst>
                          <a:ext uri="{FF2B5EF4-FFF2-40B4-BE49-F238E27FC236}">
                            <a16:creationId xmlns:a16="http://schemas.microsoft.com/office/drawing/2014/main" id="{59602246-B1EF-E943-0D16-DC3D8DBAAEF9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70" name="Arc 1369">
                        <a:extLst>
                          <a:ext uri="{FF2B5EF4-FFF2-40B4-BE49-F238E27FC236}">
                            <a16:creationId xmlns:a16="http://schemas.microsoft.com/office/drawing/2014/main" id="{23F9ECDF-571F-89F2-2257-747E2F249B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71" name="Oval 1370">
                        <a:extLst>
                          <a:ext uri="{FF2B5EF4-FFF2-40B4-BE49-F238E27FC236}">
                            <a16:creationId xmlns:a16="http://schemas.microsoft.com/office/drawing/2014/main" id="{28B885F6-FC18-FD0B-F1F7-639128F9E2AD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72" name="Arc 1371">
                        <a:extLst>
                          <a:ext uri="{FF2B5EF4-FFF2-40B4-BE49-F238E27FC236}">
                            <a16:creationId xmlns:a16="http://schemas.microsoft.com/office/drawing/2014/main" id="{4511ECEA-A03E-F28A-DB5C-F98F75998C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73" name="Arc 1372">
                        <a:extLst>
                          <a:ext uri="{FF2B5EF4-FFF2-40B4-BE49-F238E27FC236}">
                            <a16:creationId xmlns:a16="http://schemas.microsoft.com/office/drawing/2014/main" id="{BCDBB887-17C0-2553-3FE7-F8F32072801A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351" name="Group 1350">
                    <a:extLst>
                      <a:ext uri="{FF2B5EF4-FFF2-40B4-BE49-F238E27FC236}">
                        <a16:creationId xmlns:a16="http://schemas.microsoft.com/office/drawing/2014/main" id="{BAE9FEE1-21A1-4F7B-8DE8-D203749D1AF1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354" name="Oval 1353">
                      <a:extLst>
                        <a:ext uri="{FF2B5EF4-FFF2-40B4-BE49-F238E27FC236}">
                          <a16:creationId xmlns:a16="http://schemas.microsoft.com/office/drawing/2014/main" id="{75734D99-4D82-5A4B-B358-F52D04220263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F61F937A-178E-3ECE-58D5-49C14296BB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356" name="Oval 1355">
                        <a:extLst>
                          <a:ext uri="{FF2B5EF4-FFF2-40B4-BE49-F238E27FC236}">
                            <a16:creationId xmlns:a16="http://schemas.microsoft.com/office/drawing/2014/main" id="{C8462F11-D2E8-4AEA-C70B-ED2C0FE47714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57" name="Oval 1356">
                        <a:extLst>
                          <a:ext uri="{FF2B5EF4-FFF2-40B4-BE49-F238E27FC236}">
                            <a16:creationId xmlns:a16="http://schemas.microsoft.com/office/drawing/2014/main" id="{6E410B37-F703-A308-D277-6236FACA98D0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58" name="Oval 1357">
                        <a:extLst>
                          <a:ext uri="{FF2B5EF4-FFF2-40B4-BE49-F238E27FC236}">
                            <a16:creationId xmlns:a16="http://schemas.microsoft.com/office/drawing/2014/main" id="{FFD30B16-0138-EE77-1AD1-199EF5B1D418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59" name="Oval 1358">
                        <a:extLst>
                          <a:ext uri="{FF2B5EF4-FFF2-40B4-BE49-F238E27FC236}">
                            <a16:creationId xmlns:a16="http://schemas.microsoft.com/office/drawing/2014/main" id="{6E57D153-4DBA-1CBE-F2C2-14DC27CBF585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60" name="Arc 1359">
                        <a:extLst>
                          <a:ext uri="{FF2B5EF4-FFF2-40B4-BE49-F238E27FC236}">
                            <a16:creationId xmlns:a16="http://schemas.microsoft.com/office/drawing/2014/main" id="{FAEF5A81-3FB1-D566-8895-CA92DD088E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1" name="Oval 1360">
                        <a:extLst>
                          <a:ext uri="{FF2B5EF4-FFF2-40B4-BE49-F238E27FC236}">
                            <a16:creationId xmlns:a16="http://schemas.microsoft.com/office/drawing/2014/main" id="{1B46110F-1C9F-7C98-FD75-5087DB715568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62" name="Arc 1361">
                        <a:extLst>
                          <a:ext uri="{FF2B5EF4-FFF2-40B4-BE49-F238E27FC236}">
                            <a16:creationId xmlns:a16="http://schemas.microsoft.com/office/drawing/2014/main" id="{8587AB50-BC97-6C8F-2B5C-5C91DE883E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3" name="Arc 1362">
                        <a:extLst>
                          <a:ext uri="{FF2B5EF4-FFF2-40B4-BE49-F238E27FC236}">
                            <a16:creationId xmlns:a16="http://schemas.microsoft.com/office/drawing/2014/main" id="{7F5D72A7-A3D7-65E1-C990-423E0EDCD2A7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352" name="Straight Connector 1351">
                    <a:extLst>
                      <a:ext uri="{FF2B5EF4-FFF2-40B4-BE49-F238E27FC236}">
                        <a16:creationId xmlns:a16="http://schemas.microsoft.com/office/drawing/2014/main" id="{EE2CB863-16B1-F944-A2DD-2A72B2B4AB9D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3" name="Straight Connector 1352">
                    <a:extLst>
                      <a:ext uri="{FF2B5EF4-FFF2-40B4-BE49-F238E27FC236}">
                        <a16:creationId xmlns:a16="http://schemas.microsoft.com/office/drawing/2014/main" id="{18F41913-EDFB-DDC4-883E-60E3373A149F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16" name="Group 1315">
                  <a:extLst>
                    <a:ext uri="{FF2B5EF4-FFF2-40B4-BE49-F238E27FC236}">
                      <a16:creationId xmlns:a16="http://schemas.microsoft.com/office/drawing/2014/main" id="{CB1D31E1-6EBC-1F04-C3E7-8F1E4C873BD8}"/>
                    </a:ext>
                  </a:extLst>
                </p:cNvPr>
                <p:cNvGrpSpPr/>
                <p:nvPr/>
              </p:nvGrpSpPr>
              <p:grpSpPr>
                <a:xfrm flipV="1">
                  <a:off x="8906828" y="3517591"/>
                  <a:ext cx="2130364" cy="2564492"/>
                  <a:chOff x="4102111" y="1327060"/>
                  <a:chExt cx="2130364" cy="2564492"/>
                </a:xfrm>
                <a:grpFill/>
              </p:grpSpPr>
              <p:grpSp>
                <p:nvGrpSpPr>
                  <p:cNvPr id="1326" name="Group 1325">
                    <a:extLst>
                      <a:ext uri="{FF2B5EF4-FFF2-40B4-BE49-F238E27FC236}">
                        <a16:creationId xmlns:a16="http://schemas.microsoft.com/office/drawing/2014/main" id="{86EB5860-977D-23B9-C2B6-7B9DD4FF913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27060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340" name="Oval 1339">
                      <a:extLst>
                        <a:ext uri="{FF2B5EF4-FFF2-40B4-BE49-F238E27FC236}">
                          <a16:creationId xmlns:a16="http://schemas.microsoft.com/office/drawing/2014/main" id="{876544D0-1787-E613-8E6B-C6DED88F2986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341" name="Group 1340">
                      <a:extLst>
                        <a:ext uri="{FF2B5EF4-FFF2-40B4-BE49-F238E27FC236}">
                          <a16:creationId xmlns:a16="http://schemas.microsoft.com/office/drawing/2014/main" id="{DDA38DB7-3082-DE70-9558-479588EEF2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342" name="Oval 1341">
                        <a:extLst>
                          <a:ext uri="{FF2B5EF4-FFF2-40B4-BE49-F238E27FC236}">
                            <a16:creationId xmlns:a16="http://schemas.microsoft.com/office/drawing/2014/main" id="{68D03890-5C9B-BAA5-6FC2-28BC01384952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43" name="Oval 1342">
                        <a:extLst>
                          <a:ext uri="{FF2B5EF4-FFF2-40B4-BE49-F238E27FC236}">
                            <a16:creationId xmlns:a16="http://schemas.microsoft.com/office/drawing/2014/main" id="{B167FDB6-8A46-B63D-A0C1-A8834E5B2621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44" name="Oval 1343">
                        <a:extLst>
                          <a:ext uri="{FF2B5EF4-FFF2-40B4-BE49-F238E27FC236}">
                            <a16:creationId xmlns:a16="http://schemas.microsoft.com/office/drawing/2014/main" id="{939B37B7-D1B9-1EE0-461F-E45FB7014249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45" name="Oval 1344">
                        <a:extLst>
                          <a:ext uri="{FF2B5EF4-FFF2-40B4-BE49-F238E27FC236}">
                            <a16:creationId xmlns:a16="http://schemas.microsoft.com/office/drawing/2014/main" id="{2049B6C3-B86A-ACD0-A1BC-00DB3CEC8CA9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46" name="Arc 1345">
                        <a:extLst>
                          <a:ext uri="{FF2B5EF4-FFF2-40B4-BE49-F238E27FC236}">
                            <a16:creationId xmlns:a16="http://schemas.microsoft.com/office/drawing/2014/main" id="{2076D3DB-216B-2035-47C3-D6C8EE9C3D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47" name="Oval 1346">
                        <a:extLst>
                          <a:ext uri="{FF2B5EF4-FFF2-40B4-BE49-F238E27FC236}">
                            <a16:creationId xmlns:a16="http://schemas.microsoft.com/office/drawing/2014/main" id="{5F52E3AD-DC07-9506-B9EB-B5830B9D9607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48" name="Arc 1347">
                        <a:extLst>
                          <a:ext uri="{FF2B5EF4-FFF2-40B4-BE49-F238E27FC236}">
                            <a16:creationId xmlns:a16="http://schemas.microsoft.com/office/drawing/2014/main" id="{49164D76-6B2E-C284-886D-F23B74180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49" name="Arc 1348">
                        <a:extLst>
                          <a:ext uri="{FF2B5EF4-FFF2-40B4-BE49-F238E27FC236}">
                            <a16:creationId xmlns:a16="http://schemas.microsoft.com/office/drawing/2014/main" id="{4C87F1D2-CC0F-E924-0994-8CD26DE058DA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grpSp>
                <p:nvGrpSpPr>
                  <p:cNvPr id="1327" name="Group 1326">
                    <a:extLst>
                      <a:ext uri="{FF2B5EF4-FFF2-40B4-BE49-F238E27FC236}">
                        <a16:creationId xmlns:a16="http://schemas.microsoft.com/office/drawing/2014/main" id="{31CFE4E0-BA82-863A-3833-894F6DE085A9}"/>
                      </a:ext>
                    </a:extLst>
                  </p:cNvPr>
                  <p:cNvGrpSpPr/>
                  <p:nvPr/>
                </p:nvGrpSpPr>
                <p:grpSpPr>
                  <a:xfrm flipH="1">
                    <a:off x="5138140" y="1336301"/>
                    <a:ext cx="1094335" cy="2555251"/>
                    <a:chOff x="4102111" y="1327060"/>
                    <a:chExt cx="1094335" cy="2555251"/>
                  </a:xfrm>
                  <a:grpFill/>
                </p:grpSpPr>
                <p:sp>
                  <p:nvSpPr>
                    <p:cNvPr id="1330" name="Oval 1329">
                      <a:extLst>
                        <a:ext uri="{FF2B5EF4-FFF2-40B4-BE49-F238E27FC236}">
                          <a16:creationId xmlns:a16="http://schemas.microsoft.com/office/drawing/2014/main" id="{99F8A26A-BFFC-B159-4A16-21F8A135908C}"/>
                        </a:ext>
                      </a:extLst>
                    </p:cNvPr>
                    <p:cNvSpPr/>
                    <p:nvPr/>
                  </p:nvSpPr>
                  <p:spPr>
                    <a:xfrm rot="2094095">
                      <a:off x="4224168" y="1327060"/>
                      <a:ext cx="583350" cy="42489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1331" name="Group 1330">
                      <a:extLst>
                        <a:ext uri="{FF2B5EF4-FFF2-40B4-BE49-F238E27FC236}">
                          <a16:creationId xmlns:a16="http://schemas.microsoft.com/office/drawing/2014/main" id="{5437FA35-9E66-84F1-FCC8-AB8CF63787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2111" y="1374064"/>
                      <a:ext cx="1094335" cy="2508247"/>
                      <a:chOff x="4102111" y="1374064"/>
                      <a:chExt cx="1094335" cy="2508247"/>
                    </a:xfrm>
                    <a:grpFill/>
                  </p:grpSpPr>
                  <p:sp>
                    <p:nvSpPr>
                      <p:cNvPr id="1332" name="Oval 1331">
                        <a:extLst>
                          <a:ext uri="{FF2B5EF4-FFF2-40B4-BE49-F238E27FC236}">
                            <a16:creationId xmlns:a16="http://schemas.microsoft.com/office/drawing/2014/main" id="{FD8973C9-8F7D-2711-6FB4-13C500D64D5A}"/>
                          </a:ext>
                        </a:extLst>
                      </p:cNvPr>
                      <p:cNvSpPr/>
                      <p:nvPr/>
                    </p:nvSpPr>
                    <p:spPr>
                      <a:xfrm rot="4202241">
                        <a:off x="3939335" y="1536840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33" name="Oval 1332">
                        <a:extLst>
                          <a:ext uri="{FF2B5EF4-FFF2-40B4-BE49-F238E27FC236}">
                            <a16:creationId xmlns:a16="http://schemas.microsoft.com/office/drawing/2014/main" id="{F89DF20C-C0DA-031F-42C7-98FC47F51FC4}"/>
                          </a:ext>
                        </a:extLst>
                      </p:cNvPr>
                      <p:cNvSpPr/>
                      <p:nvPr/>
                    </p:nvSpPr>
                    <p:spPr>
                      <a:xfrm rot="2602848">
                        <a:off x="4310212" y="2022366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34" name="Oval 1333">
                        <a:extLst>
                          <a:ext uri="{FF2B5EF4-FFF2-40B4-BE49-F238E27FC236}">
                            <a16:creationId xmlns:a16="http://schemas.microsoft.com/office/drawing/2014/main" id="{F67FC531-09CE-4934-42D3-D287EA907AD8}"/>
                          </a:ext>
                        </a:extLst>
                      </p:cNvPr>
                      <p:cNvSpPr/>
                      <p:nvPr/>
                    </p:nvSpPr>
                    <p:spPr>
                      <a:xfrm rot="4012902">
                        <a:off x="4560009" y="1873067"/>
                        <a:ext cx="663549" cy="337997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35" name="Oval 1334">
                        <a:extLst>
                          <a:ext uri="{FF2B5EF4-FFF2-40B4-BE49-F238E27FC236}">
                            <a16:creationId xmlns:a16="http://schemas.microsoft.com/office/drawing/2014/main" id="{1D6426DB-05FC-57CC-38B2-4EBBCF1C87BB}"/>
                          </a:ext>
                        </a:extLst>
                      </p:cNvPr>
                      <p:cNvSpPr/>
                      <p:nvPr/>
                    </p:nvSpPr>
                    <p:spPr>
                      <a:xfrm rot="6593353">
                        <a:off x="4653267" y="2736730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36" name="Arc 1335">
                        <a:extLst>
                          <a:ext uri="{FF2B5EF4-FFF2-40B4-BE49-F238E27FC236}">
                            <a16:creationId xmlns:a16="http://schemas.microsoft.com/office/drawing/2014/main" id="{24EC6007-E526-791C-EA0C-725C099949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73113" y="2317108"/>
                        <a:ext cx="215224" cy="70105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37" name="Oval 1336">
                        <a:extLst>
                          <a:ext uri="{FF2B5EF4-FFF2-40B4-BE49-F238E27FC236}">
                            <a16:creationId xmlns:a16="http://schemas.microsoft.com/office/drawing/2014/main" id="{FAAE55D8-68CB-07FA-ABBC-FB99EFB45280}"/>
                          </a:ext>
                        </a:extLst>
                      </p:cNvPr>
                      <p:cNvSpPr/>
                      <p:nvPr/>
                    </p:nvSpPr>
                    <p:spPr>
                      <a:xfrm rot="15006647" flipH="1">
                        <a:off x="4691330" y="3377195"/>
                        <a:ext cx="663549" cy="346683"/>
                      </a:xfrm>
                      <a:prstGeom prst="ellipse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38" name="Arc 1337">
                        <a:extLst>
                          <a:ext uri="{FF2B5EF4-FFF2-40B4-BE49-F238E27FC236}">
                            <a16:creationId xmlns:a16="http://schemas.microsoft.com/office/drawing/2014/main" id="{A680C246-F9D8-CDFF-15F3-AD12425A9A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488921" y="1694550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39" name="Arc 1338">
                        <a:extLst>
                          <a:ext uri="{FF2B5EF4-FFF2-40B4-BE49-F238E27FC236}">
                            <a16:creationId xmlns:a16="http://schemas.microsoft.com/office/drawing/2014/main" id="{8012F953-E8E7-AF2C-8323-F047B739F212}"/>
                          </a:ext>
                        </a:extLst>
                      </p:cNvPr>
                      <p:cNvSpPr/>
                      <p:nvPr/>
                    </p:nvSpPr>
                    <p:spPr>
                      <a:xfrm rot="11689115">
                        <a:off x="4351978" y="1763728"/>
                        <a:ext cx="306129" cy="311642"/>
                      </a:xfrm>
                      <a:prstGeom prst="arc">
                        <a:avLst/>
                      </a:prstGeom>
                      <a:grpFill/>
                      <a:ln w="6350"/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cxnSp>
                <p:nvCxnSpPr>
                  <p:cNvPr id="1328" name="Straight Connector 1327">
                    <a:extLst>
                      <a:ext uri="{FF2B5EF4-FFF2-40B4-BE49-F238E27FC236}">
                        <a16:creationId xmlns:a16="http://schemas.microsoft.com/office/drawing/2014/main" id="{E26515A9-220C-907E-00F6-A617A9F1542C}"/>
                      </a:ext>
                    </a:extLst>
                  </p:cNvPr>
                  <p:cNvCxnSpPr/>
                  <p:nvPr/>
                </p:nvCxnSpPr>
                <p:spPr>
                  <a:xfrm>
                    <a:off x="5061868" y="2422793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9" name="Straight Connector 1328">
                    <a:extLst>
                      <a:ext uri="{FF2B5EF4-FFF2-40B4-BE49-F238E27FC236}">
                        <a16:creationId xmlns:a16="http://schemas.microsoft.com/office/drawing/2014/main" id="{533410A7-2012-B48E-599C-35FAD5252B6D}"/>
                      </a:ext>
                    </a:extLst>
                  </p:cNvPr>
                  <p:cNvCxnSpPr/>
                  <p:nvPr/>
                </p:nvCxnSpPr>
                <p:spPr>
                  <a:xfrm>
                    <a:off x="5073671" y="2539115"/>
                    <a:ext cx="210641" cy="0"/>
                  </a:xfrm>
                  <a:prstGeom prst="line">
                    <a:avLst/>
                  </a:prstGeom>
                  <a:grpFill/>
                  <a:ln w="6350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17" name="Group 1316">
                  <a:extLst>
                    <a:ext uri="{FF2B5EF4-FFF2-40B4-BE49-F238E27FC236}">
                      <a16:creationId xmlns:a16="http://schemas.microsoft.com/office/drawing/2014/main" id="{71BE7F34-1309-D9D8-DCF7-DE5529F53DF1}"/>
                    </a:ext>
                  </a:extLst>
                </p:cNvPr>
                <p:cNvGrpSpPr/>
                <p:nvPr/>
              </p:nvGrpSpPr>
              <p:grpSpPr>
                <a:xfrm>
                  <a:off x="9663969" y="2298797"/>
                  <a:ext cx="552240" cy="2447093"/>
                  <a:chOff x="8443826" y="2170814"/>
                  <a:chExt cx="552240" cy="2447093"/>
                </a:xfrm>
                <a:grpFill/>
              </p:grpSpPr>
              <p:sp>
                <p:nvSpPr>
                  <p:cNvPr id="1318" name="Moon 1317">
                    <a:extLst>
                      <a:ext uri="{FF2B5EF4-FFF2-40B4-BE49-F238E27FC236}">
                        <a16:creationId xmlns:a16="http://schemas.microsoft.com/office/drawing/2014/main" id="{3DFD692B-1CEE-400D-977B-FF0909113284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21053" y="3121798"/>
                    <a:ext cx="475013" cy="501401"/>
                  </a:xfrm>
                  <a:prstGeom prst="moon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9" name="Oval 1318">
                    <a:extLst>
                      <a:ext uri="{FF2B5EF4-FFF2-40B4-BE49-F238E27FC236}">
                        <a16:creationId xmlns:a16="http://schemas.microsoft.com/office/drawing/2014/main" id="{57A01594-222D-FAE9-3F09-457024D4F953}"/>
                      </a:ext>
                    </a:extLst>
                  </p:cNvPr>
                  <p:cNvSpPr/>
                  <p:nvPr/>
                </p:nvSpPr>
                <p:spPr>
                  <a:xfrm rot="858604">
                    <a:off x="8443826" y="2170814"/>
                    <a:ext cx="185640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20" name="Oval 1319">
                    <a:extLst>
                      <a:ext uri="{FF2B5EF4-FFF2-40B4-BE49-F238E27FC236}">
                        <a16:creationId xmlns:a16="http://schemas.microsoft.com/office/drawing/2014/main" id="{DC577E4D-9B3C-08E0-676D-5E2E14548A04}"/>
                      </a:ext>
                    </a:extLst>
                  </p:cNvPr>
                  <p:cNvSpPr/>
                  <p:nvPr/>
                </p:nvSpPr>
                <p:spPr>
                  <a:xfrm rot="20518439">
                    <a:off x="8483460" y="2496378"/>
                    <a:ext cx="18222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21" name="Oval 1320">
                    <a:extLst>
                      <a:ext uri="{FF2B5EF4-FFF2-40B4-BE49-F238E27FC236}">
                        <a16:creationId xmlns:a16="http://schemas.microsoft.com/office/drawing/2014/main" id="{5A876D7A-B005-9E49-E6AE-3AD57EEB5207}"/>
                      </a:ext>
                    </a:extLst>
                  </p:cNvPr>
                  <p:cNvSpPr/>
                  <p:nvPr/>
                </p:nvSpPr>
                <p:spPr>
                  <a:xfrm rot="20585931">
                    <a:off x="8613830" y="2840511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22" name="Oval 1321">
                    <a:extLst>
                      <a:ext uri="{FF2B5EF4-FFF2-40B4-BE49-F238E27FC236}">
                        <a16:creationId xmlns:a16="http://schemas.microsoft.com/office/drawing/2014/main" id="{AEA0F41B-F7D5-F523-BE4E-949C34B08FEC}"/>
                      </a:ext>
                    </a:extLst>
                  </p:cNvPr>
                  <p:cNvSpPr/>
                  <p:nvPr/>
                </p:nvSpPr>
                <p:spPr>
                  <a:xfrm rot="21442569">
                    <a:off x="8745960" y="3505447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23" name="Oval 1322">
                    <a:extLst>
                      <a:ext uri="{FF2B5EF4-FFF2-40B4-BE49-F238E27FC236}">
                        <a16:creationId xmlns:a16="http://schemas.microsoft.com/office/drawing/2014/main" id="{7A5232C6-6869-F533-F7CE-E78DB3785672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35446" y="3890139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24" name="Oval 1323">
                    <a:extLst>
                      <a:ext uri="{FF2B5EF4-FFF2-40B4-BE49-F238E27FC236}">
                        <a16:creationId xmlns:a16="http://schemas.microsoft.com/office/drawing/2014/main" id="{D9029712-D9EF-7B94-6A1D-B7FC33FCF5C8}"/>
                      </a:ext>
                    </a:extLst>
                  </p:cNvPr>
                  <p:cNvSpPr/>
                  <p:nvPr/>
                </p:nvSpPr>
                <p:spPr>
                  <a:xfrm rot="1811840">
                    <a:off x="8654891" y="4238014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25" name="Oval 1324">
                    <a:extLst>
                      <a:ext uri="{FF2B5EF4-FFF2-40B4-BE49-F238E27FC236}">
                        <a16:creationId xmlns:a16="http://schemas.microsoft.com/office/drawing/2014/main" id="{22B1AD14-B6A8-B62E-9647-525E57541A73}"/>
                      </a:ext>
                    </a:extLst>
                  </p:cNvPr>
                  <p:cNvSpPr/>
                  <p:nvPr/>
                </p:nvSpPr>
                <p:spPr>
                  <a:xfrm rot="21561546">
                    <a:off x="8704487" y="3182552"/>
                    <a:ext cx="165668" cy="379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</p:grpSp>
      <p:grpSp>
        <p:nvGrpSpPr>
          <p:cNvPr id="1510" name="Group 1509">
            <a:extLst>
              <a:ext uri="{FF2B5EF4-FFF2-40B4-BE49-F238E27FC236}">
                <a16:creationId xmlns:a16="http://schemas.microsoft.com/office/drawing/2014/main" id="{B45E6C24-8D7E-8D00-11CE-FE007F428FD4}"/>
              </a:ext>
            </a:extLst>
          </p:cNvPr>
          <p:cNvGrpSpPr/>
          <p:nvPr/>
        </p:nvGrpSpPr>
        <p:grpSpPr>
          <a:xfrm>
            <a:off x="8966942" y="4064569"/>
            <a:ext cx="348791" cy="144704"/>
            <a:chOff x="9515412" y="1345658"/>
            <a:chExt cx="348791" cy="144704"/>
          </a:xfrm>
        </p:grpSpPr>
        <p:grpSp>
          <p:nvGrpSpPr>
            <p:cNvPr id="1511" name="Group 1510">
              <a:extLst>
                <a:ext uri="{FF2B5EF4-FFF2-40B4-BE49-F238E27FC236}">
                  <a16:creationId xmlns:a16="http://schemas.microsoft.com/office/drawing/2014/main" id="{FB261DAB-B9D2-B4CB-D275-00E4D7AE7750}"/>
                </a:ext>
              </a:extLst>
            </p:cNvPr>
            <p:cNvGrpSpPr/>
            <p:nvPr/>
          </p:nvGrpSpPr>
          <p:grpSpPr>
            <a:xfrm rot="7527832" flipH="1" flipV="1">
              <a:off x="9617456" y="1243614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513" name="Group 1512">
                <a:extLst>
                  <a:ext uri="{FF2B5EF4-FFF2-40B4-BE49-F238E27FC236}">
                    <a16:creationId xmlns:a16="http://schemas.microsoft.com/office/drawing/2014/main" id="{9ECCF2AB-6734-A559-DB95-1D197A87CEE1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548" name="Group 1547">
                  <a:extLst>
                    <a:ext uri="{FF2B5EF4-FFF2-40B4-BE49-F238E27FC236}">
                      <a16:creationId xmlns:a16="http://schemas.microsoft.com/office/drawing/2014/main" id="{304EA8FE-7D0C-003D-F787-5FDF7AF5B6C2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62" name="Oval 1561">
                    <a:extLst>
                      <a:ext uri="{FF2B5EF4-FFF2-40B4-BE49-F238E27FC236}">
                        <a16:creationId xmlns:a16="http://schemas.microsoft.com/office/drawing/2014/main" id="{08FEAE86-9734-889C-F28E-75BAD36AA9C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63" name="Group 1562">
                    <a:extLst>
                      <a:ext uri="{FF2B5EF4-FFF2-40B4-BE49-F238E27FC236}">
                        <a16:creationId xmlns:a16="http://schemas.microsoft.com/office/drawing/2014/main" id="{4BB9D61D-8681-50BF-6198-343A1331889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64" name="Oval 1563">
                      <a:extLst>
                        <a:ext uri="{FF2B5EF4-FFF2-40B4-BE49-F238E27FC236}">
                          <a16:creationId xmlns:a16="http://schemas.microsoft.com/office/drawing/2014/main" id="{25A4CE6A-EBDC-4461-70D8-8ED90BEB3A26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5" name="Oval 1564">
                      <a:extLst>
                        <a:ext uri="{FF2B5EF4-FFF2-40B4-BE49-F238E27FC236}">
                          <a16:creationId xmlns:a16="http://schemas.microsoft.com/office/drawing/2014/main" id="{42E22D07-EFE2-0E44-E1A7-E3DC51B68DCB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6" name="Oval 1565">
                      <a:extLst>
                        <a:ext uri="{FF2B5EF4-FFF2-40B4-BE49-F238E27FC236}">
                          <a16:creationId xmlns:a16="http://schemas.microsoft.com/office/drawing/2014/main" id="{9988F7F2-EA91-38FF-4110-283100C094FA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7" name="Oval 1566">
                      <a:extLst>
                        <a:ext uri="{FF2B5EF4-FFF2-40B4-BE49-F238E27FC236}">
                          <a16:creationId xmlns:a16="http://schemas.microsoft.com/office/drawing/2014/main" id="{B2327871-15D9-2EE5-371F-AFDC46594156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8" name="Arc 1567">
                      <a:extLst>
                        <a:ext uri="{FF2B5EF4-FFF2-40B4-BE49-F238E27FC236}">
                          <a16:creationId xmlns:a16="http://schemas.microsoft.com/office/drawing/2014/main" id="{D747ADED-99A2-75C7-D4FF-A9F282056E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69" name="Oval 1568">
                      <a:extLst>
                        <a:ext uri="{FF2B5EF4-FFF2-40B4-BE49-F238E27FC236}">
                          <a16:creationId xmlns:a16="http://schemas.microsoft.com/office/drawing/2014/main" id="{EBD6F9F0-5CFC-AC69-73A6-2E708C92452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70" name="Arc 1569">
                      <a:extLst>
                        <a:ext uri="{FF2B5EF4-FFF2-40B4-BE49-F238E27FC236}">
                          <a16:creationId xmlns:a16="http://schemas.microsoft.com/office/drawing/2014/main" id="{E5BA9AAB-4C0C-F49D-0442-6942D89134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71" name="Arc 1570">
                      <a:extLst>
                        <a:ext uri="{FF2B5EF4-FFF2-40B4-BE49-F238E27FC236}">
                          <a16:creationId xmlns:a16="http://schemas.microsoft.com/office/drawing/2014/main" id="{B5038F6D-1D2D-C7BC-F909-C6036DFCA793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549" name="Group 1548">
                  <a:extLst>
                    <a:ext uri="{FF2B5EF4-FFF2-40B4-BE49-F238E27FC236}">
                      <a16:creationId xmlns:a16="http://schemas.microsoft.com/office/drawing/2014/main" id="{680C6B88-C6F2-2A23-F675-0ADA85799C2F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52" name="Oval 1551">
                    <a:extLst>
                      <a:ext uri="{FF2B5EF4-FFF2-40B4-BE49-F238E27FC236}">
                        <a16:creationId xmlns:a16="http://schemas.microsoft.com/office/drawing/2014/main" id="{CB0D99A4-7169-73BE-6FE7-25EBD128020A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53" name="Group 1552">
                    <a:extLst>
                      <a:ext uri="{FF2B5EF4-FFF2-40B4-BE49-F238E27FC236}">
                        <a16:creationId xmlns:a16="http://schemas.microsoft.com/office/drawing/2014/main" id="{14B0C9BF-63AB-6A7D-86C3-F2A2A88D8B1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54" name="Oval 1553">
                      <a:extLst>
                        <a:ext uri="{FF2B5EF4-FFF2-40B4-BE49-F238E27FC236}">
                          <a16:creationId xmlns:a16="http://schemas.microsoft.com/office/drawing/2014/main" id="{E46A2484-4452-88B0-250F-41E1CCE9C431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55" name="Oval 1554">
                      <a:extLst>
                        <a:ext uri="{FF2B5EF4-FFF2-40B4-BE49-F238E27FC236}">
                          <a16:creationId xmlns:a16="http://schemas.microsoft.com/office/drawing/2014/main" id="{03C6A683-41B2-CCDA-DF77-EDCE40A8D35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56" name="Oval 1555">
                      <a:extLst>
                        <a:ext uri="{FF2B5EF4-FFF2-40B4-BE49-F238E27FC236}">
                          <a16:creationId xmlns:a16="http://schemas.microsoft.com/office/drawing/2014/main" id="{68D9F1F2-53AF-25D5-BF4F-1BED5BB177B8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57" name="Oval 1556">
                      <a:extLst>
                        <a:ext uri="{FF2B5EF4-FFF2-40B4-BE49-F238E27FC236}">
                          <a16:creationId xmlns:a16="http://schemas.microsoft.com/office/drawing/2014/main" id="{26EBEED7-3284-AED1-D6FF-DBF5062D6220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58" name="Arc 1557">
                      <a:extLst>
                        <a:ext uri="{FF2B5EF4-FFF2-40B4-BE49-F238E27FC236}">
                          <a16:creationId xmlns:a16="http://schemas.microsoft.com/office/drawing/2014/main" id="{AC6F542A-5056-B8BB-AE43-63DA992DD2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59" name="Oval 1558">
                      <a:extLst>
                        <a:ext uri="{FF2B5EF4-FFF2-40B4-BE49-F238E27FC236}">
                          <a16:creationId xmlns:a16="http://schemas.microsoft.com/office/drawing/2014/main" id="{66B0F651-4ED0-E8C8-30F1-9C46E2894C26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60" name="Arc 1559">
                      <a:extLst>
                        <a:ext uri="{FF2B5EF4-FFF2-40B4-BE49-F238E27FC236}">
                          <a16:creationId xmlns:a16="http://schemas.microsoft.com/office/drawing/2014/main" id="{15F73E03-71E4-DE69-D859-BA6031A9D0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61" name="Arc 1560">
                      <a:extLst>
                        <a:ext uri="{FF2B5EF4-FFF2-40B4-BE49-F238E27FC236}">
                          <a16:creationId xmlns:a16="http://schemas.microsoft.com/office/drawing/2014/main" id="{7CC3F516-F8E5-0CB4-96CC-847216110911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550" name="Straight Connector 1549">
                  <a:extLst>
                    <a:ext uri="{FF2B5EF4-FFF2-40B4-BE49-F238E27FC236}">
                      <a16:creationId xmlns:a16="http://schemas.microsoft.com/office/drawing/2014/main" id="{49BEDC79-1CC2-8A60-F62B-B4BC647A25E3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1" name="Straight Connector 1550">
                  <a:extLst>
                    <a:ext uri="{FF2B5EF4-FFF2-40B4-BE49-F238E27FC236}">
                      <a16:creationId xmlns:a16="http://schemas.microsoft.com/office/drawing/2014/main" id="{840143EB-11B8-948A-F1D1-90B8FE82001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4" name="Group 1513">
                <a:extLst>
                  <a:ext uri="{FF2B5EF4-FFF2-40B4-BE49-F238E27FC236}">
                    <a16:creationId xmlns:a16="http://schemas.microsoft.com/office/drawing/2014/main" id="{2D74BFBD-753C-65F8-62D0-BA9F5F498267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524" name="Group 1523">
                  <a:extLst>
                    <a:ext uri="{FF2B5EF4-FFF2-40B4-BE49-F238E27FC236}">
                      <a16:creationId xmlns:a16="http://schemas.microsoft.com/office/drawing/2014/main" id="{66012D6A-6477-4E02-1644-FB7ABF92B03B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38" name="Oval 1537">
                    <a:extLst>
                      <a:ext uri="{FF2B5EF4-FFF2-40B4-BE49-F238E27FC236}">
                        <a16:creationId xmlns:a16="http://schemas.microsoft.com/office/drawing/2014/main" id="{24C3478C-895B-F5DD-3709-48BC5E47B562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39" name="Group 1538">
                    <a:extLst>
                      <a:ext uri="{FF2B5EF4-FFF2-40B4-BE49-F238E27FC236}">
                        <a16:creationId xmlns:a16="http://schemas.microsoft.com/office/drawing/2014/main" id="{89154CAC-F535-418C-174A-9F9BE5A3AB7A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40" name="Oval 1539">
                      <a:extLst>
                        <a:ext uri="{FF2B5EF4-FFF2-40B4-BE49-F238E27FC236}">
                          <a16:creationId xmlns:a16="http://schemas.microsoft.com/office/drawing/2014/main" id="{25A89083-9C81-EBB3-027F-03B61FCE0B6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41" name="Oval 1540">
                      <a:extLst>
                        <a:ext uri="{FF2B5EF4-FFF2-40B4-BE49-F238E27FC236}">
                          <a16:creationId xmlns:a16="http://schemas.microsoft.com/office/drawing/2014/main" id="{5F4F5E8A-64EF-7DC1-8964-C03B46402E81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42" name="Oval 1541">
                      <a:extLst>
                        <a:ext uri="{FF2B5EF4-FFF2-40B4-BE49-F238E27FC236}">
                          <a16:creationId xmlns:a16="http://schemas.microsoft.com/office/drawing/2014/main" id="{592E9FDB-EDD5-F4EA-3BEA-5A53E1FC110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43" name="Oval 1542">
                      <a:extLst>
                        <a:ext uri="{FF2B5EF4-FFF2-40B4-BE49-F238E27FC236}">
                          <a16:creationId xmlns:a16="http://schemas.microsoft.com/office/drawing/2014/main" id="{E5ED9C38-ED80-BDD4-7B9A-447AF3722882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44" name="Arc 1543">
                      <a:extLst>
                        <a:ext uri="{FF2B5EF4-FFF2-40B4-BE49-F238E27FC236}">
                          <a16:creationId xmlns:a16="http://schemas.microsoft.com/office/drawing/2014/main" id="{F4E6D4A2-8CF5-F8C8-561E-2C9B86BD06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45" name="Oval 1544">
                      <a:extLst>
                        <a:ext uri="{FF2B5EF4-FFF2-40B4-BE49-F238E27FC236}">
                          <a16:creationId xmlns:a16="http://schemas.microsoft.com/office/drawing/2014/main" id="{880A2739-4625-CA67-8808-DD75363CB9D9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46" name="Arc 1545">
                      <a:extLst>
                        <a:ext uri="{FF2B5EF4-FFF2-40B4-BE49-F238E27FC236}">
                          <a16:creationId xmlns:a16="http://schemas.microsoft.com/office/drawing/2014/main" id="{B66FACE5-ABFA-13FC-2098-D446FF57C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47" name="Arc 1546">
                      <a:extLst>
                        <a:ext uri="{FF2B5EF4-FFF2-40B4-BE49-F238E27FC236}">
                          <a16:creationId xmlns:a16="http://schemas.microsoft.com/office/drawing/2014/main" id="{DA2EAB0B-B57F-4367-B9C1-3113DA360D8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525" name="Group 1524">
                  <a:extLst>
                    <a:ext uri="{FF2B5EF4-FFF2-40B4-BE49-F238E27FC236}">
                      <a16:creationId xmlns:a16="http://schemas.microsoft.com/office/drawing/2014/main" id="{25DBBFCB-3907-1F78-76A2-39AB498574ED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28" name="Oval 1527">
                    <a:extLst>
                      <a:ext uri="{FF2B5EF4-FFF2-40B4-BE49-F238E27FC236}">
                        <a16:creationId xmlns:a16="http://schemas.microsoft.com/office/drawing/2014/main" id="{DAF346C1-7133-F712-348B-CB4BADDDE713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29" name="Group 1528">
                    <a:extLst>
                      <a:ext uri="{FF2B5EF4-FFF2-40B4-BE49-F238E27FC236}">
                        <a16:creationId xmlns:a16="http://schemas.microsoft.com/office/drawing/2014/main" id="{A5EBAD7A-FF9E-C911-8356-C9C4B4DD66F1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30" name="Oval 1529">
                      <a:extLst>
                        <a:ext uri="{FF2B5EF4-FFF2-40B4-BE49-F238E27FC236}">
                          <a16:creationId xmlns:a16="http://schemas.microsoft.com/office/drawing/2014/main" id="{F096B160-10EE-EE63-FC53-E08DD04C9CA7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1" name="Oval 1530">
                      <a:extLst>
                        <a:ext uri="{FF2B5EF4-FFF2-40B4-BE49-F238E27FC236}">
                          <a16:creationId xmlns:a16="http://schemas.microsoft.com/office/drawing/2014/main" id="{3C59B236-03AA-C938-B9CE-2DAB1A621DE9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2" name="Oval 1531">
                      <a:extLst>
                        <a:ext uri="{FF2B5EF4-FFF2-40B4-BE49-F238E27FC236}">
                          <a16:creationId xmlns:a16="http://schemas.microsoft.com/office/drawing/2014/main" id="{A738D622-C5D9-C255-78FD-249F81F7C3F7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3" name="Oval 1532">
                      <a:extLst>
                        <a:ext uri="{FF2B5EF4-FFF2-40B4-BE49-F238E27FC236}">
                          <a16:creationId xmlns:a16="http://schemas.microsoft.com/office/drawing/2014/main" id="{691A1142-F3B4-F2A4-B7DE-8C20C47DC65C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4" name="Arc 1533">
                      <a:extLst>
                        <a:ext uri="{FF2B5EF4-FFF2-40B4-BE49-F238E27FC236}">
                          <a16:creationId xmlns:a16="http://schemas.microsoft.com/office/drawing/2014/main" id="{727E53BF-204B-D78B-E533-2A1115D7D4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35" name="Oval 1534">
                      <a:extLst>
                        <a:ext uri="{FF2B5EF4-FFF2-40B4-BE49-F238E27FC236}">
                          <a16:creationId xmlns:a16="http://schemas.microsoft.com/office/drawing/2014/main" id="{8F014BF5-4061-1966-2872-1488A7D56645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36" name="Arc 1535">
                      <a:extLst>
                        <a:ext uri="{FF2B5EF4-FFF2-40B4-BE49-F238E27FC236}">
                          <a16:creationId xmlns:a16="http://schemas.microsoft.com/office/drawing/2014/main" id="{091BFB7C-9B12-AE8D-1CEF-B04587FC27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37" name="Arc 1536">
                      <a:extLst>
                        <a:ext uri="{FF2B5EF4-FFF2-40B4-BE49-F238E27FC236}">
                          <a16:creationId xmlns:a16="http://schemas.microsoft.com/office/drawing/2014/main" id="{F25923AF-E1AD-7D66-058A-11F0D81C465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526" name="Straight Connector 1525">
                  <a:extLst>
                    <a:ext uri="{FF2B5EF4-FFF2-40B4-BE49-F238E27FC236}">
                      <a16:creationId xmlns:a16="http://schemas.microsoft.com/office/drawing/2014/main" id="{63ABD6B3-D6C2-9CCB-82D7-8ED3BEA46FBC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7" name="Straight Connector 1526">
                  <a:extLst>
                    <a:ext uri="{FF2B5EF4-FFF2-40B4-BE49-F238E27FC236}">
                      <a16:creationId xmlns:a16="http://schemas.microsoft.com/office/drawing/2014/main" id="{3E62BA2F-E603-9B1E-BD79-7E4A4DB405AC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5" name="Group 1514">
                <a:extLst>
                  <a:ext uri="{FF2B5EF4-FFF2-40B4-BE49-F238E27FC236}">
                    <a16:creationId xmlns:a16="http://schemas.microsoft.com/office/drawing/2014/main" id="{9F57636B-3760-497F-DC4E-4FF365FA7519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516" name="Moon 1515">
                  <a:extLst>
                    <a:ext uri="{FF2B5EF4-FFF2-40B4-BE49-F238E27FC236}">
                      <a16:creationId xmlns:a16="http://schemas.microsoft.com/office/drawing/2014/main" id="{13EAE1DF-00DA-CE53-1FFD-D28BD940028C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7" name="Oval 1516">
                  <a:extLst>
                    <a:ext uri="{FF2B5EF4-FFF2-40B4-BE49-F238E27FC236}">
                      <a16:creationId xmlns:a16="http://schemas.microsoft.com/office/drawing/2014/main" id="{5EE437DA-2AC6-12A4-A04C-92EF0D7B2A95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8" name="Oval 1517">
                  <a:extLst>
                    <a:ext uri="{FF2B5EF4-FFF2-40B4-BE49-F238E27FC236}">
                      <a16:creationId xmlns:a16="http://schemas.microsoft.com/office/drawing/2014/main" id="{1FD8CF25-D949-F6BF-C05D-B7163A5668AE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9" name="Oval 1518">
                  <a:extLst>
                    <a:ext uri="{FF2B5EF4-FFF2-40B4-BE49-F238E27FC236}">
                      <a16:creationId xmlns:a16="http://schemas.microsoft.com/office/drawing/2014/main" id="{189C483C-6EB7-50A4-F9AA-42559FA3633E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0" name="Oval 1519">
                  <a:extLst>
                    <a:ext uri="{FF2B5EF4-FFF2-40B4-BE49-F238E27FC236}">
                      <a16:creationId xmlns:a16="http://schemas.microsoft.com/office/drawing/2014/main" id="{6CC6B828-00E3-13EB-3FF3-9EE97BC23157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1" name="Oval 1520">
                  <a:extLst>
                    <a:ext uri="{FF2B5EF4-FFF2-40B4-BE49-F238E27FC236}">
                      <a16:creationId xmlns:a16="http://schemas.microsoft.com/office/drawing/2014/main" id="{4994F706-CF1B-821D-EF1E-5B31AF673EC9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2" name="Oval 1521">
                  <a:extLst>
                    <a:ext uri="{FF2B5EF4-FFF2-40B4-BE49-F238E27FC236}">
                      <a16:creationId xmlns:a16="http://schemas.microsoft.com/office/drawing/2014/main" id="{3A936C2E-0C1C-C3E2-E76E-66642F958B3E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3" name="Oval 1522">
                  <a:extLst>
                    <a:ext uri="{FF2B5EF4-FFF2-40B4-BE49-F238E27FC236}">
                      <a16:creationId xmlns:a16="http://schemas.microsoft.com/office/drawing/2014/main" id="{9B263DA4-21C4-036B-B0AA-632D895EF6D8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512" name="Rounded Rectangle 1511">
              <a:extLst>
                <a:ext uri="{FF2B5EF4-FFF2-40B4-BE49-F238E27FC236}">
                  <a16:creationId xmlns:a16="http://schemas.microsoft.com/office/drawing/2014/main" id="{C52BC5F3-391D-D0F4-009B-076D764CBAC3}"/>
                </a:ext>
              </a:extLst>
            </p:cNvPr>
            <p:cNvSpPr/>
            <p:nvPr/>
          </p:nvSpPr>
          <p:spPr>
            <a:xfrm rot="5400000">
              <a:off x="9680274" y="1384808"/>
              <a:ext cx="44815" cy="62419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2" name="Group 1571">
            <a:extLst>
              <a:ext uri="{FF2B5EF4-FFF2-40B4-BE49-F238E27FC236}">
                <a16:creationId xmlns:a16="http://schemas.microsoft.com/office/drawing/2014/main" id="{B128AB2A-7006-BFCA-2A00-031D71CC5BCE}"/>
              </a:ext>
            </a:extLst>
          </p:cNvPr>
          <p:cNvGrpSpPr/>
          <p:nvPr/>
        </p:nvGrpSpPr>
        <p:grpSpPr>
          <a:xfrm>
            <a:off x="8572714" y="3654681"/>
            <a:ext cx="348791" cy="144704"/>
            <a:chOff x="8998718" y="747845"/>
            <a:chExt cx="348791" cy="144704"/>
          </a:xfrm>
        </p:grpSpPr>
        <p:grpSp>
          <p:nvGrpSpPr>
            <p:cNvPr id="1573" name="Group 1572">
              <a:extLst>
                <a:ext uri="{FF2B5EF4-FFF2-40B4-BE49-F238E27FC236}">
                  <a16:creationId xmlns:a16="http://schemas.microsoft.com/office/drawing/2014/main" id="{D8FE66AE-5802-57CA-9DEC-FCEE35C036D4}"/>
                </a:ext>
              </a:extLst>
            </p:cNvPr>
            <p:cNvGrpSpPr/>
            <p:nvPr/>
          </p:nvGrpSpPr>
          <p:grpSpPr>
            <a:xfrm rot="7464527" flipH="1" flipV="1">
              <a:off x="9100762" y="645801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575" name="Group 1574">
                <a:extLst>
                  <a:ext uri="{FF2B5EF4-FFF2-40B4-BE49-F238E27FC236}">
                    <a16:creationId xmlns:a16="http://schemas.microsoft.com/office/drawing/2014/main" id="{A1241FF9-5335-9740-1153-D8816FF47928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610" name="Group 1609">
                  <a:extLst>
                    <a:ext uri="{FF2B5EF4-FFF2-40B4-BE49-F238E27FC236}">
                      <a16:creationId xmlns:a16="http://schemas.microsoft.com/office/drawing/2014/main" id="{09D55224-04E6-2BD5-3A5D-CA72E8EB56B7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24" name="Oval 1623">
                    <a:extLst>
                      <a:ext uri="{FF2B5EF4-FFF2-40B4-BE49-F238E27FC236}">
                        <a16:creationId xmlns:a16="http://schemas.microsoft.com/office/drawing/2014/main" id="{156D7519-E0A5-7C97-09D0-25676549F38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25" name="Group 1624">
                    <a:extLst>
                      <a:ext uri="{FF2B5EF4-FFF2-40B4-BE49-F238E27FC236}">
                        <a16:creationId xmlns:a16="http://schemas.microsoft.com/office/drawing/2014/main" id="{702E7BB6-9F9A-4D01-710B-3F3402D79719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26" name="Oval 1625">
                      <a:extLst>
                        <a:ext uri="{FF2B5EF4-FFF2-40B4-BE49-F238E27FC236}">
                          <a16:creationId xmlns:a16="http://schemas.microsoft.com/office/drawing/2014/main" id="{144372FB-A8C9-9D4D-8316-B4EC32EE619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7" name="Oval 1626">
                      <a:extLst>
                        <a:ext uri="{FF2B5EF4-FFF2-40B4-BE49-F238E27FC236}">
                          <a16:creationId xmlns:a16="http://schemas.microsoft.com/office/drawing/2014/main" id="{70CB6D78-1253-A5B8-C21C-70CDAAA75845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8" name="Oval 1627">
                      <a:extLst>
                        <a:ext uri="{FF2B5EF4-FFF2-40B4-BE49-F238E27FC236}">
                          <a16:creationId xmlns:a16="http://schemas.microsoft.com/office/drawing/2014/main" id="{A5191C97-FA93-E779-5C23-7842AB2B87CB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9" name="Oval 1628">
                      <a:extLst>
                        <a:ext uri="{FF2B5EF4-FFF2-40B4-BE49-F238E27FC236}">
                          <a16:creationId xmlns:a16="http://schemas.microsoft.com/office/drawing/2014/main" id="{25CB014F-7CCA-C372-E298-46B4C4150539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30" name="Arc 1629">
                      <a:extLst>
                        <a:ext uri="{FF2B5EF4-FFF2-40B4-BE49-F238E27FC236}">
                          <a16:creationId xmlns:a16="http://schemas.microsoft.com/office/drawing/2014/main" id="{A6895CCF-7828-AEAB-F5A1-14259CE12B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31" name="Oval 1630">
                      <a:extLst>
                        <a:ext uri="{FF2B5EF4-FFF2-40B4-BE49-F238E27FC236}">
                          <a16:creationId xmlns:a16="http://schemas.microsoft.com/office/drawing/2014/main" id="{12B7C8CB-568A-F876-3443-AF7AF453C3C0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32" name="Arc 1631">
                      <a:extLst>
                        <a:ext uri="{FF2B5EF4-FFF2-40B4-BE49-F238E27FC236}">
                          <a16:creationId xmlns:a16="http://schemas.microsoft.com/office/drawing/2014/main" id="{D73B273B-2750-3D65-5902-45DCD060B6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33" name="Arc 1632">
                      <a:extLst>
                        <a:ext uri="{FF2B5EF4-FFF2-40B4-BE49-F238E27FC236}">
                          <a16:creationId xmlns:a16="http://schemas.microsoft.com/office/drawing/2014/main" id="{23EC62E4-75C1-0881-DB49-F18E26352800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611" name="Group 1610">
                  <a:extLst>
                    <a:ext uri="{FF2B5EF4-FFF2-40B4-BE49-F238E27FC236}">
                      <a16:creationId xmlns:a16="http://schemas.microsoft.com/office/drawing/2014/main" id="{5CA2F3D3-3DD2-348D-C713-CFE705348C2A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14" name="Oval 1613">
                    <a:extLst>
                      <a:ext uri="{FF2B5EF4-FFF2-40B4-BE49-F238E27FC236}">
                        <a16:creationId xmlns:a16="http://schemas.microsoft.com/office/drawing/2014/main" id="{505BB686-E45C-62CA-A31E-C33862BECB80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15" name="Group 1614">
                    <a:extLst>
                      <a:ext uri="{FF2B5EF4-FFF2-40B4-BE49-F238E27FC236}">
                        <a16:creationId xmlns:a16="http://schemas.microsoft.com/office/drawing/2014/main" id="{651D93F8-6158-177A-571C-D530224CB55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16" name="Oval 1615">
                      <a:extLst>
                        <a:ext uri="{FF2B5EF4-FFF2-40B4-BE49-F238E27FC236}">
                          <a16:creationId xmlns:a16="http://schemas.microsoft.com/office/drawing/2014/main" id="{13B334D6-33E2-3030-CECE-ECB32E0FE27D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17" name="Oval 1616">
                      <a:extLst>
                        <a:ext uri="{FF2B5EF4-FFF2-40B4-BE49-F238E27FC236}">
                          <a16:creationId xmlns:a16="http://schemas.microsoft.com/office/drawing/2014/main" id="{092A1CEB-711C-C458-6608-5AADA81B864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18" name="Oval 1617">
                      <a:extLst>
                        <a:ext uri="{FF2B5EF4-FFF2-40B4-BE49-F238E27FC236}">
                          <a16:creationId xmlns:a16="http://schemas.microsoft.com/office/drawing/2014/main" id="{6D4161AD-5786-67F6-B0E5-0A0D478314F0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19" name="Oval 1618">
                      <a:extLst>
                        <a:ext uri="{FF2B5EF4-FFF2-40B4-BE49-F238E27FC236}">
                          <a16:creationId xmlns:a16="http://schemas.microsoft.com/office/drawing/2014/main" id="{4BF0940C-5A39-F3A8-77AF-31704E7B4B67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0" name="Arc 1619">
                      <a:extLst>
                        <a:ext uri="{FF2B5EF4-FFF2-40B4-BE49-F238E27FC236}">
                          <a16:creationId xmlns:a16="http://schemas.microsoft.com/office/drawing/2014/main" id="{FA5794F0-6E46-6E4C-738A-CD46F39DD9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21" name="Oval 1620">
                      <a:extLst>
                        <a:ext uri="{FF2B5EF4-FFF2-40B4-BE49-F238E27FC236}">
                          <a16:creationId xmlns:a16="http://schemas.microsoft.com/office/drawing/2014/main" id="{712017D4-307F-039C-0FB6-E96C358A57B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22" name="Arc 1621">
                      <a:extLst>
                        <a:ext uri="{FF2B5EF4-FFF2-40B4-BE49-F238E27FC236}">
                          <a16:creationId xmlns:a16="http://schemas.microsoft.com/office/drawing/2014/main" id="{9EEDA4D7-9CCE-E1F4-1E1D-A3973E4C40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23" name="Arc 1622">
                      <a:extLst>
                        <a:ext uri="{FF2B5EF4-FFF2-40B4-BE49-F238E27FC236}">
                          <a16:creationId xmlns:a16="http://schemas.microsoft.com/office/drawing/2014/main" id="{89014E27-165F-6C4A-A2E0-84A95BA67286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612" name="Straight Connector 1611">
                  <a:extLst>
                    <a:ext uri="{FF2B5EF4-FFF2-40B4-BE49-F238E27FC236}">
                      <a16:creationId xmlns:a16="http://schemas.microsoft.com/office/drawing/2014/main" id="{8E5B6F94-E7CB-8009-7DC1-3CBFCCE008E2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3" name="Straight Connector 1612">
                  <a:extLst>
                    <a:ext uri="{FF2B5EF4-FFF2-40B4-BE49-F238E27FC236}">
                      <a16:creationId xmlns:a16="http://schemas.microsoft.com/office/drawing/2014/main" id="{0FC17851-74D7-216A-94FB-205409BAE5A4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6" name="Group 1575">
                <a:extLst>
                  <a:ext uri="{FF2B5EF4-FFF2-40B4-BE49-F238E27FC236}">
                    <a16:creationId xmlns:a16="http://schemas.microsoft.com/office/drawing/2014/main" id="{565063CD-AC6C-E1AC-6081-DC46FC9C537B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586" name="Group 1585">
                  <a:extLst>
                    <a:ext uri="{FF2B5EF4-FFF2-40B4-BE49-F238E27FC236}">
                      <a16:creationId xmlns:a16="http://schemas.microsoft.com/office/drawing/2014/main" id="{4DE22EEA-B576-67A9-5DD7-08901E2C8F0F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00" name="Oval 1599">
                    <a:extLst>
                      <a:ext uri="{FF2B5EF4-FFF2-40B4-BE49-F238E27FC236}">
                        <a16:creationId xmlns:a16="http://schemas.microsoft.com/office/drawing/2014/main" id="{434148D1-8D13-5A0A-581B-CE5A554336C5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01" name="Group 1600">
                    <a:extLst>
                      <a:ext uri="{FF2B5EF4-FFF2-40B4-BE49-F238E27FC236}">
                        <a16:creationId xmlns:a16="http://schemas.microsoft.com/office/drawing/2014/main" id="{6120A9F5-EA61-0620-74DD-FB38C558633B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02" name="Oval 1601">
                      <a:extLst>
                        <a:ext uri="{FF2B5EF4-FFF2-40B4-BE49-F238E27FC236}">
                          <a16:creationId xmlns:a16="http://schemas.microsoft.com/office/drawing/2014/main" id="{F6DECBAA-DC9F-6558-0CAC-D3E17DA14565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03" name="Oval 1602">
                      <a:extLst>
                        <a:ext uri="{FF2B5EF4-FFF2-40B4-BE49-F238E27FC236}">
                          <a16:creationId xmlns:a16="http://schemas.microsoft.com/office/drawing/2014/main" id="{AE9DED7A-C383-35EB-CEC7-3C68F395DC3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04" name="Oval 1603">
                      <a:extLst>
                        <a:ext uri="{FF2B5EF4-FFF2-40B4-BE49-F238E27FC236}">
                          <a16:creationId xmlns:a16="http://schemas.microsoft.com/office/drawing/2014/main" id="{8DB380F6-D2E3-C2BD-8E36-4B25025C7446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05" name="Oval 1604">
                      <a:extLst>
                        <a:ext uri="{FF2B5EF4-FFF2-40B4-BE49-F238E27FC236}">
                          <a16:creationId xmlns:a16="http://schemas.microsoft.com/office/drawing/2014/main" id="{5F5AC7E4-C6BE-CFF9-9ADC-BB0A55C74ACA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06" name="Arc 1605">
                      <a:extLst>
                        <a:ext uri="{FF2B5EF4-FFF2-40B4-BE49-F238E27FC236}">
                          <a16:creationId xmlns:a16="http://schemas.microsoft.com/office/drawing/2014/main" id="{1C8614B0-9AAE-0563-F4EB-1D16442E2B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07" name="Oval 1606">
                      <a:extLst>
                        <a:ext uri="{FF2B5EF4-FFF2-40B4-BE49-F238E27FC236}">
                          <a16:creationId xmlns:a16="http://schemas.microsoft.com/office/drawing/2014/main" id="{16269B85-7334-11D2-1E0C-85D4217F5FA2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08" name="Arc 1607">
                      <a:extLst>
                        <a:ext uri="{FF2B5EF4-FFF2-40B4-BE49-F238E27FC236}">
                          <a16:creationId xmlns:a16="http://schemas.microsoft.com/office/drawing/2014/main" id="{9707ED2D-1C44-D458-EDF8-3810A9E212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09" name="Arc 1608">
                      <a:extLst>
                        <a:ext uri="{FF2B5EF4-FFF2-40B4-BE49-F238E27FC236}">
                          <a16:creationId xmlns:a16="http://schemas.microsoft.com/office/drawing/2014/main" id="{8525F168-2C3D-A6C8-F8DA-53DE935AE0F0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587" name="Group 1586">
                  <a:extLst>
                    <a:ext uri="{FF2B5EF4-FFF2-40B4-BE49-F238E27FC236}">
                      <a16:creationId xmlns:a16="http://schemas.microsoft.com/office/drawing/2014/main" id="{8BF8A154-CCB5-38D1-E56D-BEE262395A28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590" name="Oval 1589">
                    <a:extLst>
                      <a:ext uri="{FF2B5EF4-FFF2-40B4-BE49-F238E27FC236}">
                        <a16:creationId xmlns:a16="http://schemas.microsoft.com/office/drawing/2014/main" id="{3E482C1B-FA43-7ED9-22A3-820F0AB67744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591" name="Group 1590">
                    <a:extLst>
                      <a:ext uri="{FF2B5EF4-FFF2-40B4-BE49-F238E27FC236}">
                        <a16:creationId xmlns:a16="http://schemas.microsoft.com/office/drawing/2014/main" id="{AEC5293C-6F11-A53E-04E4-8E612C00A6D2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592" name="Oval 1591">
                      <a:extLst>
                        <a:ext uri="{FF2B5EF4-FFF2-40B4-BE49-F238E27FC236}">
                          <a16:creationId xmlns:a16="http://schemas.microsoft.com/office/drawing/2014/main" id="{37C964C2-AA4C-E83E-7355-340E8A8A86AB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3" name="Oval 1592">
                      <a:extLst>
                        <a:ext uri="{FF2B5EF4-FFF2-40B4-BE49-F238E27FC236}">
                          <a16:creationId xmlns:a16="http://schemas.microsoft.com/office/drawing/2014/main" id="{021AD4CD-1EEE-23CC-F0F0-ED5893587222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4" name="Oval 1593">
                      <a:extLst>
                        <a:ext uri="{FF2B5EF4-FFF2-40B4-BE49-F238E27FC236}">
                          <a16:creationId xmlns:a16="http://schemas.microsoft.com/office/drawing/2014/main" id="{ED60E0FD-2CD0-C23E-FA70-AA527F56BC33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5" name="Oval 1594">
                      <a:extLst>
                        <a:ext uri="{FF2B5EF4-FFF2-40B4-BE49-F238E27FC236}">
                          <a16:creationId xmlns:a16="http://schemas.microsoft.com/office/drawing/2014/main" id="{A2E70471-E4D3-5BD2-6ED9-5B8D60675EDA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6" name="Arc 1595">
                      <a:extLst>
                        <a:ext uri="{FF2B5EF4-FFF2-40B4-BE49-F238E27FC236}">
                          <a16:creationId xmlns:a16="http://schemas.microsoft.com/office/drawing/2014/main" id="{ADD88629-B896-BF2B-7FF9-7DAC872BBD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97" name="Oval 1596">
                      <a:extLst>
                        <a:ext uri="{FF2B5EF4-FFF2-40B4-BE49-F238E27FC236}">
                          <a16:creationId xmlns:a16="http://schemas.microsoft.com/office/drawing/2014/main" id="{12258C6B-5C60-99D6-A693-59A5916B23B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598" name="Arc 1597">
                      <a:extLst>
                        <a:ext uri="{FF2B5EF4-FFF2-40B4-BE49-F238E27FC236}">
                          <a16:creationId xmlns:a16="http://schemas.microsoft.com/office/drawing/2014/main" id="{8140BF3A-E6A5-98FD-C693-70972741F3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99" name="Arc 1598">
                      <a:extLst>
                        <a:ext uri="{FF2B5EF4-FFF2-40B4-BE49-F238E27FC236}">
                          <a16:creationId xmlns:a16="http://schemas.microsoft.com/office/drawing/2014/main" id="{98027CB8-7D52-512F-D396-DD6542FB9412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588" name="Straight Connector 1587">
                  <a:extLst>
                    <a:ext uri="{FF2B5EF4-FFF2-40B4-BE49-F238E27FC236}">
                      <a16:creationId xmlns:a16="http://schemas.microsoft.com/office/drawing/2014/main" id="{0D110CAA-D4AD-C1A7-0C78-D5514112B407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9" name="Straight Connector 1588">
                  <a:extLst>
                    <a:ext uri="{FF2B5EF4-FFF2-40B4-BE49-F238E27FC236}">
                      <a16:creationId xmlns:a16="http://schemas.microsoft.com/office/drawing/2014/main" id="{E06F2F28-06A5-C32E-072F-A641192FE17B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7" name="Group 1576">
                <a:extLst>
                  <a:ext uri="{FF2B5EF4-FFF2-40B4-BE49-F238E27FC236}">
                    <a16:creationId xmlns:a16="http://schemas.microsoft.com/office/drawing/2014/main" id="{923C2318-24E0-5148-C1CA-336CB1A58048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578" name="Moon 1577">
                  <a:extLst>
                    <a:ext uri="{FF2B5EF4-FFF2-40B4-BE49-F238E27FC236}">
                      <a16:creationId xmlns:a16="http://schemas.microsoft.com/office/drawing/2014/main" id="{05C81197-A3E6-42FC-90E8-278312F64032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9" name="Oval 1578">
                  <a:extLst>
                    <a:ext uri="{FF2B5EF4-FFF2-40B4-BE49-F238E27FC236}">
                      <a16:creationId xmlns:a16="http://schemas.microsoft.com/office/drawing/2014/main" id="{CE44DF60-C498-15E1-B5EE-D14F0A8546D2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0" name="Oval 1579">
                  <a:extLst>
                    <a:ext uri="{FF2B5EF4-FFF2-40B4-BE49-F238E27FC236}">
                      <a16:creationId xmlns:a16="http://schemas.microsoft.com/office/drawing/2014/main" id="{70A6F7B1-8BC0-3040-281B-8B9E93C0DEB8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1" name="Oval 1580">
                  <a:extLst>
                    <a:ext uri="{FF2B5EF4-FFF2-40B4-BE49-F238E27FC236}">
                      <a16:creationId xmlns:a16="http://schemas.microsoft.com/office/drawing/2014/main" id="{88A506E6-79E8-80B1-B35D-DF0B9FDDC6C6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2" name="Oval 1581">
                  <a:extLst>
                    <a:ext uri="{FF2B5EF4-FFF2-40B4-BE49-F238E27FC236}">
                      <a16:creationId xmlns:a16="http://schemas.microsoft.com/office/drawing/2014/main" id="{BA236325-7DDC-1D30-4DF4-09A6CB49D4BF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3" name="Oval 1582">
                  <a:extLst>
                    <a:ext uri="{FF2B5EF4-FFF2-40B4-BE49-F238E27FC236}">
                      <a16:creationId xmlns:a16="http://schemas.microsoft.com/office/drawing/2014/main" id="{AA551AB0-DD0F-AB26-71DB-A9503A1F6E3B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4" name="Oval 1583">
                  <a:extLst>
                    <a:ext uri="{FF2B5EF4-FFF2-40B4-BE49-F238E27FC236}">
                      <a16:creationId xmlns:a16="http://schemas.microsoft.com/office/drawing/2014/main" id="{B27AD4E3-D0CB-94BC-284C-A38F8CE2BD84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5" name="Oval 1584">
                  <a:extLst>
                    <a:ext uri="{FF2B5EF4-FFF2-40B4-BE49-F238E27FC236}">
                      <a16:creationId xmlns:a16="http://schemas.microsoft.com/office/drawing/2014/main" id="{B43B1A71-08E0-D955-7B10-626C01F97E11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574" name="Rounded Rectangle 1573">
              <a:extLst>
                <a:ext uri="{FF2B5EF4-FFF2-40B4-BE49-F238E27FC236}">
                  <a16:creationId xmlns:a16="http://schemas.microsoft.com/office/drawing/2014/main" id="{9E80BA8F-4020-716D-65F6-B53B53D70C11}"/>
                </a:ext>
              </a:extLst>
            </p:cNvPr>
            <p:cNvSpPr/>
            <p:nvPr/>
          </p:nvSpPr>
          <p:spPr>
            <a:xfrm rot="5400000">
              <a:off x="9157793" y="778771"/>
              <a:ext cx="44815" cy="62419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34" name="Group 1633">
            <a:extLst>
              <a:ext uri="{FF2B5EF4-FFF2-40B4-BE49-F238E27FC236}">
                <a16:creationId xmlns:a16="http://schemas.microsoft.com/office/drawing/2014/main" id="{57B25DC2-E724-1EDE-B30A-BABB4EFE3BBC}"/>
              </a:ext>
            </a:extLst>
          </p:cNvPr>
          <p:cNvGrpSpPr/>
          <p:nvPr/>
        </p:nvGrpSpPr>
        <p:grpSpPr>
          <a:xfrm>
            <a:off x="8501341" y="4322853"/>
            <a:ext cx="348791" cy="144704"/>
            <a:chOff x="9119539" y="2539762"/>
            <a:chExt cx="348791" cy="144704"/>
          </a:xfrm>
        </p:grpSpPr>
        <p:grpSp>
          <p:nvGrpSpPr>
            <p:cNvPr id="1635" name="Group 1634">
              <a:extLst>
                <a:ext uri="{FF2B5EF4-FFF2-40B4-BE49-F238E27FC236}">
                  <a16:creationId xmlns:a16="http://schemas.microsoft.com/office/drawing/2014/main" id="{1AE85A8B-1CB1-7F75-8639-4085F85427D2}"/>
                </a:ext>
              </a:extLst>
            </p:cNvPr>
            <p:cNvGrpSpPr/>
            <p:nvPr/>
          </p:nvGrpSpPr>
          <p:grpSpPr>
            <a:xfrm rot="5400000" flipH="1" flipV="1">
              <a:off x="9221583" y="2437718"/>
              <a:ext cx="144704" cy="348791"/>
              <a:chOff x="8901293" y="933753"/>
              <a:chExt cx="2135899" cy="5148330"/>
            </a:xfrm>
            <a:solidFill>
              <a:srgbClr val="FF0000"/>
            </a:solidFill>
          </p:grpSpPr>
          <p:grpSp>
            <p:nvGrpSpPr>
              <p:cNvPr id="1637" name="Group 1636">
                <a:extLst>
                  <a:ext uri="{FF2B5EF4-FFF2-40B4-BE49-F238E27FC236}">
                    <a16:creationId xmlns:a16="http://schemas.microsoft.com/office/drawing/2014/main" id="{07B39D00-F31F-9F5E-A861-F36B441601CD}"/>
                  </a:ext>
                </a:extLst>
              </p:cNvPr>
              <p:cNvGrpSpPr/>
              <p:nvPr/>
            </p:nvGrpSpPr>
            <p:grpSpPr>
              <a:xfrm>
                <a:off x="8901293" y="933753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672" name="Group 1671">
                  <a:extLst>
                    <a:ext uri="{FF2B5EF4-FFF2-40B4-BE49-F238E27FC236}">
                      <a16:creationId xmlns:a16="http://schemas.microsoft.com/office/drawing/2014/main" id="{82DABE74-2637-7762-4C58-40F1572703B4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86" name="Oval 1685">
                    <a:extLst>
                      <a:ext uri="{FF2B5EF4-FFF2-40B4-BE49-F238E27FC236}">
                        <a16:creationId xmlns:a16="http://schemas.microsoft.com/office/drawing/2014/main" id="{613A70AB-38C8-5A4C-F469-DCB0BCFA336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87" name="Group 1686">
                    <a:extLst>
                      <a:ext uri="{FF2B5EF4-FFF2-40B4-BE49-F238E27FC236}">
                        <a16:creationId xmlns:a16="http://schemas.microsoft.com/office/drawing/2014/main" id="{2C8A78BF-656A-614F-05E4-6C623C69176F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88" name="Oval 1687">
                      <a:extLst>
                        <a:ext uri="{FF2B5EF4-FFF2-40B4-BE49-F238E27FC236}">
                          <a16:creationId xmlns:a16="http://schemas.microsoft.com/office/drawing/2014/main" id="{61C4A794-7A1A-A481-7A64-14C6CD54A87C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9" name="Oval 1688">
                      <a:extLst>
                        <a:ext uri="{FF2B5EF4-FFF2-40B4-BE49-F238E27FC236}">
                          <a16:creationId xmlns:a16="http://schemas.microsoft.com/office/drawing/2014/main" id="{CBE205C7-A454-BF88-BE16-D36A0A68E5C0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0" name="Oval 1689">
                      <a:extLst>
                        <a:ext uri="{FF2B5EF4-FFF2-40B4-BE49-F238E27FC236}">
                          <a16:creationId xmlns:a16="http://schemas.microsoft.com/office/drawing/2014/main" id="{83DB66D4-3032-4EC4-37E4-B041D2164154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1" name="Oval 1690">
                      <a:extLst>
                        <a:ext uri="{FF2B5EF4-FFF2-40B4-BE49-F238E27FC236}">
                          <a16:creationId xmlns:a16="http://schemas.microsoft.com/office/drawing/2014/main" id="{CE3C4C4D-0597-127B-8B10-D8F4D7DD15AD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2" name="Arc 1691">
                      <a:extLst>
                        <a:ext uri="{FF2B5EF4-FFF2-40B4-BE49-F238E27FC236}">
                          <a16:creationId xmlns:a16="http://schemas.microsoft.com/office/drawing/2014/main" id="{8EB01F37-4D0B-0096-DE48-978A772D8B0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93" name="Oval 1692">
                      <a:extLst>
                        <a:ext uri="{FF2B5EF4-FFF2-40B4-BE49-F238E27FC236}">
                          <a16:creationId xmlns:a16="http://schemas.microsoft.com/office/drawing/2014/main" id="{CFBC3E12-A9BF-4D33-5A65-1D754EAC7F98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94" name="Arc 1693">
                      <a:extLst>
                        <a:ext uri="{FF2B5EF4-FFF2-40B4-BE49-F238E27FC236}">
                          <a16:creationId xmlns:a16="http://schemas.microsoft.com/office/drawing/2014/main" id="{8394C522-DFE5-DA0D-65C6-21EAB8E521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95" name="Arc 1694">
                      <a:extLst>
                        <a:ext uri="{FF2B5EF4-FFF2-40B4-BE49-F238E27FC236}">
                          <a16:creationId xmlns:a16="http://schemas.microsoft.com/office/drawing/2014/main" id="{202434F9-BE1C-C002-A35E-767BA5B8645C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673" name="Group 1672">
                  <a:extLst>
                    <a:ext uri="{FF2B5EF4-FFF2-40B4-BE49-F238E27FC236}">
                      <a16:creationId xmlns:a16="http://schemas.microsoft.com/office/drawing/2014/main" id="{4B75A39C-4353-3E80-C078-B647283ADD75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76" name="Oval 1675">
                    <a:extLst>
                      <a:ext uri="{FF2B5EF4-FFF2-40B4-BE49-F238E27FC236}">
                        <a16:creationId xmlns:a16="http://schemas.microsoft.com/office/drawing/2014/main" id="{25B12CE8-6716-1F51-14BC-FB6A5810ED78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77" name="Group 1676">
                    <a:extLst>
                      <a:ext uri="{FF2B5EF4-FFF2-40B4-BE49-F238E27FC236}">
                        <a16:creationId xmlns:a16="http://schemas.microsoft.com/office/drawing/2014/main" id="{C611AB46-7956-3C2B-E570-1A0246B5DEB8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78" name="Oval 1677">
                      <a:extLst>
                        <a:ext uri="{FF2B5EF4-FFF2-40B4-BE49-F238E27FC236}">
                          <a16:creationId xmlns:a16="http://schemas.microsoft.com/office/drawing/2014/main" id="{9BACD978-EFC4-3834-AA2A-D52823230F4E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79" name="Oval 1678">
                      <a:extLst>
                        <a:ext uri="{FF2B5EF4-FFF2-40B4-BE49-F238E27FC236}">
                          <a16:creationId xmlns:a16="http://schemas.microsoft.com/office/drawing/2014/main" id="{1E11A3C8-2398-9E26-A039-9A6B451901E6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0" name="Oval 1679">
                      <a:extLst>
                        <a:ext uri="{FF2B5EF4-FFF2-40B4-BE49-F238E27FC236}">
                          <a16:creationId xmlns:a16="http://schemas.microsoft.com/office/drawing/2014/main" id="{C39AB847-EDA8-2007-9318-54095AC5067C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1" name="Oval 1680">
                      <a:extLst>
                        <a:ext uri="{FF2B5EF4-FFF2-40B4-BE49-F238E27FC236}">
                          <a16:creationId xmlns:a16="http://schemas.microsoft.com/office/drawing/2014/main" id="{FA46E76F-EF72-CA3F-6FA6-270D95DEBE6C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2" name="Arc 1681">
                      <a:extLst>
                        <a:ext uri="{FF2B5EF4-FFF2-40B4-BE49-F238E27FC236}">
                          <a16:creationId xmlns:a16="http://schemas.microsoft.com/office/drawing/2014/main" id="{31A4A492-29B6-4C55-932E-36402189E0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83" name="Oval 1682">
                      <a:extLst>
                        <a:ext uri="{FF2B5EF4-FFF2-40B4-BE49-F238E27FC236}">
                          <a16:creationId xmlns:a16="http://schemas.microsoft.com/office/drawing/2014/main" id="{D6D6AF29-3E95-4810-6526-06A204C2E06D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84" name="Arc 1683">
                      <a:extLst>
                        <a:ext uri="{FF2B5EF4-FFF2-40B4-BE49-F238E27FC236}">
                          <a16:creationId xmlns:a16="http://schemas.microsoft.com/office/drawing/2014/main" id="{967B7CB2-F248-DD25-D314-829DF6EAFE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85" name="Arc 1684">
                      <a:extLst>
                        <a:ext uri="{FF2B5EF4-FFF2-40B4-BE49-F238E27FC236}">
                          <a16:creationId xmlns:a16="http://schemas.microsoft.com/office/drawing/2014/main" id="{AAB31764-50AE-48D0-4F63-1D59509547E5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674" name="Straight Connector 1673">
                  <a:extLst>
                    <a:ext uri="{FF2B5EF4-FFF2-40B4-BE49-F238E27FC236}">
                      <a16:creationId xmlns:a16="http://schemas.microsoft.com/office/drawing/2014/main" id="{F5379F29-A93D-0FFA-9509-9FD36CC4F2DA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5" name="Straight Connector 1674">
                  <a:extLst>
                    <a:ext uri="{FF2B5EF4-FFF2-40B4-BE49-F238E27FC236}">
                      <a16:creationId xmlns:a16="http://schemas.microsoft.com/office/drawing/2014/main" id="{6B3F70FC-BFB6-E1CC-88EF-BD0FE1223E67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38" name="Group 1637">
                <a:extLst>
                  <a:ext uri="{FF2B5EF4-FFF2-40B4-BE49-F238E27FC236}">
                    <a16:creationId xmlns:a16="http://schemas.microsoft.com/office/drawing/2014/main" id="{D3C8FF21-D10B-5439-06D2-4F9939DD9434}"/>
                  </a:ext>
                </a:extLst>
              </p:cNvPr>
              <p:cNvGrpSpPr/>
              <p:nvPr/>
            </p:nvGrpSpPr>
            <p:grpSpPr>
              <a:xfrm flipV="1">
                <a:off x="8906828" y="3517591"/>
                <a:ext cx="2130364" cy="2564492"/>
                <a:chOff x="4102111" y="1327060"/>
                <a:chExt cx="2130364" cy="2564492"/>
              </a:xfrm>
              <a:grpFill/>
            </p:grpSpPr>
            <p:grpSp>
              <p:nvGrpSpPr>
                <p:cNvPr id="1648" name="Group 1647">
                  <a:extLst>
                    <a:ext uri="{FF2B5EF4-FFF2-40B4-BE49-F238E27FC236}">
                      <a16:creationId xmlns:a16="http://schemas.microsoft.com/office/drawing/2014/main" id="{34B2FED9-1657-2DDB-F6E4-6E71A3717BD0}"/>
                    </a:ext>
                  </a:extLst>
                </p:cNvPr>
                <p:cNvGrpSpPr/>
                <p:nvPr/>
              </p:nvGrpSpPr>
              <p:grpSpPr>
                <a:xfrm>
                  <a:off x="4102111" y="1327060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62" name="Oval 1661">
                    <a:extLst>
                      <a:ext uri="{FF2B5EF4-FFF2-40B4-BE49-F238E27FC236}">
                        <a16:creationId xmlns:a16="http://schemas.microsoft.com/office/drawing/2014/main" id="{E8227F35-60F1-2478-D088-D6BAA6FC5E51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63" name="Group 1662">
                    <a:extLst>
                      <a:ext uri="{FF2B5EF4-FFF2-40B4-BE49-F238E27FC236}">
                        <a16:creationId xmlns:a16="http://schemas.microsoft.com/office/drawing/2014/main" id="{02573CE1-D424-30D9-C833-5EAF64DA730D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64" name="Oval 1663">
                      <a:extLst>
                        <a:ext uri="{FF2B5EF4-FFF2-40B4-BE49-F238E27FC236}">
                          <a16:creationId xmlns:a16="http://schemas.microsoft.com/office/drawing/2014/main" id="{59EDEBC4-6B62-F599-ADF0-FF108C605BB0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65" name="Oval 1664">
                      <a:extLst>
                        <a:ext uri="{FF2B5EF4-FFF2-40B4-BE49-F238E27FC236}">
                          <a16:creationId xmlns:a16="http://schemas.microsoft.com/office/drawing/2014/main" id="{CC9B4C6F-E951-E478-A670-29E62C643B48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66" name="Oval 1665">
                      <a:extLst>
                        <a:ext uri="{FF2B5EF4-FFF2-40B4-BE49-F238E27FC236}">
                          <a16:creationId xmlns:a16="http://schemas.microsoft.com/office/drawing/2014/main" id="{95067BCD-E0D2-948C-AACB-2D9987524BD0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67" name="Oval 1666">
                      <a:extLst>
                        <a:ext uri="{FF2B5EF4-FFF2-40B4-BE49-F238E27FC236}">
                          <a16:creationId xmlns:a16="http://schemas.microsoft.com/office/drawing/2014/main" id="{DD486219-67A9-1333-4A23-16172DE022EF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68" name="Arc 1667">
                      <a:extLst>
                        <a:ext uri="{FF2B5EF4-FFF2-40B4-BE49-F238E27FC236}">
                          <a16:creationId xmlns:a16="http://schemas.microsoft.com/office/drawing/2014/main" id="{AA617E1F-6EA7-4FA4-C7DB-E7E9759500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69" name="Oval 1668">
                      <a:extLst>
                        <a:ext uri="{FF2B5EF4-FFF2-40B4-BE49-F238E27FC236}">
                          <a16:creationId xmlns:a16="http://schemas.microsoft.com/office/drawing/2014/main" id="{5B532CD2-7FB0-4718-5779-3A992B0D9BE3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70" name="Arc 1669">
                      <a:extLst>
                        <a:ext uri="{FF2B5EF4-FFF2-40B4-BE49-F238E27FC236}">
                          <a16:creationId xmlns:a16="http://schemas.microsoft.com/office/drawing/2014/main" id="{E083E529-E001-54A5-C61A-3926940EED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71" name="Arc 1670">
                      <a:extLst>
                        <a:ext uri="{FF2B5EF4-FFF2-40B4-BE49-F238E27FC236}">
                          <a16:creationId xmlns:a16="http://schemas.microsoft.com/office/drawing/2014/main" id="{A266880C-3B7B-2F2B-42CB-4DB9ABBF780E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grpSp>
              <p:nvGrpSpPr>
                <p:cNvPr id="1649" name="Group 1648">
                  <a:extLst>
                    <a:ext uri="{FF2B5EF4-FFF2-40B4-BE49-F238E27FC236}">
                      <a16:creationId xmlns:a16="http://schemas.microsoft.com/office/drawing/2014/main" id="{FEDA7C5F-6E06-CDAA-B04D-B71E45165733}"/>
                    </a:ext>
                  </a:extLst>
                </p:cNvPr>
                <p:cNvGrpSpPr/>
                <p:nvPr/>
              </p:nvGrpSpPr>
              <p:grpSpPr>
                <a:xfrm flipH="1">
                  <a:off x="5138140" y="1336301"/>
                  <a:ext cx="1094335" cy="2555251"/>
                  <a:chOff x="4102111" y="1327060"/>
                  <a:chExt cx="1094335" cy="2555251"/>
                </a:xfrm>
                <a:grpFill/>
              </p:grpSpPr>
              <p:sp>
                <p:nvSpPr>
                  <p:cNvPr id="1652" name="Oval 1651">
                    <a:extLst>
                      <a:ext uri="{FF2B5EF4-FFF2-40B4-BE49-F238E27FC236}">
                        <a16:creationId xmlns:a16="http://schemas.microsoft.com/office/drawing/2014/main" id="{D8BFFC6B-488F-C594-A6DA-55249353667F}"/>
                      </a:ext>
                    </a:extLst>
                  </p:cNvPr>
                  <p:cNvSpPr/>
                  <p:nvPr/>
                </p:nvSpPr>
                <p:spPr>
                  <a:xfrm rot="2094095">
                    <a:off x="4224168" y="1327060"/>
                    <a:ext cx="583350" cy="424893"/>
                  </a:xfrm>
                  <a:prstGeom prst="ellipse">
                    <a:avLst/>
                  </a:prstGeom>
                  <a:grpFill/>
                  <a:ln w="63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1653" name="Group 1652">
                    <a:extLst>
                      <a:ext uri="{FF2B5EF4-FFF2-40B4-BE49-F238E27FC236}">
                        <a16:creationId xmlns:a16="http://schemas.microsoft.com/office/drawing/2014/main" id="{BADCCDD9-A999-5D6B-92EB-1277881029F5}"/>
                      </a:ext>
                    </a:extLst>
                  </p:cNvPr>
                  <p:cNvGrpSpPr/>
                  <p:nvPr/>
                </p:nvGrpSpPr>
                <p:grpSpPr>
                  <a:xfrm>
                    <a:off x="4102111" y="1374064"/>
                    <a:ext cx="1094335" cy="2508247"/>
                    <a:chOff x="4102111" y="1374064"/>
                    <a:chExt cx="1094335" cy="2508247"/>
                  </a:xfrm>
                  <a:grpFill/>
                </p:grpSpPr>
                <p:sp>
                  <p:nvSpPr>
                    <p:cNvPr id="1654" name="Oval 1653">
                      <a:extLst>
                        <a:ext uri="{FF2B5EF4-FFF2-40B4-BE49-F238E27FC236}">
                          <a16:creationId xmlns:a16="http://schemas.microsoft.com/office/drawing/2014/main" id="{CD1F56DC-5158-6CE9-7870-99B0C9A4C89A}"/>
                        </a:ext>
                      </a:extLst>
                    </p:cNvPr>
                    <p:cNvSpPr/>
                    <p:nvPr/>
                  </p:nvSpPr>
                  <p:spPr>
                    <a:xfrm rot="4202241">
                      <a:off x="3939335" y="1536840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5" name="Oval 1654">
                      <a:extLst>
                        <a:ext uri="{FF2B5EF4-FFF2-40B4-BE49-F238E27FC236}">
                          <a16:creationId xmlns:a16="http://schemas.microsoft.com/office/drawing/2014/main" id="{30905806-1C1C-35DE-ED87-516EC9C4B22F}"/>
                        </a:ext>
                      </a:extLst>
                    </p:cNvPr>
                    <p:cNvSpPr/>
                    <p:nvPr/>
                  </p:nvSpPr>
                  <p:spPr>
                    <a:xfrm rot="2602848">
                      <a:off x="4310212" y="2022366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6" name="Oval 1655">
                      <a:extLst>
                        <a:ext uri="{FF2B5EF4-FFF2-40B4-BE49-F238E27FC236}">
                          <a16:creationId xmlns:a16="http://schemas.microsoft.com/office/drawing/2014/main" id="{5455C20A-C258-7FAB-82DA-67F6DC244BB5}"/>
                        </a:ext>
                      </a:extLst>
                    </p:cNvPr>
                    <p:cNvSpPr/>
                    <p:nvPr/>
                  </p:nvSpPr>
                  <p:spPr>
                    <a:xfrm rot="4012902">
                      <a:off x="4560009" y="1873067"/>
                      <a:ext cx="663549" cy="337997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7" name="Oval 1656">
                      <a:extLst>
                        <a:ext uri="{FF2B5EF4-FFF2-40B4-BE49-F238E27FC236}">
                          <a16:creationId xmlns:a16="http://schemas.microsoft.com/office/drawing/2014/main" id="{0257872A-F5E3-F3DC-9EA0-EEDAE5558B64}"/>
                        </a:ext>
                      </a:extLst>
                    </p:cNvPr>
                    <p:cNvSpPr/>
                    <p:nvPr/>
                  </p:nvSpPr>
                  <p:spPr>
                    <a:xfrm rot="6593353">
                      <a:off x="4653267" y="2736730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58" name="Arc 1657">
                      <a:extLst>
                        <a:ext uri="{FF2B5EF4-FFF2-40B4-BE49-F238E27FC236}">
                          <a16:creationId xmlns:a16="http://schemas.microsoft.com/office/drawing/2014/main" id="{E0C686DF-3408-6908-00F7-E9960D3E96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73113" y="2317108"/>
                      <a:ext cx="215224" cy="70105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59" name="Oval 1658">
                      <a:extLst>
                        <a:ext uri="{FF2B5EF4-FFF2-40B4-BE49-F238E27FC236}">
                          <a16:creationId xmlns:a16="http://schemas.microsoft.com/office/drawing/2014/main" id="{43248D65-9A17-931E-BBFF-249E8DBF380F}"/>
                        </a:ext>
                      </a:extLst>
                    </p:cNvPr>
                    <p:cNvSpPr/>
                    <p:nvPr/>
                  </p:nvSpPr>
                  <p:spPr>
                    <a:xfrm rot="15006647" flipH="1">
                      <a:off x="4691330" y="3377195"/>
                      <a:ext cx="663549" cy="346683"/>
                    </a:xfrm>
                    <a:prstGeom prst="ellipse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660" name="Arc 1659">
                      <a:extLst>
                        <a:ext uri="{FF2B5EF4-FFF2-40B4-BE49-F238E27FC236}">
                          <a16:creationId xmlns:a16="http://schemas.microsoft.com/office/drawing/2014/main" id="{50CFE276-3369-FF22-55A4-702B384475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8921" y="1694550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61" name="Arc 1660">
                      <a:extLst>
                        <a:ext uri="{FF2B5EF4-FFF2-40B4-BE49-F238E27FC236}">
                          <a16:creationId xmlns:a16="http://schemas.microsoft.com/office/drawing/2014/main" id="{9BB0D65D-83C2-6E88-7B77-6EFA6A81CD6D}"/>
                        </a:ext>
                      </a:extLst>
                    </p:cNvPr>
                    <p:cNvSpPr/>
                    <p:nvPr/>
                  </p:nvSpPr>
                  <p:spPr>
                    <a:xfrm rot="11689115">
                      <a:off x="4351978" y="1763728"/>
                      <a:ext cx="306129" cy="311642"/>
                    </a:xfrm>
                    <a:prstGeom prst="arc">
                      <a:avLst/>
                    </a:prstGeom>
                    <a:grpFill/>
                    <a:ln w="6350"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1650" name="Straight Connector 1649">
                  <a:extLst>
                    <a:ext uri="{FF2B5EF4-FFF2-40B4-BE49-F238E27FC236}">
                      <a16:creationId xmlns:a16="http://schemas.microsoft.com/office/drawing/2014/main" id="{0CB088E4-D8D3-55F5-BB5F-85BDB1CB4227}"/>
                    </a:ext>
                  </a:extLst>
                </p:cNvPr>
                <p:cNvCxnSpPr/>
                <p:nvPr/>
              </p:nvCxnSpPr>
              <p:spPr>
                <a:xfrm>
                  <a:off x="5061868" y="2422793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1" name="Straight Connector 1650">
                  <a:extLst>
                    <a:ext uri="{FF2B5EF4-FFF2-40B4-BE49-F238E27FC236}">
                      <a16:creationId xmlns:a16="http://schemas.microsoft.com/office/drawing/2014/main" id="{058293FB-2135-3468-41D4-971B82DAAC4D}"/>
                    </a:ext>
                  </a:extLst>
                </p:cNvPr>
                <p:cNvCxnSpPr/>
                <p:nvPr/>
              </p:nvCxnSpPr>
              <p:spPr>
                <a:xfrm>
                  <a:off x="5073671" y="2539115"/>
                  <a:ext cx="210641" cy="0"/>
                </a:xfrm>
                <a:prstGeom prst="line">
                  <a:avLst/>
                </a:prstGeom>
                <a:grpFill/>
                <a:ln w="63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39" name="Group 1638">
                <a:extLst>
                  <a:ext uri="{FF2B5EF4-FFF2-40B4-BE49-F238E27FC236}">
                    <a16:creationId xmlns:a16="http://schemas.microsoft.com/office/drawing/2014/main" id="{C88D5719-F3C3-D084-8509-FAAB70961EE9}"/>
                  </a:ext>
                </a:extLst>
              </p:cNvPr>
              <p:cNvGrpSpPr/>
              <p:nvPr/>
            </p:nvGrpSpPr>
            <p:grpSpPr>
              <a:xfrm>
                <a:off x="9663969" y="2298797"/>
                <a:ext cx="552240" cy="2447093"/>
                <a:chOff x="8443826" y="2170814"/>
                <a:chExt cx="552240" cy="2447093"/>
              </a:xfrm>
              <a:grpFill/>
            </p:grpSpPr>
            <p:sp>
              <p:nvSpPr>
                <p:cNvPr id="1640" name="Moon 1639">
                  <a:extLst>
                    <a:ext uri="{FF2B5EF4-FFF2-40B4-BE49-F238E27FC236}">
                      <a16:creationId xmlns:a16="http://schemas.microsoft.com/office/drawing/2014/main" id="{7BC35F42-D788-FB25-C65D-B878F7F27111}"/>
                    </a:ext>
                  </a:extLst>
                </p:cNvPr>
                <p:cNvSpPr/>
                <p:nvPr/>
              </p:nvSpPr>
              <p:spPr>
                <a:xfrm rot="10800000">
                  <a:off x="8521053" y="3121798"/>
                  <a:ext cx="475013" cy="501401"/>
                </a:xfrm>
                <a:prstGeom prst="moon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1" name="Oval 1640">
                  <a:extLst>
                    <a:ext uri="{FF2B5EF4-FFF2-40B4-BE49-F238E27FC236}">
                      <a16:creationId xmlns:a16="http://schemas.microsoft.com/office/drawing/2014/main" id="{04E7A310-B8F6-1EFE-987E-2721A6605B7C}"/>
                    </a:ext>
                  </a:extLst>
                </p:cNvPr>
                <p:cNvSpPr/>
                <p:nvPr/>
              </p:nvSpPr>
              <p:spPr>
                <a:xfrm rot="858604">
                  <a:off x="8443826" y="2170814"/>
                  <a:ext cx="185640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2" name="Oval 1641">
                  <a:extLst>
                    <a:ext uri="{FF2B5EF4-FFF2-40B4-BE49-F238E27FC236}">
                      <a16:creationId xmlns:a16="http://schemas.microsoft.com/office/drawing/2014/main" id="{9D92F0D5-936E-7B7A-53E4-249FF10AE5E7}"/>
                    </a:ext>
                  </a:extLst>
                </p:cNvPr>
                <p:cNvSpPr/>
                <p:nvPr/>
              </p:nvSpPr>
              <p:spPr>
                <a:xfrm rot="20518439">
                  <a:off x="8483460" y="2496378"/>
                  <a:ext cx="18222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3" name="Oval 1642">
                  <a:extLst>
                    <a:ext uri="{FF2B5EF4-FFF2-40B4-BE49-F238E27FC236}">
                      <a16:creationId xmlns:a16="http://schemas.microsoft.com/office/drawing/2014/main" id="{E33280E0-4802-DCEB-DECB-C22129309A33}"/>
                    </a:ext>
                  </a:extLst>
                </p:cNvPr>
                <p:cNvSpPr/>
                <p:nvPr/>
              </p:nvSpPr>
              <p:spPr>
                <a:xfrm rot="20585931">
                  <a:off x="8613830" y="2840511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4" name="Oval 1643">
                  <a:extLst>
                    <a:ext uri="{FF2B5EF4-FFF2-40B4-BE49-F238E27FC236}">
                      <a16:creationId xmlns:a16="http://schemas.microsoft.com/office/drawing/2014/main" id="{90DDB71B-8DAD-FC94-D661-C95D60173F0A}"/>
                    </a:ext>
                  </a:extLst>
                </p:cNvPr>
                <p:cNvSpPr/>
                <p:nvPr/>
              </p:nvSpPr>
              <p:spPr>
                <a:xfrm rot="21442569">
                  <a:off x="8745960" y="3505447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5" name="Oval 1644">
                  <a:extLst>
                    <a:ext uri="{FF2B5EF4-FFF2-40B4-BE49-F238E27FC236}">
                      <a16:creationId xmlns:a16="http://schemas.microsoft.com/office/drawing/2014/main" id="{626836C8-08D8-5206-C8FA-40C023D12B4A}"/>
                    </a:ext>
                  </a:extLst>
                </p:cNvPr>
                <p:cNvSpPr/>
                <p:nvPr/>
              </p:nvSpPr>
              <p:spPr>
                <a:xfrm rot="21561546">
                  <a:off x="8735446" y="3890139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6" name="Oval 1645">
                  <a:extLst>
                    <a:ext uri="{FF2B5EF4-FFF2-40B4-BE49-F238E27FC236}">
                      <a16:creationId xmlns:a16="http://schemas.microsoft.com/office/drawing/2014/main" id="{9C8677C9-117B-D742-7075-1A7E739A2CFD}"/>
                    </a:ext>
                  </a:extLst>
                </p:cNvPr>
                <p:cNvSpPr/>
                <p:nvPr/>
              </p:nvSpPr>
              <p:spPr>
                <a:xfrm rot="1811840">
                  <a:off x="8654891" y="4238014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7" name="Oval 1646">
                  <a:extLst>
                    <a:ext uri="{FF2B5EF4-FFF2-40B4-BE49-F238E27FC236}">
                      <a16:creationId xmlns:a16="http://schemas.microsoft.com/office/drawing/2014/main" id="{1F2E5D24-B49A-1EF8-47FD-36019595F4B6}"/>
                    </a:ext>
                  </a:extLst>
                </p:cNvPr>
                <p:cNvSpPr/>
                <p:nvPr/>
              </p:nvSpPr>
              <p:spPr>
                <a:xfrm rot="21561546">
                  <a:off x="8704487" y="3182552"/>
                  <a:ext cx="165668" cy="379893"/>
                </a:xfrm>
                <a:prstGeom prst="ellipse">
                  <a:avLst/>
                </a:prstGeom>
                <a:grp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636" name="Rounded Rectangle 1635">
              <a:extLst>
                <a:ext uri="{FF2B5EF4-FFF2-40B4-BE49-F238E27FC236}">
                  <a16:creationId xmlns:a16="http://schemas.microsoft.com/office/drawing/2014/main" id="{759CABA8-B031-1ADB-A3E0-64329AEA76B1}"/>
                </a:ext>
              </a:extLst>
            </p:cNvPr>
            <p:cNvSpPr/>
            <p:nvPr/>
          </p:nvSpPr>
          <p:spPr>
            <a:xfrm rot="5400000">
              <a:off x="9264860" y="2583364"/>
              <a:ext cx="44815" cy="62419"/>
            </a:xfrm>
            <a:prstGeom prst="round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0384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5107</TotalTime>
  <Words>431</Words>
  <Application>Microsoft Macintosh PowerPoint</Application>
  <PresentationFormat>Widescreen</PresentationFormat>
  <Paragraphs>184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Times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Antia, Rustom</dc:creator>
  <cp:lastModifiedBy>Hirst, Cora</cp:lastModifiedBy>
  <cp:revision>53</cp:revision>
  <dcterms:created xsi:type="dcterms:W3CDTF">2024-09-25T19:44:21Z</dcterms:created>
  <dcterms:modified xsi:type="dcterms:W3CDTF">2026-06-22T13:22:03Z</dcterms:modified>
</cp:coreProperties>
</file>