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56" r:id="rId6"/>
    <p:sldId id="257" r:id="rId7"/>
    <p:sldId id="259" r:id="rId8"/>
    <p:sldId id="260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1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6301"/>
  </p:normalViewPr>
  <p:slideViewPr>
    <p:cSldViewPr snapToGrid="0">
      <p:cViewPr varScale="1">
        <p:scale>
          <a:sx n="122" d="100"/>
          <a:sy n="122" d="100"/>
        </p:scale>
        <p:origin x="14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313BE-28A8-5C42-B783-7E1BEFADA06A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E1DBF-2EA1-574E-AD78-839A7B98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9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E1DBF-2EA1-574E-AD78-839A7B98F2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E1DBF-2EA1-574E-AD78-839A7B98F2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68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4EE0-7094-7B6D-6A88-CE252F71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A6A50-9FF1-5C1A-408E-70014C5A6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9DF9-40F8-7E9F-A1BC-BC0A33C3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5E0CE-9CFB-B101-8D06-5564C59A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4970A-0891-92AF-D662-F2F0DDC7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DED20-113E-837E-940C-1950C238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5D768-AEB0-BC17-B701-31913E9C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16192-165D-2168-584D-C3AF5461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1AE0F-EDE4-E9C2-DA6F-758527EF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64D2B-CC93-7A4D-FCC4-198C547B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7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87A9-675F-C75D-9278-7BC946739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881A8-2B62-2E41-89F8-8AFB53A45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C2B11-E941-492C-8AE8-4135F4FC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C4980-ED08-96CB-9586-FE73864D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8CDDC-644F-A6F1-979D-9E4C493F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6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6B77-DB51-FC1F-B53A-E94313BC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33D6D-1341-3572-9BD8-EFAD177DB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3C33-1A9D-4BE7-2C14-42E759EE3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4DF7F-37B4-A9BE-35D3-D7E92C11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68369-FA2F-7E78-9279-3E05DB5C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7D39C-32A5-B6B8-D757-A9861FDA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5D1B-FF73-4A0B-0D08-7CA284EEE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94B0E-D656-E8AF-66FD-A2257B400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CBC3A-D417-2DAA-C903-EA899C6E1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C872D-69F2-CF5E-D809-B1B6A940B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19269-FD2C-11D9-A10F-155E88287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F1917-DE7E-B6B0-235E-91A2E96F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0E159-990A-2512-3DAC-A13E0EB1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62429-83DA-AE90-9FBC-0DB297F6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9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6D16-6870-3E31-F451-B20B1BD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9D0FB-1297-EE2C-DC64-80E111BC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AF99-322B-FCF6-A5F1-1E7CC9C2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AE429-8E0F-75A6-D018-33F7E75B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3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A430-E958-1C25-D0BC-93FBE428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24890-AC72-70C5-5468-A47D48831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3DF7F-547E-1142-91A5-2D6FD1F2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8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B374-4D70-C181-D4DB-9217A91D9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2C813-65CA-CC95-2D3F-487A98E15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D92AA-FDD3-D6AA-B447-7A1654D49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08952-C8A8-963E-8DE6-FC2C9773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B10C0-DA1D-B4F9-F045-1833FC45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380AA-F1E2-AA06-E435-6F66AE81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9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1030-B816-5641-BDD5-E7044793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9CABB-BC52-576D-888C-601C5F84B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63878-EFB5-2A54-F517-693D9CEDE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E8062-2073-C63C-70EA-C038BB96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4F4FD-E1DA-D76B-596B-1BC936DC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D97F7-F756-6A7F-5032-6962DCD1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7CF1-9A18-C409-6F29-0586C449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7AAE1-F7E5-63DD-CE7A-822250480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8BB9-A79A-EE7F-A4CB-C7893F88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42764-A594-D3A2-BAA3-856BA096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18CB5-B318-1D69-F6A6-C1E2BF4C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2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446EA-00A4-FD3D-6F1C-775D50636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89D68-4F7E-5497-0066-9291A0565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28D-27E5-7BF9-38C9-6CFA00D8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EC25C-4EFD-254E-A3D5-E57E2F53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F108-3E99-4BE8-8F46-628DAE2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4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C912D-642A-B1CD-185A-CB0DFCA6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0A502-BFB8-603C-C52C-3FEB1965D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0A1E8-A31B-B115-CA1A-81C55410E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9B948-4ED5-6240-8238-DF3F13594E3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8F9AB-CD40-78E6-B818-E5DF96D0A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158A0-B2FD-6AC6-2D7F-8811F6CE1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2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77D1B2D-4A2F-17D1-A043-04A0040FD5C2}"/>
              </a:ext>
            </a:extLst>
          </p:cNvPr>
          <p:cNvGrpSpPr/>
          <p:nvPr/>
        </p:nvGrpSpPr>
        <p:grpSpPr>
          <a:xfrm>
            <a:off x="876410" y="215596"/>
            <a:ext cx="6163149" cy="6320590"/>
            <a:chOff x="876410" y="215596"/>
            <a:chExt cx="6163149" cy="632059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F4CF754-B731-775B-4919-666891A71E04}"/>
                </a:ext>
              </a:extLst>
            </p:cNvPr>
            <p:cNvGrpSpPr/>
            <p:nvPr/>
          </p:nvGrpSpPr>
          <p:grpSpPr>
            <a:xfrm>
              <a:off x="1222006" y="331232"/>
              <a:ext cx="2662701" cy="3150622"/>
              <a:chOff x="3751451" y="740930"/>
              <a:chExt cx="2662701" cy="315062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654453E5-3009-602E-DC72-35AC9802BB24}"/>
                  </a:ext>
                </a:extLst>
              </p:cNvPr>
              <p:cNvGrpSpPr/>
              <p:nvPr/>
            </p:nvGrpSpPr>
            <p:grpSpPr>
              <a:xfrm>
                <a:off x="4102111" y="740930"/>
                <a:ext cx="2312041" cy="3150622"/>
                <a:chOff x="4102111" y="740930"/>
                <a:chExt cx="2312041" cy="3150622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8F211454-A7BC-59FF-D0C2-C3F5F08D25D2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</p:grpSpPr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95E3470B-A656-3C3A-C123-12C6C18752F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 err="1"/>
                      <a:t>v</a:t>
                    </a:r>
                    <a:r>
                      <a:rPr lang="en-US" baseline="-25000" dirty="0" err="1"/>
                      <a:t>H</a:t>
                    </a:r>
                    <a:endParaRPr lang="en-US" dirty="0"/>
                  </a:p>
                </p:txBody>
              </p:sp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30E5E632-E2F4-2FFA-D4F4-466BD1EBB14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</p:grpSpPr>
                <p:sp>
                  <p:nvSpPr>
                    <p:cNvPr id="9" name="Oval 8">
                      <a:extLst>
                        <a:ext uri="{FF2B5EF4-FFF2-40B4-BE49-F238E27FC236}">
                          <a16:creationId xmlns:a16="http://schemas.microsoft.com/office/drawing/2014/main" id="{3F2D029A-8F62-616C-E810-4AA55D5C22C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err="1"/>
                        <a:t>v</a:t>
                      </a:r>
                      <a:r>
                        <a:rPr lang="en-US" baseline="-25000" dirty="0" err="1"/>
                        <a:t>L</a:t>
                      </a:r>
                      <a:endParaRPr lang="en-US" dirty="0"/>
                    </a:p>
                  </p:txBody>
                </p:sp>
                <p:sp>
                  <p:nvSpPr>
                    <p:cNvPr id="10" name="Oval 9">
                      <a:extLst>
                        <a:ext uri="{FF2B5EF4-FFF2-40B4-BE49-F238E27FC236}">
                          <a16:creationId xmlns:a16="http://schemas.microsoft.com/office/drawing/2014/main" id="{A58F665B-CE31-A7A6-1D21-A0C2FDF6250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L</a:t>
                      </a:r>
                      <a:endParaRPr lang="en-US" dirty="0"/>
                    </a:p>
                  </p:txBody>
                </p:sp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119D4D2C-1537-0593-FEF6-783037B2DC58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solidFill>
                      <a:srgbClr val="043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H</a:t>
                      </a:r>
                      <a:endParaRPr lang="en-US" dirty="0"/>
                    </a:p>
                  </p:txBody>
                </p:sp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18AFF160-C743-C7B5-97FC-784B5C90B44B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solidFill>
                      <a:srgbClr val="043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" name="Arc 12">
                      <a:extLst>
                        <a:ext uri="{FF2B5EF4-FFF2-40B4-BE49-F238E27FC236}">
                          <a16:creationId xmlns:a16="http://schemas.microsoft.com/office/drawing/2014/main" id="{24D8AB10-2C56-98C0-A147-F1BC4AB9C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083758D9-1BEF-BF2F-6034-2EA28318A56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solidFill>
                      <a:srgbClr val="043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" name="Arc 14">
                      <a:extLst>
                        <a:ext uri="{FF2B5EF4-FFF2-40B4-BE49-F238E27FC236}">
                          <a16:creationId xmlns:a16="http://schemas.microsoft.com/office/drawing/2014/main" id="{C7D5A1BC-3162-29B0-E35E-85AF7D34C0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" name="Arc 15">
                      <a:extLst>
                        <a:ext uri="{FF2B5EF4-FFF2-40B4-BE49-F238E27FC236}">
                          <a16:creationId xmlns:a16="http://schemas.microsoft.com/office/drawing/2014/main" id="{BCD82C43-8741-AD55-CD8F-8ADA4658D16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3BB33046-12F9-629B-AA8B-E47B69CBFD00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07686D0C-F5EC-122B-9D7B-B2EA8012596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B977F2A0-23AB-2908-B6DE-D63D61100D9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</p:grpSpPr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E2F48C92-071C-FCCB-F55B-C68E7518B70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D42831F8-5928-AA8A-027D-C6E506AD310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3" name="Oval 32">
                      <a:extLst>
                        <a:ext uri="{FF2B5EF4-FFF2-40B4-BE49-F238E27FC236}">
                          <a16:creationId xmlns:a16="http://schemas.microsoft.com/office/drawing/2014/main" id="{CA779D79-C9D6-FC5A-5DE0-DF7B87DF4C2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solidFill>
                      <a:srgbClr val="043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F1FF7D63-F005-678F-24A7-CE422C142DAB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solidFill>
                      <a:srgbClr val="043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5" name="Arc 34">
                      <a:extLst>
                        <a:ext uri="{FF2B5EF4-FFF2-40B4-BE49-F238E27FC236}">
                          <a16:creationId xmlns:a16="http://schemas.microsoft.com/office/drawing/2014/main" id="{215DC5F4-023D-A400-79A9-78B75C120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794C6921-9D0F-D5F4-F4D8-A25E607BEF6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solidFill>
                      <a:srgbClr val="043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7" name="Arc 36">
                      <a:extLst>
                        <a:ext uri="{FF2B5EF4-FFF2-40B4-BE49-F238E27FC236}">
                          <a16:creationId xmlns:a16="http://schemas.microsoft.com/office/drawing/2014/main" id="{4265D60F-9263-A28A-440E-98525836E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" name="Arc 37">
                      <a:extLst>
                        <a:ext uri="{FF2B5EF4-FFF2-40B4-BE49-F238E27FC236}">
                          <a16:creationId xmlns:a16="http://schemas.microsoft.com/office/drawing/2014/main" id="{DE6BFCE2-487F-E7F2-C89D-7EA6E58DC61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D5BEF47-4494-83A8-E361-95B13D3302E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F0D38827-D6B9-261D-3F8A-6BE416B2A0C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EDF93877-3DC6-26D1-36B1-6177C0ED35A2}"/>
                    </a:ext>
                  </a:extLst>
                </p:cNvPr>
                <p:cNvSpPr/>
                <p:nvPr/>
              </p:nvSpPr>
              <p:spPr>
                <a:xfrm>
                  <a:off x="5699729" y="740930"/>
                  <a:ext cx="714423" cy="669864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Ag</a:t>
                  </a:r>
                </a:p>
              </p:txBody>
            </p:sp>
          </p:grp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8385872-22A8-7CDA-D0EB-81FEA1616363}"/>
                  </a:ext>
                </a:extLst>
              </p:cNvPr>
              <p:cNvSpPr/>
              <p:nvPr/>
            </p:nvSpPr>
            <p:spPr>
              <a:xfrm>
                <a:off x="3751451" y="757321"/>
                <a:ext cx="714423" cy="66986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Ag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4B8D549-483B-71AA-2621-C2C5F440FD58}"/>
                </a:ext>
              </a:extLst>
            </p:cNvPr>
            <p:cNvSpPr txBox="1"/>
            <p:nvPr/>
          </p:nvSpPr>
          <p:spPr>
            <a:xfrm rot="16200000">
              <a:off x="952379" y="2455810"/>
              <a:ext cx="176474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432FF"/>
                  </a:solidFill>
                </a:rPr>
                <a:t>Constant region for</a:t>
              </a:r>
              <a:r>
                <a:rPr lang="el-GR" dirty="0">
                  <a:solidFill>
                    <a:srgbClr val="0432FF"/>
                  </a:solidFill>
                </a:rPr>
                <a:t> </a:t>
              </a:r>
              <a:r>
                <a:rPr lang="en-US" sz="2000" dirty="0">
                  <a:solidFill>
                    <a:srgbClr val="0432FF"/>
                  </a:solidFill>
                  <a:cs typeface="Times New Roman" panose="02020603050405020304" pitchFamily="18" charset="0"/>
                </a:rPr>
                <a:t>IgG1</a:t>
              </a:r>
              <a:endParaRPr lang="en-US" dirty="0">
                <a:solidFill>
                  <a:srgbClr val="0432FF"/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FD5330B-A259-AB82-64C4-B37334CF27A7}"/>
                </a:ext>
              </a:extLst>
            </p:cNvPr>
            <p:cNvGrpSpPr/>
            <p:nvPr/>
          </p:nvGrpSpPr>
          <p:grpSpPr>
            <a:xfrm>
              <a:off x="4272404" y="215596"/>
              <a:ext cx="2662701" cy="3150622"/>
              <a:chOff x="3751451" y="740930"/>
              <a:chExt cx="2662701" cy="3150622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638CB82C-2B80-E949-797F-46C331AB41F9}"/>
                  </a:ext>
                </a:extLst>
              </p:cNvPr>
              <p:cNvGrpSpPr/>
              <p:nvPr/>
            </p:nvGrpSpPr>
            <p:grpSpPr>
              <a:xfrm>
                <a:off x="4102111" y="740930"/>
                <a:ext cx="2312041" cy="3150622"/>
                <a:chOff x="4102111" y="740930"/>
                <a:chExt cx="2312041" cy="3150622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531C7477-6B1E-4C62-845C-7523695E0542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</p:grpSpPr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8AA39D9B-3114-9D8B-CD80-2BA4B655862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 err="1"/>
                      <a:t>v</a:t>
                    </a:r>
                    <a:r>
                      <a:rPr lang="en-US" baseline="-25000" dirty="0" err="1"/>
                      <a:t>H</a:t>
                    </a:r>
                    <a:endParaRPr lang="en-US" dirty="0"/>
                  </a:p>
                </p:txBody>
              </p: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F851EF93-C64D-DB3E-D000-D69516920C3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</p:grpSpPr>
                <p:sp>
                  <p:nvSpPr>
                    <p:cNvPr id="67" name="Oval 66">
                      <a:extLst>
                        <a:ext uri="{FF2B5EF4-FFF2-40B4-BE49-F238E27FC236}">
                          <a16:creationId xmlns:a16="http://schemas.microsoft.com/office/drawing/2014/main" id="{F69CD6E3-7B25-FBC7-0D5F-1A51CC9EAE4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err="1"/>
                        <a:t>v</a:t>
                      </a:r>
                      <a:r>
                        <a:rPr lang="en-US" baseline="-25000" dirty="0" err="1"/>
                        <a:t>L</a:t>
                      </a:r>
                      <a:endParaRPr lang="en-US" dirty="0"/>
                    </a:p>
                  </p:txBody>
                </p:sp>
                <p:sp>
                  <p:nvSpPr>
                    <p:cNvPr id="68" name="Oval 67">
                      <a:extLst>
                        <a:ext uri="{FF2B5EF4-FFF2-40B4-BE49-F238E27FC236}">
                          <a16:creationId xmlns:a16="http://schemas.microsoft.com/office/drawing/2014/main" id="{70B3E031-B764-B6BD-B008-966E1F50110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L</a:t>
                      </a:r>
                      <a:endParaRPr lang="en-US" dirty="0"/>
                    </a:p>
                  </p:txBody>
                </p:sp>
                <p:sp>
                  <p:nvSpPr>
                    <p:cNvPr id="69" name="Oval 68">
                      <a:extLst>
                        <a:ext uri="{FF2B5EF4-FFF2-40B4-BE49-F238E27FC236}">
                          <a16:creationId xmlns:a16="http://schemas.microsoft.com/office/drawing/2014/main" id="{865334CF-B401-59E6-143C-4520C7B1FCA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H</a:t>
                      </a:r>
                      <a:endParaRPr lang="en-US" dirty="0"/>
                    </a:p>
                  </p:txBody>
                </p:sp>
                <p:sp>
                  <p:nvSpPr>
                    <p:cNvPr id="70" name="Oval 69">
                      <a:extLst>
                        <a:ext uri="{FF2B5EF4-FFF2-40B4-BE49-F238E27FC236}">
                          <a16:creationId xmlns:a16="http://schemas.microsoft.com/office/drawing/2014/main" id="{BED29D23-2A3B-5D53-2CE4-AE477EC2E30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1" name="Arc 70">
                      <a:extLst>
                        <a:ext uri="{FF2B5EF4-FFF2-40B4-BE49-F238E27FC236}">
                          <a16:creationId xmlns:a16="http://schemas.microsoft.com/office/drawing/2014/main" id="{6D60AA51-CA23-A948-394E-75349AF534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2" name="Oval 71">
                      <a:extLst>
                        <a:ext uri="{FF2B5EF4-FFF2-40B4-BE49-F238E27FC236}">
                          <a16:creationId xmlns:a16="http://schemas.microsoft.com/office/drawing/2014/main" id="{BED3E267-D6BF-B8F6-999B-6930F897E07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3" name="Arc 72">
                      <a:extLst>
                        <a:ext uri="{FF2B5EF4-FFF2-40B4-BE49-F238E27FC236}">
                          <a16:creationId xmlns:a16="http://schemas.microsoft.com/office/drawing/2014/main" id="{0234A22D-826D-81BA-EC38-6EE83F4D4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4" name="Arc 73">
                      <a:extLst>
                        <a:ext uri="{FF2B5EF4-FFF2-40B4-BE49-F238E27FC236}">
                          <a16:creationId xmlns:a16="http://schemas.microsoft.com/office/drawing/2014/main" id="{263F31C7-50D9-E252-98E7-FA02FD1EDA0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1651C846-97CD-04D4-6163-131825556395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76692F65-276F-BCDD-3C8A-05BB4CE7274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386A4FFD-F594-3C53-925C-39AB3B6CCCC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</p:grpSpPr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BD8FC2AD-2636-F0F7-8718-57D69BB95C3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CD7DD515-59DD-5ECA-6C0A-6FCCCDB80619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9" name="Oval 58">
                      <a:extLst>
                        <a:ext uri="{FF2B5EF4-FFF2-40B4-BE49-F238E27FC236}">
                          <a16:creationId xmlns:a16="http://schemas.microsoft.com/office/drawing/2014/main" id="{F1D6F23D-1535-3BF6-B31C-A0014933B5E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0" name="Oval 59">
                      <a:extLst>
                        <a:ext uri="{FF2B5EF4-FFF2-40B4-BE49-F238E27FC236}">
                          <a16:creationId xmlns:a16="http://schemas.microsoft.com/office/drawing/2014/main" id="{5D1D53D0-DF40-B4C9-8F5D-DBE9FCE99E9B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1" name="Arc 60">
                      <a:extLst>
                        <a:ext uri="{FF2B5EF4-FFF2-40B4-BE49-F238E27FC236}">
                          <a16:creationId xmlns:a16="http://schemas.microsoft.com/office/drawing/2014/main" id="{BE114E6D-AF7A-91F0-DFF9-94376EE66C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D8E3AFCA-A293-F612-FD2D-4604D0BD3A7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3" name="Arc 62">
                      <a:extLst>
                        <a:ext uri="{FF2B5EF4-FFF2-40B4-BE49-F238E27FC236}">
                          <a16:creationId xmlns:a16="http://schemas.microsoft.com/office/drawing/2014/main" id="{B2B65A52-1A6B-4ED2-50F9-FA728E496F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" name="Arc 63">
                      <a:extLst>
                        <a:ext uri="{FF2B5EF4-FFF2-40B4-BE49-F238E27FC236}">
                          <a16:creationId xmlns:a16="http://schemas.microsoft.com/office/drawing/2014/main" id="{14E4BD7A-B581-F0B3-68FA-10914887925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AC3D5795-1D21-BA72-552E-ADD8C10E1516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89C2BC82-5085-59A1-A27C-23D62DAD7F21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FE20681E-8485-784E-4A66-F60C2011118D}"/>
                    </a:ext>
                  </a:extLst>
                </p:cNvPr>
                <p:cNvSpPr/>
                <p:nvPr/>
              </p:nvSpPr>
              <p:spPr>
                <a:xfrm>
                  <a:off x="5699729" y="740930"/>
                  <a:ext cx="714423" cy="669864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Ag</a:t>
                  </a:r>
                </a:p>
              </p:txBody>
            </p: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B720C76-A93B-AAA4-D15F-113F63D2D8F9}"/>
                  </a:ext>
                </a:extLst>
              </p:cNvPr>
              <p:cNvSpPr/>
              <p:nvPr/>
            </p:nvSpPr>
            <p:spPr>
              <a:xfrm>
                <a:off x="3751451" y="757321"/>
                <a:ext cx="714423" cy="66986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Ag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8FDC94E-18D8-3D57-BAAE-CCC8FBDDA0CB}"/>
                </a:ext>
              </a:extLst>
            </p:cNvPr>
            <p:cNvSpPr txBox="1"/>
            <p:nvPr/>
          </p:nvSpPr>
          <p:spPr>
            <a:xfrm rot="16200000">
              <a:off x="4077828" y="2208076"/>
              <a:ext cx="176474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B100"/>
                  </a:solidFill>
                </a:rPr>
                <a:t>Constant region for</a:t>
              </a:r>
              <a:r>
                <a:rPr lang="el-GR" dirty="0">
                  <a:solidFill>
                    <a:srgbClr val="00B100"/>
                  </a:solidFill>
                </a:rPr>
                <a:t> </a:t>
              </a:r>
              <a:r>
                <a:rPr lang="en-US" sz="2000" dirty="0">
                  <a:solidFill>
                    <a:srgbClr val="00B100"/>
                  </a:solidFill>
                  <a:cs typeface="Times New Roman" panose="02020603050405020304" pitchFamily="18" charset="0"/>
                </a:rPr>
                <a:t>IgA</a:t>
              </a:r>
              <a:endParaRPr lang="en-US" dirty="0">
                <a:solidFill>
                  <a:srgbClr val="00B100"/>
                </a:solidFill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2BD17BE-2F66-B5CF-86F7-F194DC91D851}"/>
                </a:ext>
              </a:extLst>
            </p:cNvPr>
            <p:cNvGrpSpPr/>
            <p:nvPr/>
          </p:nvGrpSpPr>
          <p:grpSpPr>
            <a:xfrm flipV="1">
              <a:off x="4277939" y="3385564"/>
              <a:ext cx="2662701" cy="3150622"/>
              <a:chOff x="3751451" y="740930"/>
              <a:chExt cx="2662701" cy="3150622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18002B15-B684-D91A-4F87-87E66B496953}"/>
                  </a:ext>
                </a:extLst>
              </p:cNvPr>
              <p:cNvGrpSpPr/>
              <p:nvPr/>
            </p:nvGrpSpPr>
            <p:grpSpPr>
              <a:xfrm>
                <a:off x="4102111" y="740930"/>
                <a:ext cx="2312041" cy="3150622"/>
                <a:chOff x="4102111" y="740930"/>
                <a:chExt cx="2312041" cy="3150622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F5BD88E3-7290-3397-A2AE-7A08CA3B18F3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</p:grpSpPr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CB8F7311-0D18-467B-A008-9F9085CF72D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55053CAE-B614-0C7D-5631-D12E242F613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</p:grpSpPr>
                <p:sp>
                  <p:nvSpPr>
                    <p:cNvPr id="97" name="Oval 96">
                      <a:extLst>
                        <a:ext uri="{FF2B5EF4-FFF2-40B4-BE49-F238E27FC236}">
                          <a16:creationId xmlns:a16="http://schemas.microsoft.com/office/drawing/2014/main" id="{3E51A46C-A805-561D-C2ED-F23EFD65D5C4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>
                      <a:extLst>
                        <a:ext uri="{FF2B5EF4-FFF2-40B4-BE49-F238E27FC236}">
                          <a16:creationId xmlns:a16="http://schemas.microsoft.com/office/drawing/2014/main" id="{1060B0F6-0672-B8C7-4BA8-ADC0231460D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9" name="Oval 98">
                      <a:extLst>
                        <a:ext uri="{FF2B5EF4-FFF2-40B4-BE49-F238E27FC236}">
                          <a16:creationId xmlns:a16="http://schemas.microsoft.com/office/drawing/2014/main" id="{E620D86A-C602-C24D-48C4-AD0E1BF7D4C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0" name="Oval 99">
                      <a:extLst>
                        <a:ext uri="{FF2B5EF4-FFF2-40B4-BE49-F238E27FC236}">
                          <a16:creationId xmlns:a16="http://schemas.microsoft.com/office/drawing/2014/main" id="{311EAF54-6AD4-191E-8F7B-1B21334C8385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" name="Arc 100">
                      <a:extLst>
                        <a:ext uri="{FF2B5EF4-FFF2-40B4-BE49-F238E27FC236}">
                          <a16:creationId xmlns:a16="http://schemas.microsoft.com/office/drawing/2014/main" id="{6DF1DE4B-C3DF-A089-BF52-1F65EF21B3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" name="Oval 101">
                      <a:extLst>
                        <a:ext uri="{FF2B5EF4-FFF2-40B4-BE49-F238E27FC236}">
                          <a16:creationId xmlns:a16="http://schemas.microsoft.com/office/drawing/2014/main" id="{A61409F4-B8B1-7DEE-B77A-52D13E103B1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" name="Arc 102">
                      <a:extLst>
                        <a:ext uri="{FF2B5EF4-FFF2-40B4-BE49-F238E27FC236}">
                          <a16:creationId xmlns:a16="http://schemas.microsoft.com/office/drawing/2014/main" id="{4A2EB262-B46A-143C-731A-60E8F3BF08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4" name="Arc 103">
                      <a:extLst>
                        <a:ext uri="{FF2B5EF4-FFF2-40B4-BE49-F238E27FC236}">
                          <a16:creationId xmlns:a16="http://schemas.microsoft.com/office/drawing/2014/main" id="{99A04B8C-AFFB-75B7-5FA3-0D273057228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3E7829AB-CC9C-7E3A-489F-B67482D5315F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</p:grpSpPr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DD7DCAD0-E2A5-A200-6A0F-8B15ADA24B1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C6E25C38-EF91-F744-C22C-E5B30DE21DD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</p:grpSpPr>
                <p:sp>
                  <p:nvSpPr>
                    <p:cNvPr id="87" name="Oval 86">
                      <a:extLst>
                        <a:ext uri="{FF2B5EF4-FFF2-40B4-BE49-F238E27FC236}">
                          <a16:creationId xmlns:a16="http://schemas.microsoft.com/office/drawing/2014/main" id="{B75CADF7-2C6B-CFAB-BED7-8D161A9F17D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EE5EA0A6-3145-61A2-3328-6AA62761292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9" name="Oval 88">
                      <a:extLst>
                        <a:ext uri="{FF2B5EF4-FFF2-40B4-BE49-F238E27FC236}">
                          <a16:creationId xmlns:a16="http://schemas.microsoft.com/office/drawing/2014/main" id="{D89D29D9-2758-DD27-C911-3E42AD12F126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0" name="Oval 89">
                      <a:extLst>
                        <a:ext uri="{FF2B5EF4-FFF2-40B4-BE49-F238E27FC236}">
                          <a16:creationId xmlns:a16="http://schemas.microsoft.com/office/drawing/2014/main" id="{A7080423-A74E-B52F-D281-5EB04305829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1" name="Arc 90">
                      <a:extLst>
                        <a:ext uri="{FF2B5EF4-FFF2-40B4-BE49-F238E27FC236}">
                          <a16:creationId xmlns:a16="http://schemas.microsoft.com/office/drawing/2014/main" id="{D780C21D-3339-6AA4-66EC-DBCB9C1066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5964CE45-D898-D671-42FD-29473D64F62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solidFill>
                      <a:srgbClr val="00B1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3" name="Arc 92">
                      <a:extLst>
                        <a:ext uri="{FF2B5EF4-FFF2-40B4-BE49-F238E27FC236}">
                          <a16:creationId xmlns:a16="http://schemas.microsoft.com/office/drawing/2014/main" id="{ADC7AD2B-01C9-9F04-00B2-41A05E9F4F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4" name="Arc 93">
                      <a:extLst>
                        <a:ext uri="{FF2B5EF4-FFF2-40B4-BE49-F238E27FC236}">
                          <a16:creationId xmlns:a16="http://schemas.microsoft.com/office/drawing/2014/main" id="{CC954C82-6BD1-FBC2-74E8-400A24E41AA1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087A91EA-C007-E531-CFD7-AA7EDAA2E546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5B53E49-D5D3-7740-6885-E946F8C2FB2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13AAC258-CE99-4DC5-5A4C-B57BB33162E4}"/>
                    </a:ext>
                  </a:extLst>
                </p:cNvPr>
                <p:cNvSpPr/>
                <p:nvPr/>
              </p:nvSpPr>
              <p:spPr>
                <a:xfrm>
                  <a:off x="5699729" y="740930"/>
                  <a:ext cx="714423" cy="669864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673D5FE-FC7F-76BA-9DBE-53BC0782EAA6}"/>
                  </a:ext>
                </a:extLst>
              </p:cNvPr>
              <p:cNvSpPr/>
              <p:nvPr/>
            </p:nvSpPr>
            <p:spPr>
              <a:xfrm>
                <a:off x="3751451" y="757321"/>
                <a:ext cx="714423" cy="66986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A290AEE9-21CC-A2BC-27D3-630C09ACDE80}"/>
                </a:ext>
              </a:extLst>
            </p:cNvPr>
            <p:cNvGrpSpPr/>
            <p:nvPr/>
          </p:nvGrpSpPr>
          <p:grpSpPr>
            <a:xfrm>
              <a:off x="5403100" y="2160372"/>
              <a:ext cx="552240" cy="2447093"/>
              <a:chOff x="8443826" y="2170814"/>
              <a:chExt cx="552240" cy="2447093"/>
            </a:xfrm>
          </p:grpSpPr>
          <p:sp>
            <p:nvSpPr>
              <p:cNvPr id="113" name="Moon 112">
                <a:extLst>
                  <a:ext uri="{FF2B5EF4-FFF2-40B4-BE49-F238E27FC236}">
                    <a16:creationId xmlns:a16="http://schemas.microsoft.com/office/drawing/2014/main" id="{4396A395-7870-5CF3-2555-8DCD047E7618}"/>
                  </a:ext>
                </a:extLst>
              </p:cNvPr>
              <p:cNvSpPr/>
              <p:nvPr/>
            </p:nvSpPr>
            <p:spPr>
              <a:xfrm rot="10800000">
                <a:off x="8521053" y="3121798"/>
                <a:ext cx="475013" cy="501401"/>
              </a:xfrm>
              <a:prstGeom prst="moon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143BAECC-0458-3E6A-0851-C369DAA0D045}"/>
                  </a:ext>
                </a:extLst>
              </p:cNvPr>
              <p:cNvSpPr/>
              <p:nvPr/>
            </p:nvSpPr>
            <p:spPr>
              <a:xfrm rot="858604">
                <a:off x="8443826" y="2170814"/>
                <a:ext cx="185640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37F94813-7103-FA38-0736-CCFB86A3600F}"/>
                  </a:ext>
                </a:extLst>
              </p:cNvPr>
              <p:cNvSpPr/>
              <p:nvPr/>
            </p:nvSpPr>
            <p:spPr>
              <a:xfrm rot="20518439">
                <a:off x="8483460" y="2496378"/>
                <a:ext cx="18222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EA2F1FEE-09C3-5D6D-D00D-CE774F488034}"/>
                  </a:ext>
                </a:extLst>
              </p:cNvPr>
              <p:cNvSpPr/>
              <p:nvPr/>
            </p:nvSpPr>
            <p:spPr>
              <a:xfrm rot="20585931">
                <a:off x="8613830" y="2840511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5A2223FA-BDE1-0049-03AE-95479B47617B}"/>
                  </a:ext>
                </a:extLst>
              </p:cNvPr>
              <p:cNvSpPr/>
              <p:nvPr/>
            </p:nvSpPr>
            <p:spPr>
              <a:xfrm rot="21442569">
                <a:off x="8745960" y="3505447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D00F45A2-00D3-E250-58A8-974437386D2F}"/>
                  </a:ext>
                </a:extLst>
              </p:cNvPr>
              <p:cNvSpPr/>
              <p:nvPr/>
            </p:nvSpPr>
            <p:spPr>
              <a:xfrm rot="21561546">
                <a:off x="8735446" y="3890139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0231F838-0272-DEE9-E57C-024DD883F155}"/>
                  </a:ext>
                </a:extLst>
              </p:cNvPr>
              <p:cNvSpPr/>
              <p:nvPr/>
            </p:nvSpPr>
            <p:spPr>
              <a:xfrm rot="1811840">
                <a:off x="8654891" y="4238014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9A8EBD70-391C-4ED5-59A5-C161A9989659}"/>
                  </a:ext>
                </a:extLst>
              </p:cNvPr>
              <p:cNvSpPr/>
              <p:nvPr/>
            </p:nvSpPr>
            <p:spPr>
              <a:xfrm rot="21561546">
                <a:off x="8704487" y="3182552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307BC2C-E278-7D5B-8FAA-FDB01CBE9B10}"/>
                </a:ext>
              </a:extLst>
            </p:cNvPr>
            <p:cNvSpPr txBox="1"/>
            <p:nvPr/>
          </p:nvSpPr>
          <p:spPr>
            <a:xfrm>
              <a:off x="1816709" y="532794"/>
              <a:ext cx="16656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Antigen-binding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C404069-D78A-C0F3-24FE-F9782383113E}"/>
                </a:ext>
              </a:extLst>
            </p:cNvPr>
            <p:cNvSpPr txBox="1"/>
            <p:nvPr/>
          </p:nvSpPr>
          <p:spPr>
            <a:xfrm>
              <a:off x="2265605" y="3446990"/>
              <a:ext cx="7777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heavy</a:t>
              </a:r>
            </a:p>
            <a:p>
              <a:r>
                <a:rPr lang="en-US" sz="1600" dirty="0"/>
                <a:t>chains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736AB15-EEC2-743E-A220-009516DBD291}"/>
                </a:ext>
              </a:extLst>
            </p:cNvPr>
            <p:cNvSpPr txBox="1"/>
            <p:nvPr/>
          </p:nvSpPr>
          <p:spPr>
            <a:xfrm rot="18311286">
              <a:off x="2911139" y="1285262"/>
              <a:ext cx="17647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light chain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75DD2FE-1447-14D4-5B4D-788C41FD5D65}"/>
                </a:ext>
              </a:extLst>
            </p:cNvPr>
            <p:cNvSpPr txBox="1"/>
            <p:nvPr/>
          </p:nvSpPr>
          <p:spPr>
            <a:xfrm rot="16200000">
              <a:off x="5662326" y="2985325"/>
              <a:ext cx="18311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components for dimerization &amp; secretion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ADBC046-95A1-356E-6453-093016D3375C}"/>
                </a:ext>
              </a:extLst>
            </p:cNvPr>
            <p:cNvSpPr txBox="1"/>
            <p:nvPr/>
          </p:nvSpPr>
          <p:spPr>
            <a:xfrm>
              <a:off x="876410" y="4096236"/>
              <a:ext cx="2621230" cy="1200329"/>
            </a:xfrm>
            <a:prstGeom prst="rect">
              <a:avLst/>
            </a:prstGeom>
            <a:noFill/>
            <a:ln w="31750">
              <a:solidFill>
                <a:srgbClr val="0432FF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IgG1</a:t>
              </a:r>
              <a:br>
                <a:rPr lang="en-US" sz="2400" dirty="0"/>
              </a:br>
              <a:r>
                <a:rPr lang="en-US" sz="2400" dirty="0"/>
                <a:t>(monomer of</a:t>
              </a:r>
            </a:p>
            <a:p>
              <a:pPr algn="ctr"/>
              <a:r>
                <a:rPr lang="en-US" sz="2400" dirty="0"/>
                <a:t>2H and 2L chains) 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C8BAFD8-9C7E-DCDE-F10D-A90C1DE23A0F}"/>
                </a:ext>
              </a:extLst>
            </p:cNvPr>
            <p:cNvSpPr txBox="1"/>
            <p:nvPr/>
          </p:nvSpPr>
          <p:spPr>
            <a:xfrm>
              <a:off x="4072953" y="3522344"/>
              <a:ext cx="1170657" cy="830997"/>
            </a:xfrm>
            <a:prstGeom prst="rect">
              <a:avLst/>
            </a:prstGeom>
            <a:noFill/>
            <a:ln w="31750">
              <a:solidFill>
                <a:srgbClr val="00B1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IgA</a:t>
              </a:r>
              <a:br>
                <a:rPr lang="en-US" sz="2400" dirty="0"/>
              </a:br>
              <a:r>
                <a:rPr lang="en-US" sz="2400" dirty="0"/>
                <a:t>(dimer) 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4F62053-3D50-35AE-CBA4-BDA4977B9155}"/>
              </a:ext>
            </a:extLst>
          </p:cNvPr>
          <p:cNvGrpSpPr/>
          <p:nvPr/>
        </p:nvGrpSpPr>
        <p:grpSpPr>
          <a:xfrm>
            <a:off x="8901293" y="933753"/>
            <a:ext cx="2135899" cy="5148330"/>
            <a:chOff x="8901293" y="933753"/>
            <a:chExt cx="2135899" cy="5148330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E792FC1-F953-AE41-BB0A-8405DF444D5E}"/>
                </a:ext>
              </a:extLst>
            </p:cNvPr>
            <p:cNvGrpSpPr/>
            <p:nvPr/>
          </p:nvGrpSpPr>
          <p:grpSpPr>
            <a:xfrm>
              <a:off x="8901293" y="933753"/>
              <a:ext cx="2130364" cy="2564492"/>
              <a:chOff x="4102111" y="1327060"/>
              <a:chExt cx="2130364" cy="2564492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4CA27D7C-2C30-7177-C6E4-4E5F463CA137}"/>
                  </a:ext>
                </a:extLst>
              </p:cNvPr>
              <p:cNvGrpSpPr/>
              <p:nvPr/>
            </p:nvGrpSpPr>
            <p:grpSpPr>
              <a:xfrm>
                <a:off x="4102111" y="1327060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4B27EF27-432C-20F5-8422-9BA52CDF0B3A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06B0E193-2FFE-0B01-CA33-3893040AD960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2C90C716-AB4F-7848-3D1A-445C7F42B1CD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6" name="Oval 145">
                    <a:extLst>
                      <a:ext uri="{FF2B5EF4-FFF2-40B4-BE49-F238E27FC236}">
                        <a16:creationId xmlns:a16="http://schemas.microsoft.com/office/drawing/2014/main" id="{3B7113DE-0554-6EE2-97F2-836DA78E7AFF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6909334C-7564-E85C-A545-A01CA8ADFB0B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8" name="Oval 147">
                    <a:extLst>
                      <a:ext uri="{FF2B5EF4-FFF2-40B4-BE49-F238E27FC236}">
                        <a16:creationId xmlns:a16="http://schemas.microsoft.com/office/drawing/2014/main" id="{8060FD57-61E9-A41A-BD6A-83FCB6BC7160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9" name="Arc 148">
                    <a:extLst>
                      <a:ext uri="{FF2B5EF4-FFF2-40B4-BE49-F238E27FC236}">
                        <a16:creationId xmlns:a16="http://schemas.microsoft.com/office/drawing/2014/main" id="{38D432CE-4AC8-830A-2B9A-DDE0C05E5746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0" name="Oval 149">
                    <a:extLst>
                      <a:ext uri="{FF2B5EF4-FFF2-40B4-BE49-F238E27FC236}">
                        <a16:creationId xmlns:a16="http://schemas.microsoft.com/office/drawing/2014/main" id="{AD4FFDAB-F832-9F91-5CE3-AB175D031999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1" name="Arc 150">
                    <a:extLst>
                      <a:ext uri="{FF2B5EF4-FFF2-40B4-BE49-F238E27FC236}">
                        <a16:creationId xmlns:a16="http://schemas.microsoft.com/office/drawing/2014/main" id="{0C3C02CD-F884-3B91-5A44-82BE0FE095D2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" name="Arc 151">
                    <a:extLst>
                      <a:ext uri="{FF2B5EF4-FFF2-40B4-BE49-F238E27FC236}">
                        <a16:creationId xmlns:a16="http://schemas.microsoft.com/office/drawing/2014/main" id="{2B2887CB-2763-06D1-FFA9-6D09859F0ACD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AE32E11B-125E-3A26-57DC-6161BD39FBA7}"/>
                  </a:ext>
                </a:extLst>
              </p:cNvPr>
              <p:cNvGrpSpPr/>
              <p:nvPr/>
            </p:nvGrpSpPr>
            <p:grpSpPr>
              <a:xfrm flipH="1">
                <a:off x="5138140" y="1336301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6F642909-BB2C-B251-BDA3-A5EBD9DEC22B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10CAF38D-EFC1-A4EB-4539-4894DF383C84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9E0EC9B2-E0F4-ECFA-2486-F06549D62D10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B399075B-CF6D-797A-A757-C8A2DBE5E518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8DA78FA8-90D5-E869-F1D2-D613F70C6DE6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BE6497B9-81C2-927F-7A23-D56C73F705C7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9" name="Arc 138">
                    <a:extLst>
                      <a:ext uri="{FF2B5EF4-FFF2-40B4-BE49-F238E27FC236}">
                        <a16:creationId xmlns:a16="http://schemas.microsoft.com/office/drawing/2014/main" id="{1EF6DE6C-5D8A-18D9-E4B8-12D30CD9FE36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" name="Oval 139">
                    <a:extLst>
                      <a:ext uri="{FF2B5EF4-FFF2-40B4-BE49-F238E27FC236}">
                        <a16:creationId xmlns:a16="http://schemas.microsoft.com/office/drawing/2014/main" id="{74832CFA-6BB3-FF98-222F-AAE5F36F8FB1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1" name="Arc 140">
                    <a:extLst>
                      <a:ext uri="{FF2B5EF4-FFF2-40B4-BE49-F238E27FC236}">
                        <a16:creationId xmlns:a16="http://schemas.microsoft.com/office/drawing/2014/main" id="{B9060423-51BC-5B5E-0597-75474A02DF28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Arc 141">
                    <a:extLst>
                      <a:ext uri="{FF2B5EF4-FFF2-40B4-BE49-F238E27FC236}">
                        <a16:creationId xmlns:a16="http://schemas.microsoft.com/office/drawing/2014/main" id="{0B9B4370-206F-A860-96C3-E0A4919EFD63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5622F5D-0B24-2EBE-326F-3798C655798A}"/>
                  </a:ext>
                </a:extLst>
              </p:cNvPr>
              <p:cNvCxnSpPr/>
              <p:nvPr/>
            </p:nvCxnSpPr>
            <p:spPr>
              <a:xfrm>
                <a:off x="5061868" y="2422793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6FBB5E3B-CFA0-976E-FD7C-8DF2E0377DCA}"/>
                  </a:ext>
                </a:extLst>
              </p:cNvPr>
              <p:cNvCxnSpPr/>
              <p:nvPr/>
            </p:nvCxnSpPr>
            <p:spPr>
              <a:xfrm>
                <a:off x="5073671" y="2539115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A19B886-494A-A339-6FDD-CF1BBD260550}"/>
                </a:ext>
              </a:extLst>
            </p:cNvPr>
            <p:cNvGrpSpPr/>
            <p:nvPr/>
          </p:nvGrpSpPr>
          <p:grpSpPr>
            <a:xfrm flipV="1">
              <a:off x="8906828" y="3517591"/>
              <a:ext cx="2130364" cy="2564492"/>
              <a:chOff x="4102111" y="1327060"/>
              <a:chExt cx="2130364" cy="2564492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82D989A-3B01-DB51-AC42-C4E615262C06}"/>
                  </a:ext>
                </a:extLst>
              </p:cNvPr>
              <p:cNvGrpSpPr/>
              <p:nvPr/>
            </p:nvGrpSpPr>
            <p:grpSpPr>
              <a:xfrm>
                <a:off x="4102111" y="1327060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7D50B970-F590-CDBD-0733-C17F71C5A9C5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CBDB8246-D14B-E7A2-2FC0-86595185306B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73" name="Oval 172">
                    <a:extLst>
                      <a:ext uri="{FF2B5EF4-FFF2-40B4-BE49-F238E27FC236}">
                        <a16:creationId xmlns:a16="http://schemas.microsoft.com/office/drawing/2014/main" id="{52B831D6-D26A-1DFA-C82B-6B4BED730D6D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16B5E825-767C-827D-5835-386FC3764C6B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5" name="Oval 174">
                    <a:extLst>
                      <a:ext uri="{FF2B5EF4-FFF2-40B4-BE49-F238E27FC236}">
                        <a16:creationId xmlns:a16="http://schemas.microsoft.com/office/drawing/2014/main" id="{1B922DB9-2C78-A65E-BEAE-A558E65EC8DE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A08E4AF5-6C4B-6D8F-B9D9-01A399A6D4F6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7" name="Arc 176">
                    <a:extLst>
                      <a:ext uri="{FF2B5EF4-FFF2-40B4-BE49-F238E27FC236}">
                        <a16:creationId xmlns:a16="http://schemas.microsoft.com/office/drawing/2014/main" id="{9B76BCD0-7B04-C54E-8F2D-F1469F83B52E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" name="Oval 177">
                    <a:extLst>
                      <a:ext uri="{FF2B5EF4-FFF2-40B4-BE49-F238E27FC236}">
                        <a16:creationId xmlns:a16="http://schemas.microsoft.com/office/drawing/2014/main" id="{2B9E73AF-3F16-1033-31A2-25B9A9EE8059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9" name="Arc 178">
                    <a:extLst>
                      <a:ext uri="{FF2B5EF4-FFF2-40B4-BE49-F238E27FC236}">
                        <a16:creationId xmlns:a16="http://schemas.microsoft.com/office/drawing/2014/main" id="{2E7CECD1-A6A2-22DF-FBDA-447697021359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" name="Arc 179">
                    <a:extLst>
                      <a:ext uri="{FF2B5EF4-FFF2-40B4-BE49-F238E27FC236}">
                        <a16:creationId xmlns:a16="http://schemas.microsoft.com/office/drawing/2014/main" id="{9A50709F-F0F7-B2F6-44EA-4FE57D2650CB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086A4A5B-EA6C-684C-0808-8F4F0EDC2D0A}"/>
                  </a:ext>
                </a:extLst>
              </p:cNvPr>
              <p:cNvGrpSpPr/>
              <p:nvPr/>
            </p:nvGrpSpPr>
            <p:grpSpPr>
              <a:xfrm flipH="1">
                <a:off x="5138140" y="1336301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8D7336AE-E6DF-992E-30AD-5DC79B015613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D5AEB9C1-2C82-DD5C-3D2C-4C88550EDE37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63" name="Oval 162">
                    <a:extLst>
                      <a:ext uri="{FF2B5EF4-FFF2-40B4-BE49-F238E27FC236}">
                        <a16:creationId xmlns:a16="http://schemas.microsoft.com/office/drawing/2014/main" id="{5464BF19-991D-927A-BD55-513F5640EDD8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97F1C871-07E8-04D3-67A2-52975C0F3C94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5" name="Oval 164">
                    <a:extLst>
                      <a:ext uri="{FF2B5EF4-FFF2-40B4-BE49-F238E27FC236}">
                        <a16:creationId xmlns:a16="http://schemas.microsoft.com/office/drawing/2014/main" id="{233EB6E8-3534-49B6-7110-CE3A439FFB8A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6" name="Oval 165">
                    <a:extLst>
                      <a:ext uri="{FF2B5EF4-FFF2-40B4-BE49-F238E27FC236}">
                        <a16:creationId xmlns:a16="http://schemas.microsoft.com/office/drawing/2014/main" id="{0152E1B3-7B36-B6F4-100B-A82BFE16DA40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7" name="Arc 166">
                    <a:extLst>
                      <a:ext uri="{FF2B5EF4-FFF2-40B4-BE49-F238E27FC236}">
                        <a16:creationId xmlns:a16="http://schemas.microsoft.com/office/drawing/2014/main" id="{07A47AEB-C014-135F-7AC9-8008BD40565D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" name="Oval 167">
                    <a:extLst>
                      <a:ext uri="{FF2B5EF4-FFF2-40B4-BE49-F238E27FC236}">
                        <a16:creationId xmlns:a16="http://schemas.microsoft.com/office/drawing/2014/main" id="{618FE2A2-FCA5-FB90-2B6A-4B893EBD439F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0B1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9" name="Arc 168">
                    <a:extLst>
                      <a:ext uri="{FF2B5EF4-FFF2-40B4-BE49-F238E27FC236}">
                        <a16:creationId xmlns:a16="http://schemas.microsoft.com/office/drawing/2014/main" id="{F9BA453B-A2D3-88FB-BE96-652D0A0B87D4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0" name="Arc 169">
                    <a:extLst>
                      <a:ext uri="{FF2B5EF4-FFF2-40B4-BE49-F238E27FC236}">
                        <a16:creationId xmlns:a16="http://schemas.microsoft.com/office/drawing/2014/main" id="{9D373250-5F77-DEDD-3E2E-0A308CAFE06A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A07BD233-A8C0-7C55-BAC7-9DE35D767EBE}"/>
                  </a:ext>
                </a:extLst>
              </p:cNvPr>
              <p:cNvCxnSpPr/>
              <p:nvPr/>
            </p:nvCxnSpPr>
            <p:spPr>
              <a:xfrm>
                <a:off x="5061868" y="2422793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3B1E2186-EDF6-A855-1F45-8B553E0B37E7}"/>
                  </a:ext>
                </a:extLst>
              </p:cNvPr>
              <p:cNvCxnSpPr/>
              <p:nvPr/>
            </p:nvCxnSpPr>
            <p:spPr>
              <a:xfrm>
                <a:off x="5073671" y="2539115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8DEA2134-28DA-49D8-3709-CB2171A5031C}"/>
                </a:ext>
              </a:extLst>
            </p:cNvPr>
            <p:cNvGrpSpPr/>
            <p:nvPr/>
          </p:nvGrpSpPr>
          <p:grpSpPr>
            <a:xfrm>
              <a:off x="9663969" y="2298797"/>
              <a:ext cx="552240" cy="2447093"/>
              <a:chOff x="8443826" y="2170814"/>
              <a:chExt cx="552240" cy="2447093"/>
            </a:xfrm>
          </p:grpSpPr>
          <p:sp>
            <p:nvSpPr>
              <p:cNvPr id="182" name="Moon 181">
                <a:extLst>
                  <a:ext uri="{FF2B5EF4-FFF2-40B4-BE49-F238E27FC236}">
                    <a16:creationId xmlns:a16="http://schemas.microsoft.com/office/drawing/2014/main" id="{909A4AB2-E4FD-473F-137C-CC90BE62B326}"/>
                  </a:ext>
                </a:extLst>
              </p:cNvPr>
              <p:cNvSpPr/>
              <p:nvPr/>
            </p:nvSpPr>
            <p:spPr>
              <a:xfrm rot="10800000">
                <a:off x="8521053" y="3121798"/>
                <a:ext cx="475013" cy="501401"/>
              </a:xfrm>
              <a:prstGeom prst="moon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82D8C646-A945-7C20-0D42-69E8E5A22105}"/>
                  </a:ext>
                </a:extLst>
              </p:cNvPr>
              <p:cNvSpPr/>
              <p:nvPr/>
            </p:nvSpPr>
            <p:spPr>
              <a:xfrm rot="858604">
                <a:off x="8443826" y="2170814"/>
                <a:ext cx="185640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31358F4B-C057-B54E-6549-6D8246723340}"/>
                  </a:ext>
                </a:extLst>
              </p:cNvPr>
              <p:cNvSpPr/>
              <p:nvPr/>
            </p:nvSpPr>
            <p:spPr>
              <a:xfrm rot="20518439">
                <a:off x="8483460" y="2496378"/>
                <a:ext cx="18222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537003D3-5E10-4BDD-FDF9-C753B907CEC0}"/>
                  </a:ext>
                </a:extLst>
              </p:cNvPr>
              <p:cNvSpPr/>
              <p:nvPr/>
            </p:nvSpPr>
            <p:spPr>
              <a:xfrm rot="20585931">
                <a:off x="8613830" y="2840511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38048BBF-39A7-E56C-EF7F-D920C9AE87D3}"/>
                  </a:ext>
                </a:extLst>
              </p:cNvPr>
              <p:cNvSpPr/>
              <p:nvPr/>
            </p:nvSpPr>
            <p:spPr>
              <a:xfrm rot="21442569">
                <a:off x="8745960" y="3505447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D060A97B-5341-FCD4-BBA9-54AAFD3858B4}"/>
                  </a:ext>
                </a:extLst>
              </p:cNvPr>
              <p:cNvSpPr/>
              <p:nvPr/>
            </p:nvSpPr>
            <p:spPr>
              <a:xfrm rot="21561546">
                <a:off x="8735446" y="3890139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B12DCB47-D838-135D-9518-02AA27E7A4FF}"/>
                  </a:ext>
                </a:extLst>
              </p:cNvPr>
              <p:cNvSpPr/>
              <p:nvPr/>
            </p:nvSpPr>
            <p:spPr>
              <a:xfrm rot="1811840">
                <a:off x="8654891" y="4238014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5883B62-AAB5-1433-94FC-F3AB935C01A2}"/>
                  </a:ext>
                </a:extLst>
              </p:cNvPr>
              <p:cNvSpPr/>
              <p:nvPr/>
            </p:nvSpPr>
            <p:spPr>
              <a:xfrm rot="21561546">
                <a:off x="8704487" y="3182552"/>
                <a:ext cx="165668" cy="37989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043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BFA2C9F-7C6D-7606-0766-49EAAE2D41E4}"/>
              </a:ext>
            </a:extLst>
          </p:cNvPr>
          <p:cNvGrpSpPr/>
          <p:nvPr/>
        </p:nvGrpSpPr>
        <p:grpSpPr>
          <a:xfrm>
            <a:off x="702132" y="770698"/>
            <a:ext cx="3461920" cy="3616720"/>
            <a:chOff x="702132" y="770698"/>
            <a:chExt cx="3461920" cy="36167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88949D-272F-C310-148C-71AC2BF5E971}"/>
                </a:ext>
              </a:extLst>
            </p:cNvPr>
            <p:cNvSpPr/>
            <p:nvPr/>
          </p:nvSpPr>
          <p:spPr>
            <a:xfrm>
              <a:off x="1294410" y="1140031"/>
              <a:ext cx="558141" cy="564078"/>
            </a:xfrm>
            <a:prstGeom prst="ellipse">
              <a:avLst/>
            </a:prstGeom>
            <a:noFill/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D12D9B9-8415-97E8-3ADC-618623DEF5B9}"/>
                </a:ext>
              </a:extLst>
            </p:cNvPr>
            <p:cNvSpPr/>
            <p:nvPr/>
          </p:nvSpPr>
          <p:spPr>
            <a:xfrm>
              <a:off x="2713286" y="1459017"/>
              <a:ext cx="1450766" cy="100067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Long-lived plasma cells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4A53951-F948-B40D-DD68-603B605FB404}"/>
                </a:ext>
              </a:extLst>
            </p:cNvPr>
            <p:cNvSpPr/>
            <p:nvPr/>
          </p:nvSpPr>
          <p:spPr>
            <a:xfrm>
              <a:off x="1052947" y="1620982"/>
              <a:ext cx="993568" cy="6709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 cells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668F877-1EEA-EB0C-695D-5CE9C485A1C4}"/>
                </a:ext>
              </a:extLst>
            </p:cNvPr>
            <p:cNvCxnSpPr/>
            <p:nvPr/>
          </p:nvCxnSpPr>
          <p:spPr>
            <a:xfrm>
              <a:off x="1591293" y="1140031"/>
              <a:ext cx="59377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992FC36-2601-E4E1-C0EA-A60B35A3121B}"/>
                </a:ext>
              </a:extLst>
            </p:cNvPr>
            <p:cNvCxnSpPr>
              <a:cxnSpLocks/>
              <a:stCxn id="7" idx="3"/>
              <a:endCxn id="6" idx="1"/>
            </p:cNvCxnSpPr>
            <p:nvPr/>
          </p:nvCxnSpPr>
          <p:spPr>
            <a:xfrm>
              <a:off x="2046515" y="1956460"/>
              <a:ext cx="666771" cy="2896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563DF4-723D-1FCD-6616-C55E5182F4D3}"/>
                </a:ext>
              </a:extLst>
            </p:cNvPr>
            <p:cNvSpPr txBox="1"/>
            <p:nvPr/>
          </p:nvSpPr>
          <p:spPr>
            <a:xfrm>
              <a:off x="1111054" y="770698"/>
              <a:ext cx="9235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antigen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6821836-7211-3070-ADE2-E2E3D0808B02}"/>
                </a:ext>
              </a:extLst>
            </p:cNvPr>
            <p:cNvCxnSpPr>
              <a:cxnSpLocks/>
            </p:cNvCxnSpPr>
            <p:nvPr/>
          </p:nvCxnSpPr>
          <p:spPr>
            <a:xfrm>
              <a:off x="3356759" y="2540141"/>
              <a:ext cx="0" cy="344385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0BE9E27-0A43-A599-1039-6C75C4D30A64}"/>
                </a:ext>
              </a:extLst>
            </p:cNvPr>
            <p:cNvCxnSpPr>
              <a:cxnSpLocks/>
            </p:cNvCxnSpPr>
            <p:nvPr/>
          </p:nvCxnSpPr>
          <p:spPr>
            <a:xfrm>
              <a:off x="3836359" y="2511742"/>
              <a:ext cx="180748" cy="290788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8C8DCA6-EF35-ABA6-3C0A-47BF424DC0F4}"/>
                </a:ext>
              </a:extLst>
            </p:cNvPr>
            <p:cNvGrpSpPr/>
            <p:nvPr/>
          </p:nvGrpSpPr>
          <p:grpSpPr>
            <a:xfrm>
              <a:off x="2914697" y="2740103"/>
              <a:ext cx="263893" cy="317670"/>
              <a:chOff x="4102111" y="1327060"/>
              <a:chExt cx="2130364" cy="2564492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A95C8D46-70FB-B045-1A6D-C276A97856D4}"/>
                  </a:ext>
                </a:extLst>
              </p:cNvPr>
              <p:cNvGrpSpPr/>
              <p:nvPr/>
            </p:nvGrpSpPr>
            <p:grpSpPr>
              <a:xfrm>
                <a:off x="4102111" y="1327060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9777E72D-E930-336F-ADB2-B4DB960F8FF0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F89CFAA7-3026-78DB-8464-36F7ABC80CC8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69" name="Oval 168">
                    <a:extLst>
                      <a:ext uri="{FF2B5EF4-FFF2-40B4-BE49-F238E27FC236}">
                        <a16:creationId xmlns:a16="http://schemas.microsoft.com/office/drawing/2014/main" id="{8FAEC446-9A03-D655-BFAF-715D28965161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170" name="Oval 169">
                    <a:extLst>
                      <a:ext uri="{FF2B5EF4-FFF2-40B4-BE49-F238E27FC236}">
                        <a16:creationId xmlns:a16="http://schemas.microsoft.com/office/drawing/2014/main" id="{E820695B-0CD4-BE7B-33DA-BE81E20C96CD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2F059C2A-4B8D-E69E-019A-7B95D9E4C2FC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172" name="Oval 171">
                    <a:extLst>
                      <a:ext uri="{FF2B5EF4-FFF2-40B4-BE49-F238E27FC236}">
                        <a16:creationId xmlns:a16="http://schemas.microsoft.com/office/drawing/2014/main" id="{EFD0C78C-A3B4-FBB8-DA6C-B57BB4715BAA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3" name="Arc 172">
                    <a:extLst>
                      <a:ext uri="{FF2B5EF4-FFF2-40B4-BE49-F238E27FC236}">
                        <a16:creationId xmlns:a16="http://schemas.microsoft.com/office/drawing/2014/main" id="{F04942DD-EF50-23A0-70D6-833CCCD4D9E8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7FAE21CD-7465-C4B6-6056-DE6989952237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5" name="Arc 174">
                    <a:extLst>
                      <a:ext uri="{FF2B5EF4-FFF2-40B4-BE49-F238E27FC236}">
                        <a16:creationId xmlns:a16="http://schemas.microsoft.com/office/drawing/2014/main" id="{27974919-A14C-4A7C-41F2-66C63FC77688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" name="Arc 175">
                    <a:extLst>
                      <a:ext uri="{FF2B5EF4-FFF2-40B4-BE49-F238E27FC236}">
                        <a16:creationId xmlns:a16="http://schemas.microsoft.com/office/drawing/2014/main" id="{582BCB42-FFA6-0C96-583E-7A4096F620F0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AFD9804F-1EB6-5317-0410-DD40BBD68332}"/>
                  </a:ext>
                </a:extLst>
              </p:cNvPr>
              <p:cNvGrpSpPr/>
              <p:nvPr/>
            </p:nvGrpSpPr>
            <p:grpSpPr>
              <a:xfrm flipH="1">
                <a:off x="5138140" y="1336301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7175FD44-2EE5-E5EE-CCC1-5980947E901D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58" name="Group 157">
                  <a:extLst>
                    <a:ext uri="{FF2B5EF4-FFF2-40B4-BE49-F238E27FC236}">
                      <a16:creationId xmlns:a16="http://schemas.microsoft.com/office/drawing/2014/main" id="{5EEF08A4-E5F2-77FE-DE75-BA38D1D7486D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95A7BCB5-C6A9-756D-F265-BE13BBAEE2FB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0" name="Oval 159">
                    <a:extLst>
                      <a:ext uri="{FF2B5EF4-FFF2-40B4-BE49-F238E27FC236}">
                        <a16:creationId xmlns:a16="http://schemas.microsoft.com/office/drawing/2014/main" id="{1E699EDE-BB3F-55B2-49DF-CF065E7BF3E9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1" name="Oval 160">
                    <a:extLst>
                      <a:ext uri="{FF2B5EF4-FFF2-40B4-BE49-F238E27FC236}">
                        <a16:creationId xmlns:a16="http://schemas.microsoft.com/office/drawing/2014/main" id="{00A880E1-C635-023C-37CC-52E93CEF6729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BC6B16B8-56BC-FE59-D8C1-63FDE84B8DF6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3" name="Arc 162">
                    <a:extLst>
                      <a:ext uri="{FF2B5EF4-FFF2-40B4-BE49-F238E27FC236}">
                        <a16:creationId xmlns:a16="http://schemas.microsoft.com/office/drawing/2014/main" id="{EC0D486F-2F3F-770B-84BA-479DC3A611AE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6DF97733-6B17-E7D3-E5DF-454330909333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5" name="Arc 164">
                    <a:extLst>
                      <a:ext uri="{FF2B5EF4-FFF2-40B4-BE49-F238E27FC236}">
                        <a16:creationId xmlns:a16="http://schemas.microsoft.com/office/drawing/2014/main" id="{16ADF3DC-0145-DFD1-7149-EC1023E5D782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" name="Arc 165">
                    <a:extLst>
                      <a:ext uri="{FF2B5EF4-FFF2-40B4-BE49-F238E27FC236}">
                        <a16:creationId xmlns:a16="http://schemas.microsoft.com/office/drawing/2014/main" id="{383976D9-B161-48E3-FFDD-DAB06B94E976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72B3E608-8154-CB09-FFBB-35B12E706615}"/>
                  </a:ext>
                </a:extLst>
              </p:cNvPr>
              <p:cNvCxnSpPr/>
              <p:nvPr/>
            </p:nvCxnSpPr>
            <p:spPr>
              <a:xfrm>
                <a:off x="5061868" y="2422793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7D9E9C00-D11B-13AE-49D6-C3FBF7BBF201}"/>
                  </a:ext>
                </a:extLst>
              </p:cNvPr>
              <p:cNvCxnSpPr/>
              <p:nvPr/>
            </p:nvCxnSpPr>
            <p:spPr>
              <a:xfrm>
                <a:off x="5073671" y="2539115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69D0F43A-CAA7-9ADE-D50B-FA732B2E4291}"/>
                </a:ext>
              </a:extLst>
            </p:cNvPr>
            <p:cNvGrpSpPr/>
            <p:nvPr/>
          </p:nvGrpSpPr>
          <p:grpSpPr>
            <a:xfrm>
              <a:off x="3288666" y="2984741"/>
              <a:ext cx="263893" cy="317670"/>
              <a:chOff x="4102111" y="1327060"/>
              <a:chExt cx="2130364" cy="2564492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54EFC637-C8E6-ADCB-9B0B-9548B5E2F3B9}"/>
                  </a:ext>
                </a:extLst>
              </p:cNvPr>
              <p:cNvGrpSpPr/>
              <p:nvPr/>
            </p:nvGrpSpPr>
            <p:grpSpPr>
              <a:xfrm>
                <a:off x="4102111" y="1327060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60AADDBE-3FDC-C213-3D6A-A72E6CB84EE8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1EEF9A97-A26E-56A2-E973-7B5A6FE06B1D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C709E01D-35BA-AB45-920C-5F60E4DA551D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195" name="Oval 194">
                    <a:extLst>
                      <a:ext uri="{FF2B5EF4-FFF2-40B4-BE49-F238E27FC236}">
                        <a16:creationId xmlns:a16="http://schemas.microsoft.com/office/drawing/2014/main" id="{4CC1556B-612F-7C1B-13D2-2CCD0FA73562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AC4E1BB4-A6EF-9981-C1A1-0B5221D7D32B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3FC559B4-7FD5-3ECE-3ABD-A1656679DFDE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8" name="Arc 197">
                    <a:extLst>
                      <a:ext uri="{FF2B5EF4-FFF2-40B4-BE49-F238E27FC236}">
                        <a16:creationId xmlns:a16="http://schemas.microsoft.com/office/drawing/2014/main" id="{788CF29B-7870-9BB5-0CAA-F94C9251BAAF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3E4F4443-AD74-C627-46EE-7CA353DE103B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0" name="Arc 199">
                    <a:extLst>
                      <a:ext uri="{FF2B5EF4-FFF2-40B4-BE49-F238E27FC236}">
                        <a16:creationId xmlns:a16="http://schemas.microsoft.com/office/drawing/2014/main" id="{43948447-5AEF-236D-8D22-C2FCD63CDF1F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Arc 200">
                    <a:extLst>
                      <a:ext uri="{FF2B5EF4-FFF2-40B4-BE49-F238E27FC236}">
                        <a16:creationId xmlns:a16="http://schemas.microsoft.com/office/drawing/2014/main" id="{7C8C7664-A3B0-36AF-7845-04CC579137EF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75106D7E-8B94-E36F-A535-D69656C84998}"/>
                  </a:ext>
                </a:extLst>
              </p:cNvPr>
              <p:cNvGrpSpPr/>
              <p:nvPr/>
            </p:nvGrpSpPr>
            <p:grpSpPr>
              <a:xfrm flipH="1">
                <a:off x="5138140" y="1336301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F9525903-9FF3-3492-F61D-A139EFBF0103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3AC3D694-63C0-F857-4F5D-90EEEAF258AC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8A731D7E-7D18-BA86-F929-1552A3B69059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DF5B9D9D-AD57-186C-0D2B-53B6490F04EC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6" name="Oval 185">
                    <a:extLst>
                      <a:ext uri="{FF2B5EF4-FFF2-40B4-BE49-F238E27FC236}">
                        <a16:creationId xmlns:a16="http://schemas.microsoft.com/office/drawing/2014/main" id="{77ECEC2F-B75F-E195-AE1B-376FA5989FA2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7" name="Oval 186">
                    <a:extLst>
                      <a:ext uri="{FF2B5EF4-FFF2-40B4-BE49-F238E27FC236}">
                        <a16:creationId xmlns:a16="http://schemas.microsoft.com/office/drawing/2014/main" id="{69EFEBE4-087A-4175-6E02-97BED75C48A1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8" name="Arc 187">
                    <a:extLst>
                      <a:ext uri="{FF2B5EF4-FFF2-40B4-BE49-F238E27FC236}">
                        <a16:creationId xmlns:a16="http://schemas.microsoft.com/office/drawing/2014/main" id="{20F054EB-98D7-CD7C-1B98-861E2F03ADE4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D7D4ABEA-EEFA-0555-0CF8-A8FDEC465F56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0" name="Arc 189">
                    <a:extLst>
                      <a:ext uri="{FF2B5EF4-FFF2-40B4-BE49-F238E27FC236}">
                        <a16:creationId xmlns:a16="http://schemas.microsoft.com/office/drawing/2014/main" id="{9E3E57CB-23D4-76A9-EC31-ABB5C1153DB9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Arc 190">
                    <a:extLst>
                      <a:ext uri="{FF2B5EF4-FFF2-40B4-BE49-F238E27FC236}">
                        <a16:creationId xmlns:a16="http://schemas.microsoft.com/office/drawing/2014/main" id="{6F892994-7951-0687-2CF0-4E9E18AD540E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4915CCAA-1478-D2D1-18F9-6A601474018F}"/>
                  </a:ext>
                </a:extLst>
              </p:cNvPr>
              <p:cNvCxnSpPr/>
              <p:nvPr/>
            </p:nvCxnSpPr>
            <p:spPr>
              <a:xfrm>
                <a:off x="5061868" y="2422793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0800E755-0B97-0BE0-5009-71C355903466}"/>
                  </a:ext>
                </a:extLst>
              </p:cNvPr>
              <p:cNvCxnSpPr/>
              <p:nvPr/>
            </p:nvCxnSpPr>
            <p:spPr>
              <a:xfrm>
                <a:off x="5073671" y="2539115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E4FDD771-5DCC-08B3-304C-E1C60D8759D4}"/>
                </a:ext>
              </a:extLst>
            </p:cNvPr>
            <p:cNvSpPr txBox="1"/>
            <p:nvPr/>
          </p:nvSpPr>
          <p:spPr>
            <a:xfrm>
              <a:off x="702132" y="2867644"/>
              <a:ext cx="21884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Antibody</a:t>
              </a:r>
            </a:p>
            <a:p>
              <a:pPr algn="ctr"/>
              <a:r>
                <a:rPr lang="en-US" dirty="0"/>
                <a:t>(short T</a:t>
              </a:r>
              <a:r>
                <a:rPr lang="en-US" baseline="-25000" dirty="0"/>
                <a:t>1/2</a:t>
              </a:r>
              <a:r>
                <a:rPr lang="en-US" dirty="0"/>
                <a:t> ~ 21 days)</a:t>
              </a:r>
            </a:p>
          </p:txBody>
        </p: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9D015528-EF2C-73B1-9D2E-7C34A7E06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0960" y="1191822"/>
              <a:ext cx="0" cy="267195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DF4CDE16-DEB1-1B82-5B26-95C772F81B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8571" y="2521155"/>
              <a:ext cx="180748" cy="290788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4F885F92-8447-A844-6086-F53FFE8BF0EE}"/>
                </a:ext>
              </a:extLst>
            </p:cNvPr>
            <p:cNvGrpSpPr/>
            <p:nvPr/>
          </p:nvGrpSpPr>
          <p:grpSpPr>
            <a:xfrm>
              <a:off x="3709498" y="2802673"/>
              <a:ext cx="263893" cy="317670"/>
              <a:chOff x="4102111" y="1327060"/>
              <a:chExt cx="2130364" cy="2564492"/>
            </a:xfrm>
          </p:grpSpPr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9DFDF6C4-4A77-07C6-7294-63D50813C306}"/>
                  </a:ext>
                </a:extLst>
              </p:cNvPr>
              <p:cNvGrpSpPr/>
              <p:nvPr/>
            </p:nvGrpSpPr>
            <p:grpSpPr>
              <a:xfrm>
                <a:off x="4102111" y="1327060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0CD6C9D4-9485-602F-6EC7-28DF10421016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grpSp>
              <p:nvGrpSpPr>
                <p:cNvPr id="230" name="Group 229">
                  <a:extLst>
                    <a:ext uri="{FF2B5EF4-FFF2-40B4-BE49-F238E27FC236}">
                      <a16:creationId xmlns:a16="http://schemas.microsoft.com/office/drawing/2014/main" id="{E1F6A471-BF67-75F2-A491-955FE44CA77E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231" name="Oval 230">
                    <a:extLst>
                      <a:ext uri="{FF2B5EF4-FFF2-40B4-BE49-F238E27FC236}">
                        <a16:creationId xmlns:a16="http://schemas.microsoft.com/office/drawing/2014/main" id="{112C54BB-5ED3-EAD6-1EEB-AFF39F374E99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232" name="Oval 231">
                    <a:extLst>
                      <a:ext uri="{FF2B5EF4-FFF2-40B4-BE49-F238E27FC236}">
                        <a16:creationId xmlns:a16="http://schemas.microsoft.com/office/drawing/2014/main" id="{8FF8D833-D291-4307-89CC-0632624720A4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233" name="Oval 232">
                    <a:extLst>
                      <a:ext uri="{FF2B5EF4-FFF2-40B4-BE49-F238E27FC236}">
                        <a16:creationId xmlns:a16="http://schemas.microsoft.com/office/drawing/2014/main" id="{6264A591-6170-2F68-30D4-9360A723F9C2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234" name="Oval 233">
                    <a:extLst>
                      <a:ext uri="{FF2B5EF4-FFF2-40B4-BE49-F238E27FC236}">
                        <a16:creationId xmlns:a16="http://schemas.microsoft.com/office/drawing/2014/main" id="{BD6B17E0-36C5-4492-9AED-B0EC5D348AC1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35" name="Arc 234">
                    <a:extLst>
                      <a:ext uri="{FF2B5EF4-FFF2-40B4-BE49-F238E27FC236}">
                        <a16:creationId xmlns:a16="http://schemas.microsoft.com/office/drawing/2014/main" id="{AE45E753-6652-6053-D4E6-D3FB068F1B04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6" name="Oval 235">
                    <a:extLst>
                      <a:ext uri="{FF2B5EF4-FFF2-40B4-BE49-F238E27FC236}">
                        <a16:creationId xmlns:a16="http://schemas.microsoft.com/office/drawing/2014/main" id="{DA82F192-8F6A-6F0F-42E3-A2E8FF034046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37" name="Arc 236">
                    <a:extLst>
                      <a:ext uri="{FF2B5EF4-FFF2-40B4-BE49-F238E27FC236}">
                        <a16:creationId xmlns:a16="http://schemas.microsoft.com/office/drawing/2014/main" id="{41A314B0-D7F5-09B2-851C-366688463C80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8" name="Arc 237">
                    <a:extLst>
                      <a:ext uri="{FF2B5EF4-FFF2-40B4-BE49-F238E27FC236}">
                        <a16:creationId xmlns:a16="http://schemas.microsoft.com/office/drawing/2014/main" id="{E4784ACE-6C83-43B0-EB04-278B52522CAB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877B8950-A560-C64E-696B-9CD4FE11DC65}"/>
                  </a:ext>
                </a:extLst>
              </p:cNvPr>
              <p:cNvGrpSpPr/>
              <p:nvPr/>
            </p:nvGrpSpPr>
            <p:grpSpPr>
              <a:xfrm flipH="1">
                <a:off x="5138140" y="1336301"/>
                <a:ext cx="1094335" cy="2555251"/>
                <a:chOff x="4102111" y="1327060"/>
                <a:chExt cx="1094335" cy="2555251"/>
              </a:xfrm>
            </p:grpSpPr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251BCD46-80E0-F97D-6D07-8080E72371EE}"/>
                    </a:ext>
                  </a:extLst>
                </p:cNvPr>
                <p:cNvSpPr/>
                <p:nvPr/>
              </p:nvSpPr>
              <p:spPr>
                <a:xfrm rot="2094095">
                  <a:off x="4224168" y="1327060"/>
                  <a:ext cx="583350" cy="424893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8D4D67B8-5E73-9FAD-2319-0109912AC87B}"/>
                    </a:ext>
                  </a:extLst>
                </p:cNvPr>
                <p:cNvGrpSpPr/>
                <p:nvPr/>
              </p:nvGrpSpPr>
              <p:grpSpPr>
                <a:xfrm>
                  <a:off x="4102111" y="1374064"/>
                  <a:ext cx="1094335" cy="2508247"/>
                  <a:chOff x="4102111" y="1374064"/>
                  <a:chExt cx="1094335" cy="2508247"/>
                </a:xfrm>
              </p:grpSpPr>
              <p:sp>
                <p:nvSpPr>
                  <p:cNvPr id="221" name="Oval 220">
                    <a:extLst>
                      <a:ext uri="{FF2B5EF4-FFF2-40B4-BE49-F238E27FC236}">
                        <a16:creationId xmlns:a16="http://schemas.microsoft.com/office/drawing/2014/main" id="{337D5495-F393-7028-99A8-8A08B74D5EE3}"/>
                      </a:ext>
                    </a:extLst>
                  </p:cNvPr>
                  <p:cNvSpPr/>
                  <p:nvPr/>
                </p:nvSpPr>
                <p:spPr>
                  <a:xfrm rot="4202241">
                    <a:off x="3939335" y="1536840"/>
                    <a:ext cx="663549" cy="337997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2" name="Oval 221">
                    <a:extLst>
                      <a:ext uri="{FF2B5EF4-FFF2-40B4-BE49-F238E27FC236}">
                        <a16:creationId xmlns:a16="http://schemas.microsoft.com/office/drawing/2014/main" id="{F0A817E8-B3D6-358C-12EE-2F9641F53DF7}"/>
                      </a:ext>
                    </a:extLst>
                  </p:cNvPr>
                  <p:cNvSpPr/>
                  <p:nvPr/>
                </p:nvSpPr>
                <p:spPr>
                  <a:xfrm rot="2602848">
                    <a:off x="4310212" y="2022366"/>
                    <a:ext cx="663549" cy="337997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3" name="Oval 222">
                    <a:extLst>
                      <a:ext uri="{FF2B5EF4-FFF2-40B4-BE49-F238E27FC236}">
                        <a16:creationId xmlns:a16="http://schemas.microsoft.com/office/drawing/2014/main" id="{BB88940A-F3CF-14A6-F1D3-6AD5B482B4EC}"/>
                      </a:ext>
                    </a:extLst>
                  </p:cNvPr>
                  <p:cNvSpPr/>
                  <p:nvPr/>
                </p:nvSpPr>
                <p:spPr>
                  <a:xfrm rot="4012902">
                    <a:off x="4560009" y="1873067"/>
                    <a:ext cx="663549" cy="337997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4" name="Oval 223">
                    <a:extLst>
                      <a:ext uri="{FF2B5EF4-FFF2-40B4-BE49-F238E27FC236}">
                        <a16:creationId xmlns:a16="http://schemas.microsoft.com/office/drawing/2014/main" id="{819A523A-9870-7D57-9A4C-9BBF017DD624}"/>
                      </a:ext>
                    </a:extLst>
                  </p:cNvPr>
                  <p:cNvSpPr/>
                  <p:nvPr/>
                </p:nvSpPr>
                <p:spPr>
                  <a:xfrm rot="6593353">
                    <a:off x="4653267" y="2736730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5" name="Arc 224">
                    <a:extLst>
                      <a:ext uri="{FF2B5EF4-FFF2-40B4-BE49-F238E27FC236}">
                        <a16:creationId xmlns:a16="http://schemas.microsoft.com/office/drawing/2014/main" id="{FEFEDD27-CB26-7B47-48AC-12BCB0E78E45}"/>
                      </a:ext>
                    </a:extLst>
                  </p:cNvPr>
                  <p:cNvSpPr/>
                  <p:nvPr/>
                </p:nvSpPr>
                <p:spPr>
                  <a:xfrm>
                    <a:off x="4873113" y="2317108"/>
                    <a:ext cx="215224" cy="70105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6" name="Oval 225">
                    <a:extLst>
                      <a:ext uri="{FF2B5EF4-FFF2-40B4-BE49-F238E27FC236}">
                        <a16:creationId xmlns:a16="http://schemas.microsoft.com/office/drawing/2014/main" id="{91E52316-D18C-3441-278D-80328445D989}"/>
                      </a:ext>
                    </a:extLst>
                  </p:cNvPr>
                  <p:cNvSpPr/>
                  <p:nvPr/>
                </p:nvSpPr>
                <p:spPr>
                  <a:xfrm rot="15006647" flipH="1">
                    <a:off x="4691330" y="3377195"/>
                    <a:ext cx="663549" cy="346683"/>
                  </a:xfrm>
                  <a:prstGeom prst="ellipse">
                    <a:avLst/>
                  </a:prstGeom>
                  <a:solidFill>
                    <a:srgbClr val="043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7" name="Arc 226">
                    <a:extLst>
                      <a:ext uri="{FF2B5EF4-FFF2-40B4-BE49-F238E27FC236}">
                        <a16:creationId xmlns:a16="http://schemas.microsoft.com/office/drawing/2014/main" id="{FE819976-165E-B245-1E92-9D0481027FB6}"/>
                      </a:ext>
                    </a:extLst>
                  </p:cNvPr>
                  <p:cNvSpPr/>
                  <p:nvPr/>
                </p:nvSpPr>
                <p:spPr>
                  <a:xfrm>
                    <a:off x="4488921" y="1694550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8" name="Arc 227">
                    <a:extLst>
                      <a:ext uri="{FF2B5EF4-FFF2-40B4-BE49-F238E27FC236}">
                        <a16:creationId xmlns:a16="http://schemas.microsoft.com/office/drawing/2014/main" id="{C288AA98-A8AE-B3AE-D225-D9CB7E1080F5}"/>
                      </a:ext>
                    </a:extLst>
                  </p:cNvPr>
                  <p:cNvSpPr/>
                  <p:nvPr/>
                </p:nvSpPr>
                <p:spPr>
                  <a:xfrm rot="11689115">
                    <a:off x="4351978" y="1763728"/>
                    <a:ext cx="306129" cy="311642"/>
                  </a:xfrm>
                  <a:prstGeom prst="arc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76319CBB-38C6-D2F9-DCD5-A3F131D7AFF0}"/>
                  </a:ext>
                </a:extLst>
              </p:cNvPr>
              <p:cNvCxnSpPr/>
              <p:nvPr/>
            </p:nvCxnSpPr>
            <p:spPr>
              <a:xfrm>
                <a:off x="5061868" y="2422793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AF0BA4EB-36BD-C4C9-B5FE-9A04F9843306}"/>
                  </a:ext>
                </a:extLst>
              </p:cNvPr>
              <p:cNvCxnSpPr/>
              <p:nvPr/>
            </p:nvCxnSpPr>
            <p:spPr>
              <a:xfrm>
                <a:off x="5073671" y="2539115"/>
                <a:ext cx="2106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E72C45BD-A4E7-6B06-391F-4AF7EF762998}"/>
                </a:ext>
              </a:extLst>
            </p:cNvPr>
            <p:cNvSpPr txBox="1"/>
            <p:nvPr/>
          </p:nvSpPr>
          <p:spPr>
            <a:xfrm>
              <a:off x="837995" y="3741087"/>
              <a:ext cx="3326057" cy="646331"/>
            </a:xfrm>
            <a:prstGeom prst="rect">
              <a:avLst/>
            </a:prstGeom>
            <a:noFill/>
            <a:ln>
              <a:solidFill>
                <a:srgbClr val="0432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Antibody concentration reflects secretion from plasma cells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986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Group 2099">
            <a:extLst>
              <a:ext uri="{FF2B5EF4-FFF2-40B4-BE49-F238E27FC236}">
                <a16:creationId xmlns:a16="http://schemas.microsoft.com/office/drawing/2014/main" id="{2FA1AE7F-78C3-0DA8-6288-7896BBBC0286}"/>
              </a:ext>
            </a:extLst>
          </p:cNvPr>
          <p:cNvGrpSpPr/>
          <p:nvPr/>
        </p:nvGrpSpPr>
        <p:grpSpPr>
          <a:xfrm>
            <a:off x="537553" y="449586"/>
            <a:ext cx="10449604" cy="6115187"/>
            <a:chOff x="537553" y="144786"/>
            <a:chExt cx="10449604" cy="6115187"/>
          </a:xfrm>
        </p:grpSpPr>
        <p:sp>
          <p:nvSpPr>
            <p:cNvPr id="2089" name="Freeform 2088">
              <a:extLst>
                <a:ext uri="{FF2B5EF4-FFF2-40B4-BE49-F238E27FC236}">
                  <a16:creationId xmlns:a16="http://schemas.microsoft.com/office/drawing/2014/main" id="{1F974435-9EC2-18FC-A11E-7C7FF9F25F8E}"/>
                </a:ext>
              </a:extLst>
            </p:cNvPr>
            <p:cNvSpPr/>
            <p:nvPr/>
          </p:nvSpPr>
          <p:spPr>
            <a:xfrm rot="5400000">
              <a:off x="8682007" y="1396884"/>
              <a:ext cx="761564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8" name="Rounded Rectangle 2087">
              <a:extLst>
                <a:ext uri="{FF2B5EF4-FFF2-40B4-BE49-F238E27FC236}">
                  <a16:creationId xmlns:a16="http://schemas.microsoft.com/office/drawing/2014/main" id="{EFDF35EE-6042-B2AC-84DC-C8E61B50281F}"/>
                </a:ext>
              </a:extLst>
            </p:cNvPr>
            <p:cNvSpPr/>
            <p:nvPr/>
          </p:nvSpPr>
          <p:spPr>
            <a:xfrm rot="5400000">
              <a:off x="7638937" y="1097266"/>
              <a:ext cx="1034793" cy="1398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5363D1-74CC-E9FA-EEC8-F367FCBDB313}"/>
                </a:ext>
              </a:extLst>
            </p:cNvPr>
            <p:cNvSpPr txBox="1"/>
            <p:nvPr/>
          </p:nvSpPr>
          <p:spPr>
            <a:xfrm>
              <a:off x="858878" y="144786"/>
              <a:ext cx="398763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IgG1: tradeoff for space in bone marrow</a:t>
              </a:r>
              <a:endParaRPr lang="en-US" sz="2000" dirty="0"/>
            </a:p>
          </p:txBody>
        </p: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1D7A049D-7B0D-50D4-B19D-FC6467644877}"/>
                </a:ext>
              </a:extLst>
            </p:cNvPr>
            <p:cNvGrpSpPr/>
            <p:nvPr/>
          </p:nvGrpSpPr>
          <p:grpSpPr>
            <a:xfrm rot="16200000">
              <a:off x="358672" y="1424862"/>
              <a:ext cx="4893541" cy="4535780"/>
              <a:chOff x="471935" y="1178561"/>
              <a:chExt cx="4893541" cy="453578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4BA2EA9-D1A3-E0A8-1FCD-D321A53140A4}"/>
                  </a:ext>
                </a:extLst>
              </p:cNvPr>
              <p:cNvGrpSpPr/>
              <p:nvPr/>
            </p:nvGrpSpPr>
            <p:grpSpPr>
              <a:xfrm>
                <a:off x="471935" y="2024080"/>
                <a:ext cx="4893541" cy="2431144"/>
                <a:chOff x="538347" y="3603498"/>
                <a:chExt cx="4893541" cy="2431144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B817E321-CD5E-E4CA-3A2E-33FCD37368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8347" y="3603498"/>
                  <a:ext cx="4893541" cy="2431144"/>
                </a:xfrm>
                <a:prstGeom prst="rect">
                  <a:avLst/>
                </a:prstGeom>
              </p:spPr>
            </p:pic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569BE21-AC0A-AA80-5341-AD1DB57CD410}"/>
                    </a:ext>
                  </a:extLst>
                </p:cNvPr>
                <p:cNvSpPr/>
                <p:nvPr/>
              </p:nvSpPr>
              <p:spPr>
                <a:xfrm>
                  <a:off x="1531917" y="4476997"/>
                  <a:ext cx="136566" cy="1306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A14741A3-6063-6A51-B46A-53DF72FCC7E8}"/>
                    </a:ext>
                  </a:extLst>
                </p:cNvPr>
                <p:cNvSpPr/>
                <p:nvPr/>
              </p:nvSpPr>
              <p:spPr>
                <a:xfrm>
                  <a:off x="2004951" y="4542311"/>
                  <a:ext cx="136566" cy="13062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93B250CC-A4A1-A917-3964-F054BD060BFF}"/>
                    </a:ext>
                  </a:extLst>
                </p:cNvPr>
                <p:cNvSpPr/>
                <p:nvPr/>
              </p:nvSpPr>
              <p:spPr>
                <a:xfrm>
                  <a:off x="1531917" y="4934196"/>
                  <a:ext cx="136566" cy="130629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579BE47F-1860-48BD-21E9-049B52969FC2}"/>
                    </a:ext>
                  </a:extLst>
                </p:cNvPr>
                <p:cNvSpPr/>
                <p:nvPr/>
              </p:nvSpPr>
              <p:spPr>
                <a:xfrm>
                  <a:off x="1868385" y="4763653"/>
                  <a:ext cx="136566" cy="13062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298C7AC2-3EA3-85F0-3357-C1E9A256CCE2}"/>
                    </a:ext>
                  </a:extLst>
                </p:cNvPr>
                <p:cNvSpPr/>
                <p:nvPr/>
              </p:nvSpPr>
              <p:spPr>
                <a:xfrm>
                  <a:off x="2639291" y="4731985"/>
                  <a:ext cx="136566" cy="1306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EB2DBC7C-0757-2785-9EB9-8F67AFE9A583}"/>
                    </a:ext>
                  </a:extLst>
                </p:cNvPr>
                <p:cNvSpPr/>
                <p:nvPr/>
              </p:nvSpPr>
              <p:spPr>
                <a:xfrm>
                  <a:off x="2073234" y="5072741"/>
                  <a:ext cx="136566" cy="130629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1045A837-73FD-56B3-E46E-FD4A9B89C607}"/>
                    </a:ext>
                  </a:extLst>
                </p:cNvPr>
                <p:cNvSpPr/>
                <p:nvPr/>
              </p:nvSpPr>
              <p:spPr>
                <a:xfrm>
                  <a:off x="3368057" y="4666670"/>
                  <a:ext cx="136566" cy="1306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D738EE05-C5D8-8402-9315-56BD43D36BC6}"/>
                    </a:ext>
                  </a:extLst>
                </p:cNvPr>
                <p:cNvSpPr/>
                <p:nvPr/>
              </p:nvSpPr>
              <p:spPr>
                <a:xfrm>
                  <a:off x="2524415" y="5064825"/>
                  <a:ext cx="136566" cy="13062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F7CCEFF-FE17-59EF-BB16-E3E2441F4996}"/>
                    </a:ext>
                  </a:extLst>
                </p:cNvPr>
                <p:cNvSpPr/>
                <p:nvPr/>
              </p:nvSpPr>
              <p:spPr>
                <a:xfrm>
                  <a:off x="3052867" y="4550227"/>
                  <a:ext cx="136566" cy="130629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99A0EF05-4FDE-5024-2EA6-235549F1351B}"/>
                    </a:ext>
                  </a:extLst>
                </p:cNvPr>
                <p:cNvSpPr/>
                <p:nvPr/>
              </p:nvSpPr>
              <p:spPr>
                <a:xfrm>
                  <a:off x="2262744" y="4633024"/>
                  <a:ext cx="136566" cy="130629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A95F5951-2554-4591-9B60-848B6C901EFD}"/>
                    </a:ext>
                  </a:extLst>
                </p:cNvPr>
                <p:cNvSpPr/>
                <p:nvPr/>
              </p:nvSpPr>
              <p:spPr>
                <a:xfrm>
                  <a:off x="2848552" y="5052948"/>
                  <a:ext cx="136566" cy="1306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2B59711-1AFC-F1EA-787D-0729D042BB18}"/>
                    </a:ext>
                  </a:extLst>
                </p:cNvPr>
                <p:cNvSpPr/>
                <p:nvPr/>
              </p:nvSpPr>
              <p:spPr>
                <a:xfrm>
                  <a:off x="3662961" y="4862614"/>
                  <a:ext cx="136566" cy="130629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0039797A-3526-0ADC-5E6A-5CE8430F7ADA}"/>
                    </a:ext>
                  </a:extLst>
                </p:cNvPr>
                <p:cNvSpPr/>
                <p:nvPr/>
              </p:nvSpPr>
              <p:spPr>
                <a:xfrm>
                  <a:off x="2132611" y="4826987"/>
                  <a:ext cx="136566" cy="13062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84B186D-F03E-F98D-0C9B-B2748BE1799D}"/>
                    </a:ext>
                  </a:extLst>
                </p:cNvPr>
                <p:cNvSpPr/>
                <p:nvPr/>
              </p:nvSpPr>
              <p:spPr>
                <a:xfrm>
                  <a:off x="3607049" y="5114301"/>
                  <a:ext cx="136566" cy="130629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BBCA7ED-8BDC-0459-7B5B-FBE243C4D7EC}"/>
                    </a:ext>
                  </a:extLst>
                </p:cNvPr>
                <p:cNvSpPr/>
                <p:nvPr/>
              </p:nvSpPr>
              <p:spPr>
                <a:xfrm>
                  <a:off x="3295321" y="4942112"/>
                  <a:ext cx="136566" cy="130629"/>
                </a:xfrm>
                <a:prstGeom prst="ellipse">
                  <a:avLst/>
                </a:prstGeom>
                <a:solidFill>
                  <a:srgbClr val="0432F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26995E3-AB20-EFAF-3667-734529E3BF2A}"/>
                    </a:ext>
                  </a:extLst>
                </p:cNvPr>
                <p:cNvSpPr/>
                <p:nvPr/>
              </p:nvSpPr>
              <p:spPr>
                <a:xfrm>
                  <a:off x="2980131" y="4825669"/>
                  <a:ext cx="136566" cy="130629"/>
                </a:xfrm>
                <a:prstGeom prst="ellipse">
                  <a:avLst/>
                </a:prstGeom>
                <a:solidFill>
                  <a:srgbClr val="0432FF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45DF49F-D733-E08E-BDAF-D98EADA0FA5D}"/>
                  </a:ext>
                </a:extLst>
              </p:cNvPr>
              <p:cNvGrpSpPr/>
              <p:nvPr/>
            </p:nvGrpSpPr>
            <p:grpSpPr>
              <a:xfrm>
                <a:off x="2173489" y="4005949"/>
                <a:ext cx="1128156" cy="716810"/>
                <a:chOff x="7760525" y="3053605"/>
                <a:chExt cx="1128156" cy="71681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B8FBAF8B-6CC2-E162-1FED-2CDB41693197}"/>
                    </a:ext>
                  </a:extLst>
                </p:cNvPr>
                <p:cNvSpPr/>
                <p:nvPr/>
              </p:nvSpPr>
              <p:spPr>
                <a:xfrm>
                  <a:off x="8121022" y="3184235"/>
                  <a:ext cx="136566" cy="130629"/>
                </a:xfrm>
                <a:prstGeom prst="ellipse">
                  <a:avLst/>
                </a:prstGeom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F15011B9-933A-5C68-E2A6-F0E31DEA2B97}"/>
                    </a:ext>
                  </a:extLst>
                </p:cNvPr>
                <p:cNvSpPr/>
                <p:nvPr/>
              </p:nvSpPr>
              <p:spPr>
                <a:xfrm>
                  <a:off x="7845910" y="3412165"/>
                  <a:ext cx="136566" cy="13062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70BCDB36-63D5-D84D-4C05-A1BDB1C3E244}"/>
                    </a:ext>
                  </a:extLst>
                </p:cNvPr>
                <p:cNvSpPr/>
                <p:nvPr/>
              </p:nvSpPr>
              <p:spPr>
                <a:xfrm>
                  <a:off x="8468293" y="3354777"/>
                  <a:ext cx="136566" cy="130629"/>
                </a:xfrm>
                <a:prstGeom prst="ellipse">
                  <a:avLst/>
                </a:prstGeom>
                <a:solidFill>
                  <a:srgbClr val="0432FF"/>
                </a:solidFill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593052A9-B3FC-40EE-28FD-2D60FD995F0D}"/>
                    </a:ext>
                  </a:extLst>
                </p:cNvPr>
                <p:cNvSpPr/>
                <p:nvPr/>
              </p:nvSpPr>
              <p:spPr>
                <a:xfrm>
                  <a:off x="7760525" y="3053605"/>
                  <a:ext cx="1128156" cy="716810"/>
                </a:xfrm>
                <a:prstGeom prst="roundRect">
                  <a:avLst/>
                </a:prstGeom>
                <a:solidFill>
                  <a:schemeClr val="bg1">
                    <a:alpha val="72008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D587B4E-08EF-955A-2456-091C55558008}"/>
                  </a:ext>
                </a:extLst>
              </p:cNvPr>
              <p:cNvSpPr/>
              <p:nvPr/>
            </p:nvSpPr>
            <p:spPr>
              <a:xfrm>
                <a:off x="3107106" y="1826806"/>
                <a:ext cx="136566" cy="13062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69F5936-29B8-4831-BE89-A5B8A13806A2}"/>
                  </a:ext>
                </a:extLst>
              </p:cNvPr>
              <p:cNvSpPr/>
              <p:nvPr/>
            </p:nvSpPr>
            <p:spPr>
              <a:xfrm>
                <a:off x="2791916" y="1710363"/>
                <a:ext cx="136566" cy="13062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25B02C5-7CEB-1B1F-DD79-A8F359012261}"/>
                  </a:ext>
                </a:extLst>
              </p:cNvPr>
              <p:cNvSpPr/>
              <p:nvPr/>
            </p:nvSpPr>
            <p:spPr>
              <a:xfrm>
                <a:off x="2986455" y="1568676"/>
                <a:ext cx="136566" cy="13062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6B400AD-D179-9A40-CB01-813949F17857}"/>
                  </a:ext>
                </a:extLst>
              </p:cNvPr>
              <p:cNvSpPr/>
              <p:nvPr/>
            </p:nvSpPr>
            <p:spPr>
              <a:xfrm>
                <a:off x="2928482" y="1958765"/>
                <a:ext cx="136566" cy="13062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C835C9A5-4A01-A0F4-3A1A-0C19428E8E77}"/>
                  </a:ext>
                </a:extLst>
              </p:cNvPr>
              <p:cNvSpPr/>
              <p:nvPr/>
            </p:nvSpPr>
            <p:spPr>
              <a:xfrm>
                <a:off x="2777728" y="1840992"/>
                <a:ext cx="1192979" cy="1999521"/>
              </a:xfrm>
              <a:prstGeom prst="arc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69DEECF-B167-52CA-E0F9-EFD5060F6E9B}"/>
                  </a:ext>
                </a:extLst>
              </p:cNvPr>
              <p:cNvSpPr/>
              <p:nvPr/>
            </p:nvSpPr>
            <p:spPr>
              <a:xfrm>
                <a:off x="3292163" y="1594399"/>
                <a:ext cx="136566" cy="13062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41CBA5-CB27-2183-5E3C-B75D6F0E67D7}"/>
                  </a:ext>
                </a:extLst>
              </p:cNvPr>
              <p:cNvSpPr txBox="1"/>
              <p:nvPr/>
            </p:nvSpPr>
            <p:spPr>
              <a:xfrm rot="5400000">
                <a:off x="1754794" y="1413319"/>
                <a:ext cx="11158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Adding new PC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19DAA652-47B5-2839-3366-C76237B6DCD4}"/>
                  </a:ext>
                </a:extLst>
              </p:cNvPr>
              <p:cNvCxnSpPr/>
              <p:nvPr/>
            </p:nvCxnSpPr>
            <p:spPr>
              <a:xfrm>
                <a:off x="2075105" y="3665512"/>
                <a:ext cx="0" cy="6511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AA51F7A-0520-B4CE-318F-C53DCACC5778}"/>
                  </a:ext>
                </a:extLst>
              </p:cNvPr>
              <p:cNvCxnSpPr/>
              <p:nvPr/>
            </p:nvCxnSpPr>
            <p:spPr>
              <a:xfrm>
                <a:off x="3170333" y="3600197"/>
                <a:ext cx="0" cy="6511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8AC7AC-25E5-6C0B-F7B4-3AE6AF3FA1EC}"/>
                  </a:ext>
                </a:extLst>
              </p:cNvPr>
              <p:cNvSpPr txBox="1"/>
              <p:nvPr/>
            </p:nvSpPr>
            <p:spPr>
              <a:xfrm rot="5400000">
                <a:off x="2612056" y="4481586"/>
                <a:ext cx="18191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removal of PC </a:t>
                </a:r>
                <a:br>
                  <a:rPr lang="en-US" dirty="0"/>
                </a:br>
                <a:r>
                  <a:rPr lang="en-US" dirty="0"/>
                  <a:t>to old infections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1F3997-27C3-517F-4A97-986B6EDB427D}"/>
                </a:ext>
              </a:extLst>
            </p:cNvPr>
            <p:cNvSpPr txBox="1"/>
            <p:nvPr/>
          </p:nvSpPr>
          <p:spPr>
            <a:xfrm>
              <a:off x="5859271" y="144786"/>
              <a:ext cx="482777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IgA: competition for transport into lumen </a:t>
              </a:r>
              <a:endParaRPr lang="en-US" sz="20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5F3C6CA8-8283-582B-A9F7-1E4B24D3CF41}"/>
                </a:ext>
              </a:extLst>
            </p:cNvPr>
            <p:cNvSpPr txBox="1"/>
            <p:nvPr/>
          </p:nvSpPr>
          <p:spPr>
            <a:xfrm>
              <a:off x="9384731" y="1509489"/>
              <a:ext cx="16024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lumen</a:t>
              </a:r>
            </a:p>
            <a:p>
              <a:r>
                <a:rPr lang="en-US" dirty="0"/>
                <a:t>(infection site)</a:t>
              </a:r>
            </a:p>
          </p:txBody>
        </p:sp>
        <p:sp>
          <p:nvSpPr>
            <p:cNvPr id="418" name="Rounded Rectangle 417">
              <a:extLst>
                <a:ext uri="{FF2B5EF4-FFF2-40B4-BE49-F238E27FC236}">
                  <a16:creationId xmlns:a16="http://schemas.microsoft.com/office/drawing/2014/main" id="{F5E1F660-025B-CCEA-E423-88FA8D429BC4}"/>
                </a:ext>
              </a:extLst>
            </p:cNvPr>
            <p:cNvSpPr/>
            <p:nvPr/>
          </p:nvSpPr>
          <p:spPr>
            <a:xfrm rot="5400000">
              <a:off x="7518301" y="4304229"/>
              <a:ext cx="1263298" cy="1331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ounded Rectangle 415">
              <a:extLst>
                <a:ext uri="{FF2B5EF4-FFF2-40B4-BE49-F238E27FC236}">
                  <a16:creationId xmlns:a16="http://schemas.microsoft.com/office/drawing/2014/main" id="{A854DBE1-1731-D5CA-EC8D-84A62B646681}"/>
                </a:ext>
              </a:extLst>
            </p:cNvPr>
            <p:cNvSpPr/>
            <p:nvPr/>
          </p:nvSpPr>
          <p:spPr>
            <a:xfrm rot="5400000">
              <a:off x="7638938" y="1718898"/>
              <a:ext cx="1034793" cy="1398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ounded Rectangle 416">
              <a:extLst>
                <a:ext uri="{FF2B5EF4-FFF2-40B4-BE49-F238E27FC236}">
                  <a16:creationId xmlns:a16="http://schemas.microsoft.com/office/drawing/2014/main" id="{93B6AEA9-EA2A-487A-5813-4F6CE43319CF}"/>
                </a:ext>
              </a:extLst>
            </p:cNvPr>
            <p:cNvSpPr/>
            <p:nvPr/>
          </p:nvSpPr>
          <p:spPr>
            <a:xfrm rot="5400000">
              <a:off x="7494994" y="2928627"/>
              <a:ext cx="1399019" cy="1398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678B16C3-6981-12AC-BC17-4741515468BD}"/>
                </a:ext>
              </a:extLst>
            </p:cNvPr>
            <p:cNvSpPr/>
            <p:nvPr/>
          </p:nvSpPr>
          <p:spPr>
            <a:xfrm rot="5400000">
              <a:off x="8665016" y="2115319"/>
              <a:ext cx="912036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CEA62F8D-C46E-4B96-9D89-6C019FFE74A0}"/>
                </a:ext>
              </a:extLst>
            </p:cNvPr>
            <p:cNvSpPr txBox="1"/>
            <p:nvPr/>
          </p:nvSpPr>
          <p:spPr>
            <a:xfrm rot="5400000">
              <a:off x="8624125" y="255719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7F382D60-E7A4-3742-0856-328DEC7074CF}"/>
                </a:ext>
              </a:extLst>
            </p:cNvPr>
            <p:cNvSpPr/>
            <p:nvPr/>
          </p:nvSpPr>
          <p:spPr>
            <a:xfrm rot="5400000">
              <a:off x="8471771" y="3331042"/>
              <a:ext cx="1269581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4" name="Rounded Rectangle 423">
              <a:extLst>
                <a:ext uri="{FF2B5EF4-FFF2-40B4-BE49-F238E27FC236}">
                  <a16:creationId xmlns:a16="http://schemas.microsoft.com/office/drawing/2014/main" id="{78B75603-32CD-353C-9829-A95460429673}"/>
                </a:ext>
              </a:extLst>
            </p:cNvPr>
            <p:cNvSpPr/>
            <p:nvPr/>
          </p:nvSpPr>
          <p:spPr>
            <a:xfrm rot="5400000">
              <a:off x="8419215" y="2382472"/>
              <a:ext cx="840811" cy="1230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ounded Rectangle 424">
              <a:extLst>
                <a:ext uri="{FF2B5EF4-FFF2-40B4-BE49-F238E27FC236}">
                  <a16:creationId xmlns:a16="http://schemas.microsoft.com/office/drawing/2014/main" id="{436A191F-D910-0C14-D843-DA3EDE18C1BD}"/>
                </a:ext>
              </a:extLst>
            </p:cNvPr>
            <p:cNvSpPr/>
            <p:nvPr/>
          </p:nvSpPr>
          <p:spPr>
            <a:xfrm rot="5400000">
              <a:off x="8147945" y="3560588"/>
              <a:ext cx="1254360" cy="15223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929E8D23-E15E-6AF6-BD8D-850373218FFC}"/>
                </a:ext>
              </a:extLst>
            </p:cNvPr>
            <p:cNvSpPr/>
            <p:nvPr/>
          </p:nvSpPr>
          <p:spPr>
            <a:xfrm rot="5400000">
              <a:off x="8447255" y="4663528"/>
              <a:ext cx="1160674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6" name="Rounded Rectangle 425">
              <a:extLst>
                <a:ext uri="{FF2B5EF4-FFF2-40B4-BE49-F238E27FC236}">
                  <a16:creationId xmlns:a16="http://schemas.microsoft.com/office/drawing/2014/main" id="{8F511547-D327-AC9C-1F1A-65F86983986E}"/>
                </a:ext>
              </a:extLst>
            </p:cNvPr>
            <p:cNvSpPr/>
            <p:nvPr/>
          </p:nvSpPr>
          <p:spPr>
            <a:xfrm rot="5400000">
              <a:off x="8135055" y="4905970"/>
              <a:ext cx="1124440" cy="1616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B6103CFF-73F4-2635-C588-739976871378}"/>
                </a:ext>
              </a:extLst>
            </p:cNvPr>
            <p:cNvSpPr/>
            <p:nvPr/>
          </p:nvSpPr>
          <p:spPr>
            <a:xfrm rot="5400000">
              <a:off x="7982356" y="2925956"/>
              <a:ext cx="327121" cy="5657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82ADFA86-C21A-9E4F-A2F0-9B8EDFB0F8EB}"/>
                </a:ext>
              </a:extLst>
            </p:cNvPr>
            <p:cNvSpPr/>
            <p:nvPr/>
          </p:nvSpPr>
          <p:spPr>
            <a:xfrm rot="5400000">
              <a:off x="7968555" y="4275031"/>
              <a:ext cx="327121" cy="5657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CD3B0B70-F0BE-F483-5704-5E4EE5734E59}"/>
                </a:ext>
              </a:extLst>
            </p:cNvPr>
            <p:cNvSpPr/>
            <p:nvPr/>
          </p:nvSpPr>
          <p:spPr>
            <a:xfrm rot="5400000">
              <a:off x="7917097" y="1849760"/>
              <a:ext cx="327121" cy="5657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2" name="Group 441">
              <a:extLst>
                <a:ext uri="{FF2B5EF4-FFF2-40B4-BE49-F238E27FC236}">
                  <a16:creationId xmlns:a16="http://schemas.microsoft.com/office/drawing/2014/main" id="{B5C82EAD-CAEF-CE51-252B-15FF3B605C2D}"/>
                </a:ext>
              </a:extLst>
            </p:cNvPr>
            <p:cNvGrpSpPr/>
            <p:nvPr/>
          </p:nvGrpSpPr>
          <p:grpSpPr>
            <a:xfrm rot="5400000">
              <a:off x="7262969" y="1945023"/>
              <a:ext cx="45719" cy="375264"/>
              <a:chOff x="6686062" y="3899868"/>
              <a:chExt cx="74130" cy="410527"/>
            </a:xfrm>
          </p:grpSpPr>
          <p:sp>
            <p:nvSpPr>
              <p:cNvPr id="433" name="Rounded Rectangle 432">
                <a:extLst>
                  <a:ext uri="{FF2B5EF4-FFF2-40B4-BE49-F238E27FC236}">
                    <a16:creationId xmlns:a16="http://schemas.microsoft.com/office/drawing/2014/main" id="{0033673F-D617-B6CC-542C-C44E16ABDBF1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4" name="Rounded Rectangle 433">
                <a:extLst>
                  <a:ext uri="{FF2B5EF4-FFF2-40B4-BE49-F238E27FC236}">
                    <a16:creationId xmlns:a16="http://schemas.microsoft.com/office/drawing/2014/main" id="{DD48D370-FA6F-E990-96E8-1D6DC9F28ADA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ounded Rectangle 434">
                <a:extLst>
                  <a:ext uri="{FF2B5EF4-FFF2-40B4-BE49-F238E27FC236}">
                    <a16:creationId xmlns:a16="http://schemas.microsoft.com/office/drawing/2014/main" id="{7CEA87A7-088E-C222-0966-E7A9754C88E1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ounded Rectangle 435">
                <a:extLst>
                  <a:ext uri="{FF2B5EF4-FFF2-40B4-BE49-F238E27FC236}">
                    <a16:creationId xmlns:a16="http://schemas.microsoft.com/office/drawing/2014/main" id="{7814164A-108F-4314-5366-91B8C737D178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ounded Rectangle 436">
                <a:extLst>
                  <a:ext uri="{FF2B5EF4-FFF2-40B4-BE49-F238E27FC236}">
                    <a16:creationId xmlns:a16="http://schemas.microsoft.com/office/drawing/2014/main" id="{5BD730EA-805A-8443-923E-7A8D7659B35A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1" name="Straight Connector 440">
                <a:extLst>
                  <a:ext uri="{FF2B5EF4-FFF2-40B4-BE49-F238E27FC236}">
                    <a16:creationId xmlns:a16="http://schemas.microsoft.com/office/drawing/2014/main" id="{3D46D83B-FCA3-964A-4647-03627019C2F8}"/>
                  </a:ext>
                </a:extLst>
              </p:cNvPr>
              <p:cNvCxnSpPr>
                <a:cxnSpLocks/>
                <a:stCxn id="433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46745F74-0E54-8D87-0D84-F12D6BCDDF1F}"/>
                </a:ext>
              </a:extLst>
            </p:cNvPr>
            <p:cNvGrpSpPr/>
            <p:nvPr/>
          </p:nvGrpSpPr>
          <p:grpSpPr>
            <a:xfrm rot="5400000">
              <a:off x="7246653" y="2271778"/>
              <a:ext cx="45719" cy="375264"/>
              <a:chOff x="6686062" y="3899868"/>
              <a:chExt cx="74130" cy="410527"/>
            </a:xfrm>
          </p:grpSpPr>
          <p:sp>
            <p:nvSpPr>
              <p:cNvPr id="453" name="Rounded Rectangle 452">
                <a:extLst>
                  <a:ext uri="{FF2B5EF4-FFF2-40B4-BE49-F238E27FC236}">
                    <a16:creationId xmlns:a16="http://schemas.microsoft.com/office/drawing/2014/main" id="{B4E32B6A-BEA4-3711-34D4-EAFC06CE9315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Rounded Rectangle 453">
                <a:extLst>
                  <a:ext uri="{FF2B5EF4-FFF2-40B4-BE49-F238E27FC236}">
                    <a16:creationId xmlns:a16="http://schemas.microsoft.com/office/drawing/2014/main" id="{35E3374D-2D99-DA32-9CFE-09A07A963DDA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5" name="Rounded Rectangle 454">
                <a:extLst>
                  <a:ext uri="{FF2B5EF4-FFF2-40B4-BE49-F238E27FC236}">
                    <a16:creationId xmlns:a16="http://schemas.microsoft.com/office/drawing/2014/main" id="{1C61A03F-AFA2-E879-1835-12FEE200F3FA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6" name="Rounded Rectangle 455">
                <a:extLst>
                  <a:ext uri="{FF2B5EF4-FFF2-40B4-BE49-F238E27FC236}">
                    <a16:creationId xmlns:a16="http://schemas.microsoft.com/office/drawing/2014/main" id="{AF3114BF-2E23-506D-B9EF-0D615FD7EB57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ounded Rectangle 456">
                <a:extLst>
                  <a:ext uri="{FF2B5EF4-FFF2-40B4-BE49-F238E27FC236}">
                    <a16:creationId xmlns:a16="http://schemas.microsoft.com/office/drawing/2014/main" id="{CE41EDD3-651F-4DA1-1A0D-EFF80032CA3E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6EA776DC-76E1-7B9E-6EDC-5DCCDF53E292}"/>
                  </a:ext>
                </a:extLst>
              </p:cNvPr>
              <p:cNvCxnSpPr>
                <a:cxnSpLocks/>
                <a:stCxn id="453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9" name="Group 458">
              <a:extLst>
                <a:ext uri="{FF2B5EF4-FFF2-40B4-BE49-F238E27FC236}">
                  <a16:creationId xmlns:a16="http://schemas.microsoft.com/office/drawing/2014/main" id="{92999A12-1588-F453-98ED-6B86CE6BEB5F}"/>
                </a:ext>
              </a:extLst>
            </p:cNvPr>
            <p:cNvGrpSpPr/>
            <p:nvPr/>
          </p:nvGrpSpPr>
          <p:grpSpPr>
            <a:xfrm rot="5400000">
              <a:off x="7292693" y="2986115"/>
              <a:ext cx="45719" cy="375264"/>
              <a:chOff x="6686062" y="3899868"/>
              <a:chExt cx="74130" cy="410527"/>
            </a:xfrm>
          </p:grpSpPr>
          <p:sp>
            <p:nvSpPr>
              <p:cNvPr id="460" name="Rounded Rectangle 459">
                <a:extLst>
                  <a:ext uri="{FF2B5EF4-FFF2-40B4-BE49-F238E27FC236}">
                    <a16:creationId xmlns:a16="http://schemas.microsoft.com/office/drawing/2014/main" id="{B0EF5D4B-BF7C-975F-F730-33D3AC927926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Rounded Rectangle 460">
                <a:extLst>
                  <a:ext uri="{FF2B5EF4-FFF2-40B4-BE49-F238E27FC236}">
                    <a16:creationId xmlns:a16="http://schemas.microsoft.com/office/drawing/2014/main" id="{25078CB3-FBD1-B30A-49D5-AD9DA3F7566C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Rounded Rectangle 461">
                <a:extLst>
                  <a:ext uri="{FF2B5EF4-FFF2-40B4-BE49-F238E27FC236}">
                    <a16:creationId xmlns:a16="http://schemas.microsoft.com/office/drawing/2014/main" id="{B326322B-FB4F-2FD6-ABD4-0D2F377D92DF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Rounded Rectangle 462">
                <a:extLst>
                  <a:ext uri="{FF2B5EF4-FFF2-40B4-BE49-F238E27FC236}">
                    <a16:creationId xmlns:a16="http://schemas.microsoft.com/office/drawing/2014/main" id="{0C57577D-69D1-6BA0-3361-EBD3D7AE2B8B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4" name="Rounded Rectangle 463">
                <a:extLst>
                  <a:ext uri="{FF2B5EF4-FFF2-40B4-BE49-F238E27FC236}">
                    <a16:creationId xmlns:a16="http://schemas.microsoft.com/office/drawing/2014/main" id="{F2A230BF-AC9B-18AA-849C-F59B1C0EFAA2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072C060F-04E7-6276-C31C-9B2E9308CEDF}"/>
                  </a:ext>
                </a:extLst>
              </p:cNvPr>
              <p:cNvCxnSpPr>
                <a:cxnSpLocks/>
                <a:stCxn id="460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3775E42F-F63A-9ACD-1C76-D851CCB591F2}"/>
                </a:ext>
              </a:extLst>
            </p:cNvPr>
            <p:cNvGrpSpPr/>
            <p:nvPr/>
          </p:nvGrpSpPr>
          <p:grpSpPr>
            <a:xfrm rot="5400000">
              <a:off x="7286782" y="3284750"/>
              <a:ext cx="45719" cy="375264"/>
              <a:chOff x="6686062" y="3899868"/>
              <a:chExt cx="74130" cy="410527"/>
            </a:xfrm>
          </p:grpSpPr>
          <p:sp>
            <p:nvSpPr>
              <p:cNvPr id="467" name="Rounded Rectangle 466">
                <a:extLst>
                  <a:ext uri="{FF2B5EF4-FFF2-40B4-BE49-F238E27FC236}">
                    <a16:creationId xmlns:a16="http://schemas.microsoft.com/office/drawing/2014/main" id="{E1230512-5CFD-4885-5AD2-62F8102464D4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Rounded Rectangle 467">
                <a:extLst>
                  <a:ext uri="{FF2B5EF4-FFF2-40B4-BE49-F238E27FC236}">
                    <a16:creationId xmlns:a16="http://schemas.microsoft.com/office/drawing/2014/main" id="{D7B9A7DC-9248-AA4C-0B3D-4AA51F15641D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Rounded Rectangle 468">
                <a:extLst>
                  <a:ext uri="{FF2B5EF4-FFF2-40B4-BE49-F238E27FC236}">
                    <a16:creationId xmlns:a16="http://schemas.microsoft.com/office/drawing/2014/main" id="{A9BD8A7E-C01C-5963-1B44-0FB8A03BB0A2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ounded Rectangle 469">
                <a:extLst>
                  <a:ext uri="{FF2B5EF4-FFF2-40B4-BE49-F238E27FC236}">
                    <a16:creationId xmlns:a16="http://schemas.microsoft.com/office/drawing/2014/main" id="{FF8FCD62-823D-2568-DADA-833F53379D88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ounded Rectangle 470">
                <a:extLst>
                  <a:ext uri="{FF2B5EF4-FFF2-40B4-BE49-F238E27FC236}">
                    <a16:creationId xmlns:a16="http://schemas.microsoft.com/office/drawing/2014/main" id="{A45F346B-AE4C-991F-7710-F55E6BB1B350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B95F6177-FFBB-E432-D1F3-B9CF0C911FC4}"/>
                  </a:ext>
                </a:extLst>
              </p:cNvPr>
              <p:cNvCxnSpPr>
                <a:cxnSpLocks/>
                <a:stCxn id="467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CDCA654A-8EF7-96F1-5C79-663C07D60171}"/>
                </a:ext>
              </a:extLst>
            </p:cNvPr>
            <p:cNvGrpSpPr/>
            <p:nvPr/>
          </p:nvGrpSpPr>
          <p:grpSpPr>
            <a:xfrm rot="5400000">
              <a:off x="7275117" y="3585478"/>
              <a:ext cx="45719" cy="375264"/>
              <a:chOff x="6686062" y="3899868"/>
              <a:chExt cx="74130" cy="410527"/>
            </a:xfrm>
          </p:grpSpPr>
          <p:sp>
            <p:nvSpPr>
              <p:cNvPr id="474" name="Rounded Rectangle 473">
                <a:extLst>
                  <a:ext uri="{FF2B5EF4-FFF2-40B4-BE49-F238E27FC236}">
                    <a16:creationId xmlns:a16="http://schemas.microsoft.com/office/drawing/2014/main" id="{359D82B0-E620-1122-97B2-58BA81BB90EC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Rounded Rectangle 474">
                <a:extLst>
                  <a:ext uri="{FF2B5EF4-FFF2-40B4-BE49-F238E27FC236}">
                    <a16:creationId xmlns:a16="http://schemas.microsoft.com/office/drawing/2014/main" id="{654DD874-4CE8-6A55-17ED-BFC622FB732B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ounded Rectangle 475">
                <a:extLst>
                  <a:ext uri="{FF2B5EF4-FFF2-40B4-BE49-F238E27FC236}">
                    <a16:creationId xmlns:a16="http://schemas.microsoft.com/office/drawing/2014/main" id="{8908EF51-E5D5-E948-9FD3-C3717992CAF9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Rounded Rectangle 476">
                <a:extLst>
                  <a:ext uri="{FF2B5EF4-FFF2-40B4-BE49-F238E27FC236}">
                    <a16:creationId xmlns:a16="http://schemas.microsoft.com/office/drawing/2014/main" id="{52261F12-9884-BC98-C9E8-62AA7954D47E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8" name="Rounded Rectangle 477">
                <a:extLst>
                  <a:ext uri="{FF2B5EF4-FFF2-40B4-BE49-F238E27FC236}">
                    <a16:creationId xmlns:a16="http://schemas.microsoft.com/office/drawing/2014/main" id="{F359F156-23C2-35C1-D064-C50C39939051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E1612FFA-807A-4FCF-09C9-BD5C37531590}"/>
                  </a:ext>
                </a:extLst>
              </p:cNvPr>
              <p:cNvCxnSpPr>
                <a:cxnSpLocks/>
                <a:stCxn id="474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655698CE-80FA-8626-F452-65708AA84440}"/>
                </a:ext>
              </a:extLst>
            </p:cNvPr>
            <p:cNvGrpSpPr/>
            <p:nvPr/>
          </p:nvGrpSpPr>
          <p:grpSpPr>
            <a:xfrm rot="5400000">
              <a:off x="7281117" y="4401938"/>
              <a:ext cx="45719" cy="375264"/>
              <a:chOff x="6686062" y="3899868"/>
              <a:chExt cx="74130" cy="410527"/>
            </a:xfrm>
          </p:grpSpPr>
          <p:sp>
            <p:nvSpPr>
              <p:cNvPr id="481" name="Rounded Rectangle 480">
                <a:extLst>
                  <a:ext uri="{FF2B5EF4-FFF2-40B4-BE49-F238E27FC236}">
                    <a16:creationId xmlns:a16="http://schemas.microsoft.com/office/drawing/2014/main" id="{13389BCA-861A-B760-A24F-8655224D0052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Rounded Rectangle 481">
                <a:extLst>
                  <a:ext uri="{FF2B5EF4-FFF2-40B4-BE49-F238E27FC236}">
                    <a16:creationId xmlns:a16="http://schemas.microsoft.com/office/drawing/2014/main" id="{42CF994B-8626-D33B-67D5-E2AEE6CFD66A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Rounded Rectangle 482">
                <a:extLst>
                  <a:ext uri="{FF2B5EF4-FFF2-40B4-BE49-F238E27FC236}">
                    <a16:creationId xmlns:a16="http://schemas.microsoft.com/office/drawing/2014/main" id="{D46A7E1B-179F-423E-E161-1BA2ABF66CEF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Rounded Rectangle 483">
                <a:extLst>
                  <a:ext uri="{FF2B5EF4-FFF2-40B4-BE49-F238E27FC236}">
                    <a16:creationId xmlns:a16="http://schemas.microsoft.com/office/drawing/2014/main" id="{760A084C-E686-1F48-001D-C3BB2E5CDE83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Rounded Rectangle 484">
                <a:extLst>
                  <a:ext uri="{FF2B5EF4-FFF2-40B4-BE49-F238E27FC236}">
                    <a16:creationId xmlns:a16="http://schemas.microsoft.com/office/drawing/2014/main" id="{A7674716-27AB-F62D-8843-38BA462CA6E3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BA4176E9-F272-EE08-D86B-7BFDFD491996}"/>
                  </a:ext>
                </a:extLst>
              </p:cNvPr>
              <p:cNvCxnSpPr>
                <a:cxnSpLocks/>
                <a:stCxn id="481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7" name="Group 486">
              <a:extLst>
                <a:ext uri="{FF2B5EF4-FFF2-40B4-BE49-F238E27FC236}">
                  <a16:creationId xmlns:a16="http://schemas.microsoft.com/office/drawing/2014/main" id="{D7E6EC7C-33A5-F4FF-674C-F503F55F4408}"/>
                </a:ext>
              </a:extLst>
            </p:cNvPr>
            <p:cNvGrpSpPr/>
            <p:nvPr/>
          </p:nvGrpSpPr>
          <p:grpSpPr>
            <a:xfrm rot="5400000">
              <a:off x="7270171" y="4967357"/>
              <a:ext cx="45719" cy="375264"/>
              <a:chOff x="6686062" y="3899868"/>
              <a:chExt cx="74130" cy="410527"/>
            </a:xfrm>
          </p:grpSpPr>
          <p:sp>
            <p:nvSpPr>
              <p:cNvPr id="488" name="Rounded Rectangle 487">
                <a:extLst>
                  <a:ext uri="{FF2B5EF4-FFF2-40B4-BE49-F238E27FC236}">
                    <a16:creationId xmlns:a16="http://schemas.microsoft.com/office/drawing/2014/main" id="{3574F32C-561E-589E-0939-46918D65197A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ounded Rectangle 488">
                <a:extLst>
                  <a:ext uri="{FF2B5EF4-FFF2-40B4-BE49-F238E27FC236}">
                    <a16:creationId xmlns:a16="http://schemas.microsoft.com/office/drawing/2014/main" id="{005FFA0E-ACFC-6F66-1F93-05D472ADC6FC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ounded Rectangle 489">
                <a:extLst>
                  <a:ext uri="{FF2B5EF4-FFF2-40B4-BE49-F238E27FC236}">
                    <a16:creationId xmlns:a16="http://schemas.microsoft.com/office/drawing/2014/main" id="{BA602CEC-AEED-C59B-B20F-FA82907AECDC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ounded Rectangle 490">
                <a:extLst>
                  <a:ext uri="{FF2B5EF4-FFF2-40B4-BE49-F238E27FC236}">
                    <a16:creationId xmlns:a16="http://schemas.microsoft.com/office/drawing/2014/main" id="{02C74611-578B-E2AA-F517-C388D6F7E617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Rounded Rectangle 491">
                <a:extLst>
                  <a:ext uri="{FF2B5EF4-FFF2-40B4-BE49-F238E27FC236}">
                    <a16:creationId xmlns:a16="http://schemas.microsoft.com/office/drawing/2014/main" id="{5DDFAD56-A1EF-6848-F484-73D5ECB8A88D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3" name="Straight Connector 492">
                <a:extLst>
                  <a:ext uri="{FF2B5EF4-FFF2-40B4-BE49-F238E27FC236}">
                    <a16:creationId xmlns:a16="http://schemas.microsoft.com/office/drawing/2014/main" id="{411F49D1-8492-A055-C1AE-F7E974FDA1E1}"/>
                  </a:ext>
                </a:extLst>
              </p:cNvPr>
              <p:cNvCxnSpPr>
                <a:cxnSpLocks/>
                <a:stCxn id="488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1" name="Down Arrow 500">
              <a:extLst>
                <a:ext uri="{FF2B5EF4-FFF2-40B4-BE49-F238E27FC236}">
                  <a16:creationId xmlns:a16="http://schemas.microsoft.com/office/drawing/2014/main" id="{8800B17A-3858-ECC4-256B-092C24A2058D}"/>
                </a:ext>
              </a:extLst>
            </p:cNvPr>
            <p:cNvSpPr/>
            <p:nvPr/>
          </p:nvSpPr>
          <p:spPr>
            <a:xfrm rot="16398758">
              <a:off x="9050510" y="3414009"/>
              <a:ext cx="176985" cy="944688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Down Arrow 501">
              <a:extLst>
                <a:ext uri="{FF2B5EF4-FFF2-40B4-BE49-F238E27FC236}">
                  <a16:creationId xmlns:a16="http://schemas.microsoft.com/office/drawing/2014/main" id="{EA16D8B4-019E-08D0-5A59-B74DB30043F2}"/>
                </a:ext>
              </a:extLst>
            </p:cNvPr>
            <p:cNvSpPr/>
            <p:nvPr/>
          </p:nvSpPr>
          <p:spPr>
            <a:xfrm rot="16398758">
              <a:off x="7634698" y="3538799"/>
              <a:ext cx="162427" cy="344503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86" name="Group 985">
              <a:extLst>
                <a:ext uri="{FF2B5EF4-FFF2-40B4-BE49-F238E27FC236}">
                  <a16:creationId xmlns:a16="http://schemas.microsoft.com/office/drawing/2014/main" id="{04CDC350-DD58-D4BF-8EEE-FAEF69C8E9A4}"/>
                </a:ext>
              </a:extLst>
            </p:cNvPr>
            <p:cNvGrpSpPr/>
            <p:nvPr/>
          </p:nvGrpSpPr>
          <p:grpSpPr>
            <a:xfrm>
              <a:off x="7886378" y="4866359"/>
              <a:ext cx="714579" cy="561864"/>
              <a:chOff x="10309720" y="4212349"/>
              <a:chExt cx="714579" cy="561864"/>
            </a:xfrm>
          </p:grpSpPr>
          <p:sp>
            <p:nvSpPr>
              <p:cNvPr id="578" name="Oval 577">
                <a:extLst>
                  <a:ext uri="{FF2B5EF4-FFF2-40B4-BE49-F238E27FC236}">
                    <a16:creationId xmlns:a16="http://schemas.microsoft.com/office/drawing/2014/main" id="{33F5908B-0DC5-3828-6FF3-5FB40C2EC90D}"/>
                  </a:ext>
                </a:extLst>
              </p:cNvPr>
              <p:cNvSpPr/>
              <p:nvPr/>
            </p:nvSpPr>
            <p:spPr>
              <a:xfrm rot="5400000">
                <a:off x="10386078" y="4135991"/>
                <a:ext cx="561864" cy="71457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79" name="Group 578">
                <a:extLst>
                  <a:ext uri="{FF2B5EF4-FFF2-40B4-BE49-F238E27FC236}">
                    <a16:creationId xmlns:a16="http://schemas.microsoft.com/office/drawing/2014/main" id="{9A35E5C7-2FA3-A869-31AF-90DBAEB4E6B1}"/>
                  </a:ext>
                </a:extLst>
              </p:cNvPr>
              <p:cNvGrpSpPr/>
              <p:nvPr/>
            </p:nvGrpSpPr>
            <p:grpSpPr>
              <a:xfrm rot="20357241">
                <a:off x="10503199" y="4236927"/>
                <a:ext cx="45719" cy="375264"/>
                <a:chOff x="6686062" y="3899868"/>
                <a:chExt cx="74130" cy="410527"/>
              </a:xfrm>
            </p:grpSpPr>
            <p:sp>
              <p:nvSpPr>
                <p:cNvPr id="640" name="Rounded Rectangle 639">
                  <a:extLst>
                    <a:ext uri="{FF2B5EF4-FFF2-40B4-BE49-F238E27FC236}">
                      <a16:creationId xmlns:a16="http://schemas.microsoft.com/office/drawing/2014/main" id="{797B6FB6-7331-F787-248F-A0FC6D25DBC0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1" name="Rounded Rectangle 640">
                  <a:extLst>
                    <a:ext uri="{FF2B5EF4-FFF2-40B4-BE49-F238E27FC236}">
                      <a16:creationId xmlns:a16="http://schemas.microsoft.com/office/drawing/2014/main" id="{E465139E-C5B7-BFFA-BCCA-1675F6E2A948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2" name="Rounded Rectangle 641">
                  <a:extLst>
                    <a:ext uri="{FF2B5EF4-FFF2-40B4-BE49-F238E27FC236}">
                      <a16:creationId xmlns:a16="http://schemas.microsoft.com/office/drawing/2014/main" id="{B4C5A638-0DA5-A505-F089-CCB4CE7D2CBA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3" name="Rounded Rectangle 642">
                  <a:extLst>
                    <a:ext uri="{FF2B5EF4-FFF2-40B4-BE49-F238E27FC236}">
                      <a16:creationId xmlns:a16="http://schemas.microsoft.com/office/drawing/2014/main" id="{2D46374F-B3C2-6BB2-2DF9-21E34753ED84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4" name="Rounded Rectangle 643">
                  <a:extLst>
                    <a:ext uri="{FF2B5EF4-FFF2-40B4-BE49-F238E27FC236}">
                      <a16:creationId xmlns:a16="http://schemas.microsoft.com/office/drawing/2014/main" id="{AF35A618-7DE7-B6C3-4BAA-C89A35DF0835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45" name="Straight Connector 644">
                  <a:extLst>
                    <a:ext uri="{FF2B5EF4-FFF2-40B4-BE49-F238E27FC236}">
                      <a16:creationId xmlns:a16="http://schemas.microsoft.com/office/drawing/2014/main" id="{EF4A25D2-19BD-026E-A6CB-AABD739C85D4}"/>
                    </a:ext>
                  </a:extLst>
                </p:cNvPr>
                <p:cNvCxnSpPr>
                  <a:cxnSpLocks/>
                  <a:stCxn id="640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C999FCFD-72A5-065A-04DC-1BA71BCAC904}"/>
                  </a:ext>
                </a:extLst>
              </p:cNvPr>
              <p:cNvGrpSpPr/>
              <p:nvPr/>
            </p:nvGrpSpPr>
            <p:grpSpPr>
              <a:xfrm rot="9928240" flipH="1" flipV="1">
                <a:off x="10452295" y="4362413"/>
                <a:ext cx="144704" cy="348791"/>
                <a:chOff x="8901293" y="933753"/>
                <a:chExt cx="2135899" cy="5148330"/>
              </a:xfrm>
              <a:solidFill>
                <a:srgbClr val="FFFF00"/>
              </a:solidFill>
            </p:grpSpPr>
            <p:grpSp>
              <p:nvGrpSpPr>
                <p:cNvPr id="581" name="Group 580">
                  <a:extLst>
                    <a:ext uri="{FF2B5EF4-FFF2-40B4-BE49-F238E27FC236}">
                      <a16:creationId xmlns:a16="http://schemas.microsoft.com/office/drawing/2014/main" id="{8D9D28CF-A29C-69EA-608D-BF31267DCE32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616" name="Group 615">
                    <a:extLst>
                      <a:ext uri="{FF2B5EF4-FFF2-40B4-BE49-F238E27FC236}">
                        <a16:creationId xmlns:a16="http://schemas.microsoft.com/office/drawing/2014/main" id="{78BD99E5-8C76-ACAD-89DB-843EF3416B7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630" name="Oval 629">
                      <a:extLst>
                        <a:ext uri="{FF2B5EF4-FFF2-40B4-BE49-F238E27FC236}">
                          <a16:creationId xmlns:a16="http://schemas.microsoft.com/office/drawing/2014/main" id="{98F65FF4-A141-8879-59D5-8863D377341D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31" name="Group 630">
                      <a:extLst>
                        <a:ext uri="{FF2B5EF4-FFF2-40B4-BE49-F238E27FC236}">
                          <a16:creationId xmlns:a16="http://schemas.microsoft.com/office/drawing/2014/main" id="{3B230482-9094-6EA7-40B9-C4C90AED05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632" name="Oval 631">
                        <a:extLst>
                          <a:ext uri="{FF2B5EF4-FFF2-40B4-BE49-F238E27FC236}">
                            <a16:creationId xmlns:a16="http://schemas.microsoft.com/office/drawing/2014/main" id="{73D02FBC-60AB-BC7A-F862-D4E8D848AEC1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33" name="Oval 632">
                        <a:extLst>
                          <a:ext uri="{FF2B5EF4-FFF2-40B4-BE49-F238E27FC236}">
                            <a16:creationId xmlns:a16="http://schemas.microsoft.com/office/drawing/2014/main" id="{D907D86D-D7AA-B21B-ADD3-D179D97F9413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34" name="Oval 633">
                        <a:extLst>
                          <a:ext uri="{FF2B5EF4-FFF2-40B4-BE49-F238E27FC236}">
                            <a16:creationId xmlns:a16="http://schemas.microsoft.com/office/drawing/2014/main" id="{AE64DFAF-AF11-BC47-005D-F7FBEDE506C4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35" name="Oval 634">
                        <a:extLst>
                          <a:ext uri="{FF2B5EF4-FFF2-40B4-BE49-F238E27FC236}">
                            <a16:creationId xmlns:a16="http://schemas.microsoft.com/office/drawing/2014/main" id="{65753C56-6D8B-138F-1646-6BB87C9E5BAD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36" name="Arc 635">
                        <a:extLst>
                          <a:ext uri="{FF2B5EF4-FFF2-40B4-BE49-F238E27FC236}">
                            <a16:creationId xmlns:a16="http://schemas.microsoft.com/office/drawing/2014/main" id="{2EA6D193-9679-CDBB-58DA-46639DB258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37" name="Oval 636">
                        <a:extLst>
                          <a:ext uri="{FF2B5EF4-FFF2-40B4-BE49-F238E27FC236}">
                            <a16:creationId xmlns:a16="http://schemas.microsoft.com/office/drawing/2014/main" id="{75F164F4-9DBF-1D3F-F6BA-5930C8EF37BF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38" name="Arc 637">
                        <a:extLst>
                          <a:ext uri="{FF2B5EF4-FFF2-40B4-BE49-F238E27FC236}">
                            <a16:creationId xmlns:a16="http://schemas.microsoft.com/office/drawing/2014/main" id="{FB9D23DB-3FB6-106C-0533-73AE35A8EA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39" name="Arc 638">
                        <a:extLst>
                          <a:ext uri="{FF2B5EF4-FFF2-40B4-BE49-F238E27FC236}">
                            <a16:creationId xmlns:a16="http://schemas.microsoft.com/office/drawing/2014/main" id="{76710821-363F-F98D-E596-9FC3C056D070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617" name="Group 616">
                    <a:extLst>
                      <a:ext uri="{FF2B5EF4-FFF2-40B4-BE49-F238E27FC236}">
                        <a16:creationId xmlns:a16="http://schemas.microsoft.com/office/drawing/2014/main" id="{458D0ED5-4AF9-34F8-3B16-7E3B5D08AB5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620" name="Oval 619">
                      <a:extLst>
                        <a:ext uri="{FF2B5EF4-FFF2-40B4-BE49-F238E27FC236}">
                          <a16:creationId xmlns:a16="http://schemas.microsoft.com/office/drawing/2014/main" id="{0B4DAE05-68DB-6676-0CFB-65E6F1E82A2F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21" name="Group 620">
                      <a:extLst>
                        <a:ext uri="{FF2B5EF4-FFF2-40B4-BE49-F238E27FC236}">
                          <a16:creationId xmlns:a16="http://schemas.microsoft.com/office/drawing/2014/main" id="{F782B48F-1D03-6783-6AA3-CA95E13C01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622" name="Oval 621">
                        <a:extLst>
                          <a:ext uri="{FF2B5EF4-FFF2-40B4-BE49-F238E27FC236}">
                            <a16:creationId xmlns:a16="http://schemas.microsoft.com/office/drawing/2014/main" id="{4B0128FF-A641-A6EB-A314-1B87480E1C7C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23" name="Oval 622">
                        <a:extLst>
                          <a:ext uri="{FF2B5EF4-FFF2-40B4-BE49-F238E27FC236}">
                            <a16:creationId xmlns:a16="http://schemas.microsoft.com/office/drawing/2014/main" id="{84717D26-39CB-FAD7-DBF0-47CCCDCA24F5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24" name="Oval 623">
                        <a:extLst>
                          <a:ext uri="{FF2B5EF4-FFF2-40B4-BE49-F238E27FC236}">
                            <a16:creationId xmlns:a16="http://schemas.microsoft.com/office/drawing/2014/main" id="{4AF66E8C-D1CD-4CBB-C6F0-85E6CE664CE8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25" name="Oval 624">
                        <a:extLst>
                          <a:ext uri="{FF2B5EF4-FFF2-40B4-BE49-F238E27FC236}">
                            <a16:creationId xmlns:a16="http://schemas.microsoft.com/office/drawing/2014/main" id="{DC5965AA-9217-7513-CC41-A04A94A137FF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26" name="Arc 625">
                        <a:extLst>
                          <a:ext uri="{FF2B5EF4-FFF2-40B4-BE49-F238E27FC236}">
                            <a16:creationId xmlns:a16="http://schemas.microsoft.com/office/drawing/2014/main" id="{F94CBE05-0B07-F3AD-3E94-41DAA2045B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27" name="Oval 626">
                        <a:extLst>
                          <a:ext uri="{FF2B5EF4-FFF2-40B4-BE49-F238E27FC236}">
                            <a16:creationId xmlns:a16="http://schemas.microsoft.com/office/drawing/2014/main" id="{F919F47F-87B8-167C-5B6E-AC8C443BEBC9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28" name="Arc 627">
                        <a:extLst>
                          <a:ext uri="{FF2B5EF4-FFF2-40B4-BE49-F238E27FC236}">
                            <a16:creationId xmlns:a16="http://schemas.microsoft.com/office/drawing/2014/main" id="{58E29337-1AED-36D7-CCD6-D84EC65E64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29" name="Arc 628">
                        <a:extLst>
                          <a:ext uri="{FF2B5EF4-FFF2-40B4-BE49-F238E27FC236}">
                            <a16:creationId xmlns:a16="http://schemas.microsoft.com/office/drawing/2014/main" id="{8E1B761D-EAD6-B3EE-4A2C-27A25F8E5CE4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618" name="Straight Connector 617">
                    <a:extLst>
                      <a:ext uri="{FF2B5EF4-FFF2-40B4-BE49-F238E27FC236}">
                        <a16:creationId xmlns:a16="http://schemas.microsoft.com/office/drawing/2014/main" id="{7F6D0B80-E4BE-C668-0C65-0B2831E1934D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9" name="Straight Connector 618">
                    <a:extLst>
                      <a:ext uri="{FF2B5EF4-FFF2-40B4-BE49-F238E27FC236}">
                        <a16:creationId xmlns:a16="http://schemas.microsoft.com/office/drawing/2014/main" id="{7C11DE65-14F3-5107-BCEC-7DA9246C353E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2" name="Group 581">
                  <a:extLst>
                    <a:ext uri="{FF2B5EF4-FFF2-40B4-BE49-F238E27FC236}">
                      <a16:creationId xmlns:a16="http://schemas.microsoft.com/office/drawing/2014/main" id="{F6F89802-337A-479C-0AE2-50A27C9A07EA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592" name="Group 591">
                    <a:extLst>
                      <a:ext uri="{FF2B5EF4-FFF2-40B4-BE49-F238E27FC236}">
                        <a16:creationId xmlns:a16="http://schemas.microsoft.com/office/drawing/2014/main" id="{B76F3F51-6564-64C9-5B41-0798461ED6C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606" name="Oval 605">
                      <a:extLst>
                        <a:ext uri="{FF2B5EF4-FFF2-40B4-BE49-F238E27FC236}">
                          <a16:creationId xmlns:a16="http://schemas.microsoft.com/office/drawing/2014/main" id="{9EF465E2-2EF6-F31C-1D05-D7575664C5DC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07" name="Group 606">
                      <a:extLst>
                        <a:ext uri="{FF2B5EF4-FFF2-40B4-BE49-F238E27FC236}">
                          <a16:creationId xmlns:a16="http://schemas.microsoft.com/office/drawing/2014/main" id="{66ABC639-6566-71EF-84E0-8A2F534B9A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608" name="Oval 607">
                        <a:extLst>
                          <a:ext uri="{FF2B5EF4-FFF2-40B4-BE49-F238E27FC236}">
                            <a16:creationId xmlns:a16="http://schemas.microsoft.com/office/drawing/2014/main" id="{DA8B8661-557D-8AAF-9D17-2B022A5A5F1E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09" name="Oval 608">
                        <a:extLst>
                          <a:ext uri="{FF2B5EF4-FFF2-40B4-BE49-F238E27FC236}">
                            <a16:creationId xmlns:a16="http://schemas.microsoft.com/office/drawing/2014/main" id="{CDFEEA6F-3A58-3D8F-DD39-0092F0DBD35C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10" name="Oval 609">
                        <a:extLst>
                          <a:ext uri="{FF2B5EF4-FFF2-40B4-BE49-F238E27FC236}">
                            <a16:creationId xmlns:a16="http://schemas.microsoft.com/office/drawing/2014/main" id="{26714772-8F83-8323-10D4-8B5FE31CE5DF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11" name="Oval 610">
                        <a:extLst>
                          <a:ext uri="{FF2B5EF4-FFF2-40B4-BE49-F238E27FC236}">
                            <a16:creationId xmlns:a16="http://schemas.microsoft.com/office/drawing/2014/main" id="{9C6D5F80-2095-C837-080B-034B922EE856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12" name="Arc 611">
                        <a:extLst>
                          <a:ext uri="{FF2B5EF4-FFF2-40B4-BE49-F238E27FC236}">
                            <a16:creationId xmlns:a16="http://schemas.microsoft.com/office/drawing/2014/main" id="{648BDB06-3C9F-6D47-AE58-399916ABF4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13" name="Oval 612">
                        <a:extLst>
                          <a:ext uri="{FF2B5EF4-FFF2-40B4-BE49-F238E27FC236}">
                            <a16:creationId xmlns:a16="http://schemas.microsoft.com/office/drawing/2014/main" id="{65BC84BB-79C0-9E43-6559-F3B9C34FC628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14" name="Arc 613">
                        <a:extLst>
                          <a:ext uri="{FF2B5EF4-FFF2-40B4-BE49-F238E27FC236}">
                            <a16:creationId xmlns:a16="http://schemas.microsoft.com/office/drawing/2014/main" id="{3F3FA1BE-3D10-BD8E-9BCE-0093771BF8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15" name="Arc 614">
                        <a:extLst>
                          <a:ext uri="{FF2B5EF4-FFF2-40B4-BE49-F238E27FC236}">
                            <a16:creationId xmlns:a16="http://schemas.microsoft.com/office/drawing/2014/main" id="{59538B69-649A-51EB-4529-A03871CA4C3D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593" name="Group 592">
                    <a:extLst>
                      <a:ext uri="{FF2B5EF4-FFF2-40B4-BE49-F238E27FC236}">
                        <a16:creationId xmlns:a16="http://schemas.microsoft.com/office/drawing/2014/main" id="{84D155ED-F45F-191F-1BAE-5A3AEBE6723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596" name="Oval 595">
                      <a:extLst>
                        <a:ext uri="{FF2B5EF4-FFF2-40B4-BE49-F238E27FC236}">
                          <a16:creationId xmlns:a16="http://schemas.microsoft.com/office/drawing/2014/main" id="{57A40C44-775D-F505-54F5-9A479DE76EC8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597" name="Group 596">
                      <a:extLst>
                        <a:ext uri="{FF2B5EF4-FFF2-40B4-BE49-F238E27FC236}">
                          <a16:creationId xmlns:a16="http://schemas.microsoft.com/office/drawing/2014/main" id="{B8FFA7ED-2AE3-70BB-16C3-C64FBC7354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598" name="Oval 597">
                        <a:extLst>
                          <a:ext uri="{FF2B5EF4-FFF2-40B4-BE49-F238E27FC236}">
                            <a16:creationId xmlns:a16="http://schemas.microsoft.com/office/drawing/2014/main" id="{E89154D7-CC6A-A3C8-B05D-5CAE87BCC5A1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599" name="Oval 598">
                        <a:extLst>
                          <a:ext uri="{FF2B5EF4-FFF2-40B4-BE49-F238E27FC236}">
                            <a16:creationId xmlns:a16="http://schemas.microsoft.com/office/drawing/2014/main" id="{4F3973CB-C5AD-EA0F-AF87-50EA57F31B4E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00" name="Oval 599">
                        <a:extLst>
                          <a:ext uri="{FF2B5EF4-FFF2-40B4-BE49-F238E27FC236}">
                            <a16:creationId xmlns:a16="http://schemas.microsoft.com/office/drawing/2014/main" id="{6239D7FC-2DB4-4120-3977-0336022692A9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01" name="Oval 600">
                        <a:extLst>
                          <a:ext uri="{FF2B5EF4-FFF2-40B4-BE49-F238E27FC236}">
                            <a16:creationId xmlns:a16="http://schemas.microsoft.com/office/drawing/2014/main" id="{FBA7A875-A27A-ECA2-8A6B-ACDFF36DDFE3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02" name="Arc 601">
                        <a:extLst>
                          <a:ext uri="{FF2B5EF4-FFF2-40B4-BE49-F238E27FC236}">
                            <a16:creationId xmlns:a16="http://schemas.microsoft.com/office/drawing/2014/main" id="{CD119D27-B488-29A6-EB1C-B4A07B34F7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03" name="Oval 602">
                        <a:extLst>
                          <a:ext uri="{FF2B5EF4-FFF2-40B4-BE49-F238E27FC236}">
                            <a16:creationId xmlns:a16="http://schemas.microsoft.com/office/drawing/2014/main" id="{F3C431C2-B30F-B150-D4E5-701FF77F6297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04" name="Arc 603">
                        <a:extLst>
                          <a:ext uri="{FF2B5EF4-FFF2-40B4-BE49-F238E27FC236}">
                            <a16:creationId xmlns:a16="http://schemas.microsoft.com/office/drawing/2014/main" id="{35DC3734-849A-AD3A-2AD5-6E4E9E7242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05" name="Arc 604">
                        <a:extLst>
                          <a:ext uri="{FF2B5EF4-FFF2-40B4-BE49-F238E27FC236}">
                            <a16:creationId xmlns:a16="http://schemas.microsoft.com/office/drawing/2014/main" id="{2F9BE7F7-3135-D8CD-399B-5912541E48CB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594" name="Straight Connector 593">
                    <a:extLst>
                      <a:ext uri="{FF2B5EF4-FFF2-40B4-BE49-F238E27FC236}">
                        <a16:creationId xmlns:a16="http://schemas.microsoft.com/office/drawing/2014/main" id="{187171BF-B274-F914-B038-391A23F761C1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5" name="Straight Connector 594">
                    <a:extLst>
                      <a:ext uri="{FF2B5EF4-FFF2-40B4-BE49-F238E27FC236}">
                        <a16:creationId xmlns:a16="http://schemas.microsoft.com/office/drawing/2014/main" id="{FFFADDAD-F53A-A8F7-7B8E-49A46D3F0F39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3" name="Group 582">
                  <a:extLst>
                    <a:ext uri="{FF2B5EF4-FFF2-40B4-BE49-F238E27FC236}">
                      <a16:creationId xmlns:a16="http://schemas.microsoft.com/office/drawing/2014/main" id="{8CCF3A24-8B73-8F98-4F62-4B0A247B7E01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584" name="Moon 583">
                    <a:extLst>
                      <a:ext uri="{FF2B5EF4-FFF2-40B4-BE49-F238E27FC236}">
                        <a16:creationId xmlns:a16="http://schemas.microsoft.com/office/drawing/2014/main" id="{83A20A7F-935A-8ADD-D9BE-AAF6F0A7EC4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5" name="Oval 584">
                    <a:extLst>
                      <a:ext uri="{FF2B5EF4-FFF2-40B4-BE49-F238E27FC236}">
                        <a16:creationId xmlns:a16="http://schemas.microsoft.com/office/drawing/2014/main" id="{FE4A41D7-2290-0368-B8B2-69A2DC210D8D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6" name="Oval 585">
                    <a:extLst>
                      <a:ext uri="{FF2B5EF4-FFF2-40B4-BE49-F238E27FC236}">
                        <a16:creationId xmlns:a16="http://schemas.microsoft.com/office/drawing/2014/main" id="{27F03489-7923-3595-5EED-83A6DA288DE0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7" name="Oval 586">
                    <a:extLst>
                      <a:ext uri="{FF2B5EF4-FFF2-40B4-BE49-F238E27FC236}">
                        <a16:creationId xmlns:a16="http://schemas.microsoft.com/office/drawing/2014/main" id="{B6690600-C86C-1A6B-C0CC-63D3AD86C68F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8" name="Oval 587">
                    <a:extLst>
                      <a:ext uri="{FF2B5EF4-FFF2-40B4-BE49-F238E27FC236}">
                        <a16:creationId xmlns:a16="http://schemas.microsoft.com/office/drawing/2014/main" id="{FCD92E4E-899A-8528-10BB-E1566267ECCE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9" name="Oval 588">
                    <a:extLst>
                      <a:ext uri="{FF2B5EF4-FFF2-40B4-BE49-F238E27FC236}">
                        <a16:creationId xmlns:a16="http://schemas.microsoft.com/office/drawing/2014/main" id="{D41112B9-E0FA-5528-AA46-20128A3C8918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0" name="Oval 589">
                    <a:extLst>
                      <a:ext uri="{FF2B5EF4-FFF2-40B4-BE49-F238E27FC236}">
                        <a16:creationId xmlns:a16="http://schemas.microsoft.com/office/drawing/2014/main" id="{8DAFA0AB-231B-B40D-A3B1-A63FEA29F06D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1" name="Oval 590">
                    <a:extLst>
                      <a:ext uri="{FF2B5EF4-FFF2-40B4-BE49-F238E27FC236}">
                        <a16:creationId xmlns:a16="http://schemas.microsoft.com/office/drawing/2014/main" id="{42FF814C-835A-7A26-7E20-87EB90322B4C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06" name="Group 705">
                <a:extLst>
                  <a:ext uri="{FF2B5EF4-FFF2-40B4-BE49-F238E27FC236}">
                    <a16:creationId xmlns:a16="http://schemas.microsoft.com/office/drawing/2014/main" id="{E4F6E526-6E74-0051-EB66-7A3C35F74577}"/>
                  </a:ext>
                </a:extLst>
              </p:cNvPr>
              <p:cNvGrpSpPr/>
              <p:nvPr/>
            </p:nvGrpSpPr>
            <p:grpSpPr>
              <a:xfrm rot="9179632">
                <a:off x="10779424" y="4378246"/>
                <a:ext cx="45719" cy="375264"/>
                <a:chOff x="6686062" y="3899868"/>
                <a:chExt cx="74130" cy="410527"/>
              </a:xfrm>
            </p:grpSpPr>
            <p:sp>
              <p:nvSpPr>
                <p:cNvPr id="707" name="Rounded Rectangle 706">
                  <a:extLst>
                    <a:ext uri="{FF2B5EF4-FFF2-40B4-BE49-F238E27FC236}">
                      <a16:creationId xmlns:a16="http://schemas.microsoft.com/office/drawing/2014/main" id="{BFA43988-A29B-AD1B-C12C-795181C6050E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8" name="Rounded Rectangle 707">
                  <a:extLst>
                    <a:ext uri="{FF2B5EF4-FFF2-40B4-BE49-F238E27FC236}">
                      <a16:creationId xmlns:a16="http://schemas.microsoft.com/office/drawing/2014/main" id="{433CBEA2-8F0B-6521-2E9B-364D37DD1050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9" name="Rounded Rectangle 708">
                  <a:extLst>
                    <a:ext uri="{FF2B5EF4-FFF2-40B4-BE49-F238E27FC236}">
                      <a16:creationId xmlns:a16="http://schemas.microsoft.com/office/drawing/2014/main" id="{7627C9F2-56AB-EC99-05F7-4CB8406EA625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0" name="Rounded Rectangle 709">
                  <a:extLst>
                    <a:ext uri="{FF2B5EF4-FFF2-40B4-BE49-F238E27FC236}">
                      <a16:creationId xmlns:a16="http://schemas.microsoft.com/office/drawing/2014/main" id="{53E4AA3E-8238-D861-4A74-2AA7C35D6514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1" name="Rounded Rectangle 710">
                  <a:extLst>
                    <a:ext uri="{FF2B5EF4-FFF2-40B4-BE49-F238E27FC236}">
                      <a16:creationId xmlns:a16="http://schemas.microsoft.com/office/drawing/2014/main" id="{A8B85AEC-3791-81AD-1E74-4E7151F3C296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12" name="Straight Connector 711">
                  <a:extLst>
                    <a:ext uri="{FF2B5EF4-FFF2-40B4-BE49-F238E27FC236}">
                      <a16:creationId xmlns:a16="http://schemas.microsoft.com/office/drawing/2014/main" id="{AAEAA644-FCD4-6BDD-5FEC-4BB97D1F3C93}"/>
                    </a:ext>
                  </a:extLst>
                </p:cNvPr>
                <p:cNvCxnSpPr>
                  <a:cxnSpLocks/>
                  <a:stCxn id="707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88CE7FAC-BEDD-7359-634B-04D55AFF8BBC}"/>
                  </a:ext>
                </a:extLst>
              </p:cNvPr>
              <p:cNvGrpSpPr/>
              <p:nvPr/>
            </p:nvGrpSpPr>
            <p:grpSpPr>
              <a:xfrm rot="9928240" flipH="1" flipV="1">
                <a:off x="10754194" y="4318884"/>
                <a:ext cx="144704" cy="348791"/>
                <a:chOff x="8901293" y="933753"/>
                <a:chExt cx="2135899" cy="5148330"/>
              </a:xfrm>
              <a:solidFill>
                <a:srgbClr val="0070C0"/>
              </a:solidFill>
            </p:grpSpPr>
            <p:grpSp>
              <p:nvGrpSpPr>
                <p:cNvPr id="647" name="Group 646">
                  <a:extLst>
                    <a:ext uri="{FF2B5EF4-FFF2-40B4-BE49-F238E27FC236}">
                      <a16:creationId xmlns:a16="http://schemas.microsoft.com/office/drawing/2014/main" id="{9E6191CE-3921-5BB5-1352-19CC48355D51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682" name="Group 681">
                    <a:extLst>
                      <a:ext uri="{FF2B5EF4-FFF2-40B4-BE49-F238E27FC236}">
                        <a16:creationId xmlns:a16="http://schemas.microsoft.com/office/drawing/2014/main" id="{0A47438D-1DD7-FB13-337E-DAD5A89E287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696" name="Oval 695">
                      <a:extLst>
                        <a:ext uri="{FF2B5EF4-FFF2-40B4-BE49-F238E27FC236}">
                          <a16:creationId xmlns:a16="http://schemas.microsoft.com/office/drawing/2014/main" id="{E7C1C379-F7FE-D092-4009-487606B65EC6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97" name="Group 696">
                      <a:extLst>
                        <a:ext uri="{FF2B5EF4-FFF2-40B4-BE49-F238E27FC236}">
                          <a16:creationId xmlns:a16="http://schemas.microsoft.com/office/drawing/2014/main" id="{296ED69D-C2CA-765C-A06C-BA67200406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698" name="Oval 697">
                        <a:extLst>
                          <a:ext uri="{FF2B5EF4-FFF2-40B4-BE49-F238E27FC236}">
                            <a16:creationId xmlns:a16="http://schemas.microsoft.com/office/drawing/2014/main" id="{DE423B3E-7D7A-90C8-4992-D8549B710253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99" name="Oval 698">
                        <a:extLst>
                          <a:ext uri="{FF2B5EF4-FFF2-40B4-BE49-F238E27FC236}">
                            <a16:creationId xmlns:a16="http://schemas.microsoft.com/office/drawing/2014/main" id="{947DFE52-871D-0F39-FD8D-825EECAAE1E2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00" name="Oval 699">
                        <a:extLst>
                          <a:ext uri="{FF2B5EF4-FFF2-40B4-BE49-F238E27FC236}">
                            <a16:creationId xmlns:a16="http://schemas.microsoft.com/office/drawing/2014/main" id="{CAEC4614-600D-B943-946B-4B8ED44ACEBE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01" name="Oval 700">
                        <a:extLst>
                          <a:ext uri="{FF2B5EF4-FFF2-40B4-BE49-F238E27FC236}">
                            <a16:creationId xmlns:a16="http://schemas.microsoft.com/office/drawing/2014/main" id="{1C173E98-B959-8F78-B583-281180DC9A28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02" name="Arc 701">
                        <a:extLst>
                          <a:ext uri="{FF2B5EF4-FFF2-40B4-BE49-F238E27FC236}">
                            <a16:creationId xmlns:a16="http://schemas.microsoft.com/office/drawing/2014/main" id="{D60CF856-B488-BE8F-A2A3-5FF23DF376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03" name="Oval 702">
                        <a:extLst>
                          <a:ext uri="{FF2B5EF4-FFF2-40B4-BE49-F238E27FC236}">
                            <a16:creationId xmlns:a16="http://schemas.microsoft.com/office/drawing/2014/main" id="{1E4614D5-26F2-9500-90CF-69B7AFC97373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04" name="Arc 703">
                        <a:extLst>
                          <a:ext uri="{FF2B5EF4-FFF2-40B4-BE49-F238E27FC236}">
                            <a16:creationId xmlns:a16="http://schemas.microsoft.com/office/drawing/2014/main" id="{973A4201-3FE9-9BBF-F22C-66D54A53E8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05" name="Arc 704">
                        <a:extLst>
                          <a:ext uri="{FF2B5EF4-FFF2-40B4-BE49-F238E27FC236}">
                            <a16:creationId xmlns:a16="http://schemas.microsoft.com/office/drawing/2014/main" id="{A1CD676D-7655-13A7-101C-5D840BCEB5D3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683" name="Group 682">
                    <a:extLst>
                      <a:ext uri="{FF2B5EF4-FFF2-40B4-BE49-F238E27FC236}">
                        <a16:creationId xmlns:a16="http://schemas.microsoft.com/office/drawing/2014/main" id="{13566355-2909-250B-9059-FED398A3588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686" name="Oval 685">
                      <a:extLst>
                        <a:ext uri="{FF2B5EF4-FFF2-40B4-BE49-F238E27FC236}">
                          <a16:creationId xmlns:a16="http://schemas.microsoft.com/office/drawing/2014/main" id="{DF013B69-4720-FD1B-5718-E6FD12AF4C8D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87" name="Group 686">
                      <a:extLst>
                        <a:ext uri="{FF2B5EF4-FFF2-40B4-BE49-F238E27FC236}">
                          <a16:creationId xmlns:a16="http://schemas.microsoft.com/office/drawing/2014/main" id="{C80E084D-44AD-6F8B-330B-E681446240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688" name="Oval 687">
                        <a:extLst>
                          <a:ext uri="{FF2B5EF4-FFF2-40B4-BE49-F238E27FC236}">
                            <a16:creationId xmlns:a16="http://schemas.microsoft.com/office/drawing/2014/main" id="{E43859F0-012D-EC77-7695-0DDDB7022E35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89" name="Oval 688">
                        <a:extLst>
                          <a:ext uri="{FF2B5EF4-FFF2-40B4-BE49-F238E27FC236}">
                            <a16:creationId xmlns:a16="http://schemas.microsoft.com/office/drawing/2014/main" id="{D5AA7C5D-2301-31C4-A5E3-A162E9F3A765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90" name="Oval 689">
                        <a:extLst>
                          <a:ext uri="{FF2B5EF4-FFF2-40B4-BE49-F238E27FC236}">
                            <a16:creationId xmlns:a16="http://schemas.microsoft.com/office/drawing/2014/main" id="{626361C4-911B-0A38-9990-D12829FCAF8B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91" name="Oval 690">
                        <a:extLst>
                          <a:ext uri="{FF2B5EF4-FFF2-40B4-BE49-F238E27FC236}">
                            <a16:creationId xmlns:a16="http://schemas.microsoft.com/office/drawing/2014/main" id="{DB4776DF-F414-5363-C4BB-12FDD41CABBE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92" name="Arc 691">
                        <a:extLst>
                          <a:ext uri="{FF2B5EF4-FFF2-40B4-BE49-F238E27FC236}">
                            <a16:creationId xmlns:a16="http://schemas.microsoft.com/office/drawing/2014/main" id="{23B7BFA8-E2DC-17A5-E85A-BDBD641B62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93" name="Oval 692">
                        <a:extLst>
                          <a:ext uri="{FF2B5EF4-FFF2-40B4-BE49-F238E27FC236}">
                            <a16:creationId xmlns:a16="http://schemas.microsoft.com/office/drawing/2014/main" id="{B9EE7309-27C3-9058-3D74-91C1E4B04528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94" name="Arc 693">
                        <a:extLst>
                          <a:ext uri="{FF2B5EF4-FFF2-40B4-BE49-F238E27FC236}">
                            <a16:creationId xmlns:a16="http://schemas.microsoft.com/office/drawing/2014/main" id="{550D7558-03E9-F7A2-347F-973E7B0504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95" name="Arc 694">
                        <a:extLst>
                          <a:ext uri="{FF2B5EF4-FFF2-40B4-BE49-F238E27FC236}">
                            <a16:creationId xmlns:a16="http://schemas.microsoft.com/office/drawing/2014/main" id="{BA0CE696-1D86-8B59-04D7-D17D90EF91B7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684" name="Straight Connector 683">
                    <a:extLst>
                      <a:ext uri="{FF2B5EF4-FFF2-40B4-BE49-F238E27FC236}">
                        <a16:creationId xmlns:a16="http://schemas.microsoft.com/office/drawing/2014/main" id="{2E81E30F-7323-A10D-EEAA-7E3B9D115E31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5" name="Straight Connector 684">
                    <a:extLst>
                      <a:ext uri="{FF2B5EF4-FFF2-40B4-BE49-F238E27FC236}">
                        <a16:creationId xmlns:a16="http://schemas.microsoft.com/office/drawing/2014/main" id="{E393E222-230C-15D9-FB57-52AAD0C67270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48" name="Group 647">
                  <a:extLst>
                    <a:ext uri="{FF2B5EF4-FFF2-40B4-BE49-F238E27FC236}">
                      <a16:creationId xmlns:a16="http://schemas.microsoft.com/office/drawing/2014/main" id="{64BC76F4-7313-562C-3E33-FC95AE698767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658" name="Group 657">
                    <a:extLst>
                      <a:ext uri="{FF2B5EF4-FFF2-40B4-BE49-F238E27FC236}">
                        <a16:creationId xmlns:a16="http://schemas.microsoft.com/office/drawing/2014/main" id="{474EA037-8576-A333-1008-A701DCBFEBA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672" name="Oval 671">
                      <a:extLst>
                        <a:ext uri="{FF2B5EF4-FFF2-40B4-BE49-F238E27FC236}">
                          <a16:creationId xmlns:a16="http://schemas.microsoft.com/office/drawing/2014/main" id="{8EEE1EFF-36CB-7EAE-2D69-9EB62529247B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73" name="Group 672">
                      <a:extLst>
                        <a:ext uri="{FF2B5EF4-FFF2-40B4-BE49-F238E27FC236}">
                          <a16:creationId xmlns:a16="http://schemas.microsoft.com/office/drawing/2014/main" id="{E23721B7-4F41-8BBC-EFA0-FAD75C8AD0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674" name="Oval 673">
                        <a:extLst>
                          <a:ext uri="{FF2B5EF4-FFF2-40B4-BE49-F238E27FC236}">
                            <a16:creationId xmlns:a16="http://schemas.microsoft.com/office/drawing/2014/main" id="{121BAB01-A032-C7CF-FC2E-094719D50B22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75" name="Oval 674">
                        <a:extLst>
                          <a:ext uri="{FF2B5EF4-FFF2-40B4-BE49-F238E27FC236}">
                            <a16:creationId xmlns:a16="http://schemas.microsoft.com/office/drawing/2014/main" id="{15CDF4DE-613A-EAB0-67E0-97FD892B30E7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76" name="Oval 675">
                        <a:extLst>
                          <a:ext uri="{FF2B5EF4-FFF2-40B4-BE49-F238E27FC236}">
                            <a16:creationId xmlns:a16="http://schemas.microsoft.com/office/drawing/2014/main" id="{4F06BB61-2DAB-C568-B509-23F40C7F205A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77" name="Oval 676">
                        <a:extLst>
                          <a:ext uri="{FF2B5EF4-FFF2-40B4-BE49-F238E27FC236}">
                            <a16:creationId xmlns:a16="http://schemas.microsoft.com/office/drawing/2014/main" id="{2B48C4F9-DBC1-DAED-E5F7-EA06CBE4C2A8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78" name="Arc 677">
                        <a:extLst>
                          <a:ext uri="{FF2B5EF4-FFF2-40B4-BE49-F238E27FC236}">
                            <a16:creationId xmlns:a16="http://schemas.microsoft.com/office/drawing/2014/main" id="{EA460C37-C98B-E9ED-DC7B-EDA545D62C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79" name="Oval 678">
                        <a:extLst>
                          <a:ext uri="{FF2B5EF4-FFF2-40B4-BE49-F238E27FC236}">
                            <a16:creationId xmlns:a16="http://schemas.microsoft.com/office/drawing/2014/main" id="{6D985A6C-1938-7148-9FDD-627414B6AD0B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80" name="Arc 679">
                        <a:extLst>
                          <a:ext uri="{FF2B5EF4-FFF2-40B4-BE49-F238E27FC236}">
                            <a16:creationId xmlns:a16="http://schemas.microsoft.com/office/drawing/2014/main" id="{54B814E7-3837-2C06-6DE0-F93C6975E6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1" name="Arc 680">
                        <a:extLst>
                          <a:ext uri="{FF2B5EF4-FFF2-40B4-BE49-F238E27FC236}">
                            <a16:creationId xmlns:a16="http://schemas.microsoft.com/office/drawing/2014/main" id="{107BB139-8572-634E-AECB-E5E9985B7EB6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659" name="Group 658">
                    <a:extLst>
                      <a:ext uri="{FF2B5EF4-FFF2-40B4-BE49-F238E27FC236}">
                        <a16:creationId xmlns:a16="http://schemas.microsoft.com/office/drawing/2014/main" id="{C77BE9CA-99FE-FCD4-4554-0A407E37677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662" name="Oval 661">
                      <a:extLst>
                        <a:ext uri="{FF2B5EF4-FFF2-40B4-BE49-F238E27FC236}">
                          <a16:creationId xmlns:a16="http://schemas.microsoft.com/office/drawing/2014/main" id="{F69EDC2F-81E6-5321-D957-BD03282B929D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63" name="Group 662">
                      <a:extLst>
                        <a:ext uri="{FF2B5EF4-FFF2-40B4-BE49-F238E27FC236}">
                          <a16:creationId xmlns:a16="http://schemas.microsoft.com/office/drawing/2014/main" id="{3F23D4FF-A16F-D7A6-3D29-BA4FDB012C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664" name="Oval 663">
                        <a:extLst>
                          <a:ext uri="{FF2B5EF4-FFF2-40B4-BE49-F238E27FC236}">
                            <a16:creationId xmlns:a16="http://schemas.microsoft.com/office/drawing/2014/main" id="{F8E355F1-AF61-FDEA-2818-61B1CD0C45BE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65" name="Oval 664">
                        <a:extLst>
                          <a:ext uri="{FF2B5EF4-FFF2-40B4-BE49-F238E27FC236}">
                            <a16:creationId xmlns:a16="http://schemas.microsoft.com/office/drawing/2014/main" id="{F3B3356D-BEDC-81DB-E30E-74637373B417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66" name="Oval 665">
                        <a:extLst>
                          <a:ext uri="{FF2B5EF4-FFF2-40B4-BE49-F238E27FC236}">
                            <a16:creationId xmlns:a16="http://schemas.microsoft.com/office/drawing/2014/main" id="{F873E702-AEAC-0BFF-9941-477BC983F02D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67" name="Oval 666">
                        <a:extLst>
                          <a:ext uri="{FF2B5EF4-FFF2-40B4-BE49-F238E27FC236}">
                            <a16:creationId xmlns:a16="http://schemas.microsoft.com/office/drawing/2014/main" id="{652A48F3-083D-292E-E024-8ECECFC154D0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68" name="Arc 667">
                        <a:extLst>
                          <a:ext uri="{FF2B5EF4-FFF2-40B4-BE49-F238E27FC236}">
                            <a16:creationId xmlns:a16="http://schemas.microsoft.com/office/drawing/2014/main" id="{E8745D19-9072-C402-CB7C-F34F17C1AA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69" name="Oval 668">
                        <a:extLst>
                          <a:ext uri="{FF2B5EF4-FFF2-40B4-BE49-F238E27FC236}">
                            <a16:creationId xmlns:a16="http://schemas.microsoft.com/office/drawing/2014/main" id="{5988728B-2653-5B49-0A2D-036971A8A541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70" name="Arc 669">
                        <a:extLst>
                          <a:ext uri="{FF2B5EF4-FFF2-40B4-BE49-F238E27FC236}">
                            <a16:creationId xmlns:a16="http://schemas.microsoft.com/office/drawing/2014/main" id="{712EC0EF-C4DE-93DA-BF26-205E4CFE72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71" name="Arc 670">
                        <a:extLst>
                          <a:ext uri="{FF2B5EF4-FFF2-40B4-BE49-F238E27FC236}">
                            <a16:creationId xmlns:a16="http://schemas.microsoft.com/office/drawing/2014/main" id="{1DB8EC7E-F982-B177-05A1-68038713E0A8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660" name="Straight Connector 659">
                    <a:extLst>
                      <a:ext uri="{FF2B5EF4-FFF2-40B4-BE49-F238E27FC236}">
                        <a16:creationId xmlns:a16="http://schemas.microsoft.com/office/drawing/2014/main" id="{DC520103-F408-1CF6-1243-B77095CE402C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1" name="Straight Connector 660">
                    <a:extLst>
                      <a:ext uri="{FF2B5EF4-FFF2-40B4-BE49-F238E27FC236}">
                        <a16:creationId xmlns:a16="http://schemas.microsoft.com/office/drawing/2014/main" id="{F164EAEC-BA21-118F-B3E1-86F7264768A5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49" name="Group 648">
                  <a:extLst>
                    <a:ext uri="{FF2B5EF4-FFF2-40B4-BE49-F238E27FC236}">
                      <a16:creationId xmlns:a16="http://schemas.microsoft.com/office/drawing/2014/main" id="{782014AD-00B5-C968-0B0D-57A54B2E8584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650" name="Moon 649">
                    <a:extLst>
                      <a:ext uri="{FF2B5EF4-FFF2-40B4-BE49-F238E27FC236}">
                        <a16:creationId xmlns:a16="http://schemas.microsoft.com/office/drawing/2014/main" id="{4A294C46-5262-195B-96A1-3D16CFF8D8E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1" name="Oval 650">
                    <a:extLst>
                      <a:ext uri="{FF2B5EF4-FFF2-40B4-BE49-F238E27FC236}">
                        <a16:creationId xmlns:a16="http://schemas.microsoft.com/office/drawing/2014/main" id="{1BE9C401-F87F-27A2-5EAE-0F704B66DBDA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2" name="Oval 651">
                    <a:extLst>
                      <a:ext uri="{FF2B5EF4-FFF2-40B4-BE49-F238E27FC236}">
                        <a16:creationId xmlns:a16="http://schemas.microsoft.com/office/drawing/2014/main" id="{DF5E7713-B9DA-75FB-1F6C-B1163CE2FAB6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3" name="Oval 652">
                    <a:extLst>
                      <a:ext uri="{FF2B5EF4-FFF2-40B4-BE49-F238E27FC236}">
                        <a16:creationId xmlns:a16="http://schemas.microsoft.com/office/drawing/2014/main" id="{BA9E58E1-5D55-A7B5-870E-75C46835DFBB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4" name="Oval 653">
                    <a:extLst>
                      <a:ext uri="{FF2B5EF4-FFF2-40B4-BE49-F238E27FC236}">
                        <a16:creationId xmlns:a16="http://schemas.microsoft.com/office/drawing/2014/main" id="{29A98AA2-A9CC-D8E5-1018-221AF410C5FB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5" name="Oval 654">
                    <a:extLst>
                      <a:ext uri="{FF2B5EF4-FFF2-40B4-BE49-F238E27FC236}">
                        <a16:creationId xmlns:a16="http://schemas.microsoft.com/office/drawing/2014/main" id="{E193619E-AD88-83FF-DEAA-7AD31C8AE2BA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6" name="Oval 655">
                    <a:extLst>
                      <a:ext uri="{FF2B5EF4-FFF2-40B4-BE49-F238E27FC236}">
                        <a16:creationId xmlns:a16="http://schemas.microsoft.com/office/drawing/2014/main" id="{6297FB87-C7C0-16B0-A736-CD6480253D29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7" name="Oval 656">
                    <a:extLst>
                      <a:ext uri="{FF2B5EF4-FFF2-40B4-BE49-F238E27FC236}">
                        <a16:creationId xmlns:a16="http://schemas.microsoft.com/office/drawing/2014/main" id="{6C361526-732D-3D44-6BE9-6269BDA21712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714" name="Group 713">
              <a:extLst>
                <a:ext uri="{FF2B5EF4-FFF2-40B4-BE49-F238E27FC236}">
                  <a16:creationId xmlns:a16="http://schemas.microsoft.com/office/drawing/2014/main" id="{116B4E31-4C4C-593E-0631-93F845037481}"/>
                </a:ext>
              </a:extLst>
            </p:cNvPr>
            <p:cNvGrpSpPr/>
            <p:nvPr/>
          </p:nvGrpSpPr>
          <p:grpSpPr>
            <a:xfrm>
              <a:off x="7908387" y="3523652"/>
              <a:ext cx="714579" cy="561864"/>
              <a:chOff x="10309720" y="4212349"/>
              <a:chExt cx="714579" cy="561864"/>
            </a:xfrm>
          </p:grpSpPr>
          <p:sp>
            <p:nvSpPr>
              <p:cNvPr id="715" name="Oval 714">
                <a:extLst>
                  <a:ext uri="{FF2B5EF4-FFF2-40B4-BE49-F238E27FC236}">
                    <a16:creationId xmlns:a16="http://schemas.microsoft.com/office/drawing/2014/main" id="{3D392656-6E09-75AE-AC91-1E16223AA9D7}"/>
                  </a:ext>
                </a:extLst>
              </p:cNvPr>
              <p:cNvSpPr/>
              <p:nvPr/>
            </p:nvSpPr>
            <p:spPr>
              <a:xfrm rot="5400000">
                <a:off x="10386078" y="4135991"/>
                <a:ext cx="561864" cy="71457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716" name="Group 715">
                <a:extLst>
                  <a:ext uri="{FF2B5EF4-FFF2-40B4-BE49-F238E27FC236}">
                    <a16:creationId xmlns:a16="http://schemas.microsoft.com/office/drawing/2014/main" id="{4BB3904B-2037-6091-87D9-8D4E2A1F1573}"/>
                  </a:ext>
                </a:extLst>
              </p:cNvPr>
              <p:cNvGrpSpPr/>
              <p:nvPr/>
            </p:nvGrpSpPr>
            <p:grpSpPr>
              <a:xfrm rot="20357241">
                <a:off x="10503199" y="4236927"/>
                <a:ext cx="45719" cy="375264"/>
                <a:chOff x="6686062" y="3899868"/>
                <a:chExt cx="74130" cy="410527"/>
              </a:xfrm>
            </p:grpSpPr>
            <p:sp>
              <p:nvSpPr>
                <p:cNvPr id="844" name="Rounded Rectangle 843">
                  <a:extLst>
                    <a:ext uri="{FF2B5EF4-FFF2-40B4-BE49-F238E27FC236}">
                      <a16:creationId xmlns:a16="http://schemas.microsoft.com/office/drawing/2014/main" id="{C1C66258-4BEB-69FF-0329-B86D235516BA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5" name="Rounded Rectangle 844">
                  <a:extLst>
                    <a:ext uri="{FF2B5EF4-FFF2-40B4-BE49-F238E27FC236}">
                      <a16:creationId xmlns:a16="http://schemas.microsoft.com/office/drawing/2014/main" id="{10E416A1-A503-7BD7-3FCB-5F5663CA635C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6" name="Rounded Rectangle 845">
                  <a:extLst>
                    <a:ext uri="{FF2B5EF4-FFF2-40B4-BE49-F238E27FC236}">
                      <a16:creationId xmlns:a16="http://schemas.microsoft.com/office/drawing/2014/main" id="{30891DC4-AFB7-D2A2-B7DF-F3D023E6861A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7" name="Rounded Rectangle 846">
                  <a:extLst>
                    <a:ext uri="{FF2B5EF4-FFF2-40B4-BE49-F238E27FC236}">
                      <a16:creationId xmlns:a16="http://schemas.microsoft.com/office/drawing/2014/main" id="{745B4B56-2185-CB23-C033-DE8F809FBB73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8" name="Rounded Rectangle 847">
                  <a:extLst>
                    <a:ext uri="{FF2B5EF4-FFF2-40B4-BE49-F238E27FC236}">
                      <a16:creationId xmlns:a16="http://schemas.microsoft.com/office/drawing/2014/main" id="{103E195D-456F-47EE-711C-ED5CF5397A54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49" name="Straight Connector 848">
                  <a:extLst>
                    <a:ext uri="{FF2B5EF4-FFF2-40B4-BE49-F238E27FC236}">
                      <a16:creationId xmlns:a16="http://schemas.microsoft.com/office/drawing/2014/main" id="{79753998-C87B-30E1-3BE8-42BF7F167DBD}"/>
                    </a:ext>
                  </a:extLst>
                </p:cNvPr>
                <p:cNvCxnSpPr>
                  <a:cxnSpLocks/>
                  <a:stCxn id="844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7" name="Group 716">
                <a:extLst>
                  <a:ext uri="{FF2B5EF4-FFF2-40B4-BE49-F238E27FC236}">
                    <a16:creationId xmlns:a16="http://schemas.microsoft.com/office/drawing/2014/main" id="{1BE71DF5-E3B4-0B97-34E4-F627616EDD5D}"/>
                  </a:ext>
                </a:extLst>
              </p:cNvPr>
              <p:cNvGrpSpPr/>
              <p:nvPr/>
            </p:nvGrpSpPr>
            <p:grpSpPr>
              <a:xfrm rot="9928240" flipH="1" flipV="1">
                <a:off x="10452295" y="4362413"/>
                <a:ext cx="144704" cy="348791"/>
                <a:chOff x="8901293" y="933753"/>
                <a:chExt cx="2135899" cy="5148330"/>
              </a:xfrm>
              <a:solidFill>
                <a:srgbClr val="FF0000"/>
              </a:solidFill>
            </p:grpSpPr>
            <p:grpSp>
              <p:nvGrpSpPr>
                <p:cNvPr id="785" name="Group 784">
                  <a:extLst>
                    <a:ext uri="{FF2B5EF4-FFF2-40B4-BE49-F238E27FC236}">
                      <a16:creationId xmlns:a16="http://schemas.microsoft.com/office/drawing/2014/main" id="{50C4530C-BEF7-40BC-7145-80CAA951E9E8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820" name="Group 819">
                    <a:extLst>
                      <a:ext uri="{FF2B5EF4-FFF2-40B4-BE49-F238E27FC236}">
                        <a16:creationId xmlns:a16="http://schemas.microsoft.com/office/drawing/2014/main" id="{BD4FB1B3-9F0C-E9FB-9E89-5018705861A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834" name="Oval 833">
                      <a:extLst>
                        <a:ext uri="{FF2B5EF4-FFF2-40B4-BE49-F238E27FC236}">
                          <a16:creationId xmlns:a16="http://schemas.microsoft.com/office/drawing/2014/main" id="{8FE67B29-C698-537B-A1B8-BF6520AA193E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835" name="Group 834">
                      <a:extLst>
                        <a:ext uri="{FF2B5EF4-FFF2-40B4-BE49-F238E27FC236}">
                          <a16:creationId xmlns:a16="http://schemas.microsoft.com/office/drawing/2014/main" id="{498F74BF-DB42-01AA-105D-40E4316442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836" name="Oval 835">
                        <a:extLst>
                          <a:ext uri="{FF2B5EF4-FFF2-40B4-BE49-F238E27FC236}">
                            <a16:creationId xmlns:a16="http://schemas.microsoft.com/office/drawing/2014/main" id="{04C2F70A-233C-5199-ABF7-59FFC1CE5A2B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37" name="Oval 836">
                        <a:extLst>
                          <a:ext uri="{FF2B5EF4-FFF2-40B4-BE49-F238E27FC236}">
                            <a16:creationId xmlns:a16="http://schemas.microsoft.com/office/drawing/2014/main" id="{B8FB106D-8020-DB16-6D34-05510D8D9794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38" name="Oval 837">
                        <a:extLst>
                          <a:ext uri="{FF2B5EF4-FFF2-40B4-BE49-F238E27FC236}">
                            <a16:creationId xmlns:a16="http://schemas.microsoft.com/office/drawing/2014/main" id="{0495836F-19EC-9C4D-0D34-45D1784C30B4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39" name="Oval 838">
                        <a:extLst>
                          <a:ext uri="{FF2B5EF4-FFF2-40B4-BE49-F238E27FC236}">
                            <a16:creationId xmlns:a16="http://schemas.microsoft.com/office/drawing/2014/main" id="{5D910132-3E13-A108-F96F-FAB3091DEA9E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40" name="Arc 839">
                        <a:extLst>
                          <a:ext uri="{FF2B5EF4-FFF2-40B4-BE49-F238E27FC236}">
                            <a16:creationId xmlns:a16="http://schemas.microsoft.com/office/drawing/2014/main" id="{71799FBB-6CCA-1CDD-D85F-A4D4B497F9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41" name="Oval 840">
                        <a:extLst>
                          <a:ext uri="{FF2B5EF4-FFF2-40B4-BE49-F238E27FC236}">
                            <a16:creationId xmlns:a16="http://schemas.microsoft.com/office/drawing/2014/main" id="{57F10A28-3B13-37EE-47B6-B96C4A8FF8B3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42" name="Arc 841">
                        <a:extLst>
                          <a:ext uri="{FF2B5EF4-FFF2-40B4-BE49-F238E27FC236}">
                            <a16:creationId xmlns:a16="http://schemas.microsoft.com/office/drawing/2014/main" id="{8765010C-F4FD-DAE0-B6E7-D79D61D157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43" name="Arc 842">
                        <a:extLst>
                          <a:ext uri="{FF2B5EF4-FFF2-40B4-BE49-F238E27FC236}">
                            <a16:creationId xmlns:a16="http://schemas.microsoft.com/office/drawing/2014/main" id="{5FA536F9-08F1-B567-CF36-CC9EF779CB33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821" name="Group 820">
                    <a:extLst>
                      <a:ext uri="{FF2B5EF4-FFF2-40B4-BE49-F238E27FC236}">
                        <a16:creationId xmlns:a16="http://schemas.microsoft.com/office/drawing/2014/main" id="{C00C4E48-58F3-CA98-08EE-DED61DDB343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824" name="Oval 823">
                      <a:extLst>
                        <a:ext uri="{FF2B5EF4-FFF2-40B4-BE49-F238E27FC236}">
                          <a16:creationId xmlns:a16="http://schemas.microsoft.com/office/drawing/2014/main" id="{FF868565-35B9-734D-9078-F91619E3268C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825" name="Group 824">
                      <a:extLst>
                        <a:ext uri="{FF2B5EF4-FFF2-40B4-BE49-F238E27FC236}">
                          <a16:creationId xmlns:a16="http://schemas.microsoft.com/office/drawing/2014/main" id="{5C26176C-64BC-A8D3-27C6-FB1E485CD9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826" name="Oval 825">
                        <a:extLst>
                          <a:ext uri="{FF2B5EF4-FFF2-40B4-BE49-F238E27FC236}">
                            <a16:creationId xmlns:a16="http://schemas.microsoft.com/office/drawing/2014/main" id="{D1BD3C8F-5DA7-2519-71A2-B6CA5E1BFFB4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27" name="Oval 826">
                        <a:extLst>
                          <a:ext uri="{FF2B5EF4-FFF2-40B4-BE49-F238E27FC236}">
                            <a16:creationId xmlns:a16="http://schemas.microsoft.com/office/drawing/2014/main" id="{FB2F8E7C-4EAF-FFCC-CD56-7E1880BE148E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28" name="Oval 827">
                        <a:extLst>
                          <a:ext uri="{FF2B5EF4-FFF2-40B4-BE49-F238E27FC236}">
                            <a16:creationId xmlns:a16="http://schemas.microsoft.com/office/drawing/2014/main" id="{4E9C5120-3FEC-BF62-F2BD-CB1B7C958BCB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29" name="Oval 828">
                        <a:extLst>
                          <a:ext uri="{FF2B5EF4-FFF2-40B4-BE49-F238E27FC236}">
                            <a16:creationId xmlns:a16="http://schemas.microsoft.com/office/drawing/2014/main" id="{2C675B66-93B0-DD36-2AFF-16875131C85D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30" name="Arc 829">
                        <a:extLst>
                          <a:ext uri="{FF2B5EF4-FFF2-40B4-BE49-F238E27FC236}">
                            <a16:creationId xmlns:a16="http://schemas.microsoft.com/office/drawing/2014/main" id="{EE4C17F9-19E9-CF6B-7657-34021F20DB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31" name="Oval 830">
                        <a:extLst>
                          <a:ext uri="{FF2B5EF4-FFF2-40B4-BE49-F238E27FC236}">
                            <a16:creationId xmlns:a16="http://schemas.microsoft.com/office/drawing/2014/main" id="{176CD0F7-CAD1-7E47-375D-D7333016B3E4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32" name="Arc 831">
                        <a:extLst>
                          <a:ext uri="{FF2B5EF4-FFF2-40B4-BE49-F238E27FC236}">
                            <a16:creationId xmlns:a16="http://schemas.microsoft.com/office/drawing/2014/main" id="{D823E953-6154-71EF-C1C5-7F7E6B0ABB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33" name="Arc 832">
                        <a:extLst>
                          <a:ext uri="{FF2B5EF4-FFF2-40B4-BE49-F238E27FC236}">
                            <a16:creationId xmlns:a16="http://schemas.microsoft.com/office/drawing/2014/main" id="{9FBD5ED0-4816-3367-A226-969C92C37B3B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822" name="Straight Connector 821">
                    <a:extLst>
                      <a:ext uri="{FF2B5EF4-FFF2-40B4-BE49-F238E27FC236}">
                        <a16:creationId xmlns:a16="http://schemas.microsoft.com/office/drawing/2014/main" id="{A602A16A-CBC0-2257-EBC0-BB5D4C591F96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3" name="Straight Connector 822">
                    <a:extLst>
                      <a:ext uri="{FF2B5EF4-FFF2-40B4-BE49-F238E27FC236}">
                        <a16:creationId xmlns:a16="http://schemas.microsoft.com/office/drawing/2014/main" id="{7E172999-BEB9-4EB0-77AD-48068BA04F80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86" name="Group 785">
                  <a:extLst>
                    <a:ext uri="{FF2B5EF4-FFF2-40B4-BE49-F238E27FC236}">
                      <a16:creationId xmlns:a16="http://schemas.microsoft.com/office/drawing/2014/main" id="{755E1414-1266-54E2-E7DB-C1E1E0947D45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796" name="Group 795">
                    <a:extLst>
                      <a:ext uri="{FF2B5EF4-FFF2-40B4-BE49-F238E27FC236}">
                        <a16:creationId xmlns:a16="http://schemas.microsoft.com/office/drawing/2014/main" id="{D2816A5D-9BF8-0926-BD16-452B589619F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810" name="Oval 809">
                      <a:extLst>
                        <a:ext uri="{FF2B5EF4-FFF2-40B4-BE49-F238E27FC236}">
                          <a16:creationId xmlns:a16="http://schemas.microsoft.com/office/drawing/2014/main" id="{F16B87F0-F0EA-D1BC-FD18-8BA8591D58A8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811" name="Group 810">
                      <a:extLst>
                        <a:ext uri="{FF2B5EF4-FFF2-40B4-BE49-F238E27FC236}">
                          <a16:creationId xmlns:a16="http://schemas.microsoft.com/office/drawing/2014/main" id="{6C9A47AC-A342-C681-89CF-BDE3CB02C3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812" name="Oval 811">
                        <a:extLst>
                          <a:ext uri="{FF2B5EF4-FFF2-40B4-BE49-F238E27FC236}">
                            <a16:creationId xmlns:a16="http://schemas.microsoft.com/office/drawing/2014/main" id="{FAE95FD4-DEAF-0B28-B722-D01E1F7ED365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13" name="Oval 812">
                        <a:extLst>
                          <a:ext uri="{FF2B5EF4-FFF2-40B4-BE49-F238E27FC236}">
                            <a16:creationId xmlns:a16="http://schemas.microsoft.com/office/drawing/2014/main" id="{62366385-1D56-D86E-4A9D-E99DB65E4B27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14" name="Oval 813">
                        <a:extLst>
                          <a:ext uri="{FF2B5EF4-FFF2-40B4-BE49-F238E27FC236}">
                            <a16:creationId xmlns:a16="http://schemas.microsoft.com/office/drawing/2014/main" id="{8EFAC212-150F-F957-327D-FF37F8CCC6EE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15" name="Oval 814">
                        <a:extLst>
                          <a:ext uri="{FF2B5EF4-FFF2-40B4-BE49-F238E27FC236}">
                            <a16:creationId xmlns:a16="http://schemas.microsoft.com/office/drawing/2014/main" id="{48BCD5DB-65C0-3EC6-9B85-05C6B5F5167A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16" name="Arc 815">
                        <a:extLst>
                          <a:ext uri="{FF2B5EF4-FFF2-40B4-BE49-F238E27FC236}">
                            <a16:creationId xmlns:a16="http://schemas.microsoft.com/office/drawing/2014/main" id="{1CD82331-2982-44A5-90A3-E23ACFB42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7" name="Oval 816">
                        <a:extLst>
                          <a:ext uri="{FF2B5EF4-FFF2-40B4-BE49-F238E27FC236}">
                            <a16:creationId xmlns:a16="http://schemas.microsoft.com/office/drawing/2014/main" id="{85D892F9-676F-9E51-1F44-CAA4B96E23F3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18" name="Arc 817">
                        <a:extLst>
                          <a:ext uri="{FF2B5EF4-FFF2-40B4-BE49-F238E27FC236}">
                            <a16:creationId xmlns:a16="http://schemas.microsoft.com/office/drawing/2014/main" id="{C8F49DD8-7C31-931A-5AC3-7C63479F0A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9" name="Arc 818">
                        <a:extLst>
                          <a:ext uri="{FF2B5EF4-FFF2-40B4-BE49-F238E27FC236}">
                            <a16:creationId xmlns:a16="http://schemas.microsoft.com/office/drawing/2014/main" id="{201878B9-F687-F6D0-FEA1-488638DF1216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797" name="Group 796">
                    <a:extLst>
                      <a:ext uri="{FF2B5EF4-FFF2-40B4-BE49-F238E27FC236}">
                        <a16:creationId xmlns:a16="http://schemas.microsoft.com/office/drawing/2014/main" id="{905D8C22-BDF8-7601-722C-9A80DC02004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800" name="Oval 799">
                      <a:extLst>
                        <a:ext uri="{FF2B5EF4-FFF2-40B4-BE49-F238E27FC236}">
                          <a16:creationId xmlns:a16="http://schemas.microsoft.com/office/drawing/2014/main" id="{50FCC5F1-C53E-9526-40DE-6A50A39F9AE6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801" name="Group 800">
                      <a:extLst>
                        <a:ext uri="{FF2B5EF4-FFF2-40B4-BE49-F238E27FC236}">
                          <a16:creationId xmlns:a16="http://schemas.microsoft.com/office/drawing/2014/main" id="{4798C31D-E4F9-C4EF-D31C-D21060D687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802" name="Oval 801">
                        <a:extLst>
                          <a:ext uri="{FF2B5EF4-FFF2-40B4-BE49-F238E27FC236}">
                            <a16:creationId xmlns:a16="http://schemas.microsoft.com/office/drawing/2014/main" id="{74C324D0-BF22-5529-3CF7-3A280928D590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03" name="Oval 802">
                        <a:extLst>
                          <a:ext uri="{FF2B5EF4-FFF2-40B4-BE49-F238E27FC236}">
                            <a16:creationId xmlns:a16="http://schemas.microsoft.com/office/drawing/2014/main" id="{5339C04D-CEA4-846A-EA1C-82C387616EBB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04" name="Oval 803">
                        <a:extLst>
                          <a:ext uri="{FF2B5EF4-FFF2-40B4-BE49-F238E27FC236}">
                            <a16:creationId xmlns:a16="http://schemas.microsoft.com/office/drawing/2014/main" id="{DC670729-4AB3-BA0A-388F-78235163914A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05" name="Oval 804">
                        <a:extLst>
                          <a:ext uri="{FF2B5EF4-FFF2-40B4-BE49-F238E27FC236}">
                            <a16:creationId xmlns:a16="http://schemas.microsoft.com/office/drawing/2014/main" id="{06F8FED4-8DF9-D4DD-F398-D84D09E08B3F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06" name="Arc 805">
                        <a:extLst>
                          <a:ext uri="{FF2B5EF4-FFF2-40B4-BE49-F238E27FC236}">
                            <a16:creationId xmlns:a16="http://schemas.microsoft.com/office/drawing/2014/main" id="{39922651-29B1-9297-807B-EC1CE81A8F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07" name="Oval 806">
                        <a:extLst>
                          <a:ext uri="{FF2B5EF4-FFF2-40B4-BE49-F238E27FC236}">
                            <a16:creationId xmlns:a16="http://schemas.microsoft.com/office/drawing/2014/main" id="{B9506CEF-F040-589D-C5A7-AB6E6EC33938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08" name="Arc 807">
                        <a:extLst>
                          <a:ext uri="{FF2B5EF4-FFF2-40B4-BE49-F238E27FC236}">
                            <a16:creationId xmlns:a16="http://schemas.microsoft.com/office/drawing/2014/main" id="{91C06046-6BF0-F3B3-FF33-1813A68585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09" name="Arc 808">
                        <a:extLst>
                          <a:ext uri="{FF2B5EF4-FFF2-40B4-BE49-F238E27FC236}">
                            <a16:creationId xmlns:a16="http://schemas.microsoft.com/office/drawing/2014/main" id="{6F864171-8EBB-FE81-87E0-30535C5B63CA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798" name="Straight Connector 797">
                    <a:extLst>
                      <a:ext uri="{FF2B5EF4-FFF2-40B4-BE49-F238E27FC236}">
                        <a16:creationId xmlns:a16="http://schemas.microsoft.com/office/drawing/2014/main" id="{8EB5D18B-AB26-AF8B-4DF1-0CE661240580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9" name="Straight Connector 798">
                    <a:extLst>
                      <a:ext uri="{FF2B5EF4-FFF2-40B4-BE49-F238E27FC236}">
                        <a16:creationId xmlns:a16="http://schemas.microsoft.com/office/drawing/2014/main" id="{5580D36A-9B4A-8376-42DE-386B5F8F9B67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87" name="Group 786">
                  <a:extLst>
                    <a:ext uri="{FF2B5EF4-FFF2-40B4-BE49-F238E27FC236}">
                      <a16:creationId xmlns:a16="http://schemas.microsoft.com/office/drawing/2014/main" id="{EFD26974-FD54-1DFB-6186-0A1F6C0FC04C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788" name="Moon 787">
                    <a:extLst>
                      <a:ext uri="{FF2B5EF4-FFF2-40B4-BE49-F238E27FC236}">
                        <a16:creationId xmlns:a16="http://schemas.microsoft.com/office/drawing/2014/main" id="{35BCA4AA-FA22-9272-7E9A-ADE77CFC949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9" name="Oval 788">
                    <a:extLst>
                      <a:ext uri="{FF2B5EF4-FFF2-40B4-BE49-F238E27FC236}">
                        <a16:creationId xmlns:a16="http://schemas.microsoft.com/office/drawing/2014/main" id="{8AABE9E5-4045-83B4-83D7-791F4F80FC96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0" name="Oval 789">
                    <a:extLst>
                      <a:ext uri="{FF2B5EF4-FFF2-40B4-BE49-F238E27FC236}">
                        <a16:creationId xmlns:a16="http://schemas.microsoft.com/office/drawing/2014/main" id="{2102906D-095A-053C-51DE-BDC90B57FA9B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1" name="Oval 790">
                    <a:extLst>
                      <a:ext uri="{FF2B5EF4-FFF2-40B4-BE49-F238E27FC236}">
                        <a16:creationId xmlns:a16="http://schemas.microsoft.com/office/drawing/2014/main" id="{47430A21-E4E2-39CB-8C6F-E1112B6062AE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2" name="Oval 791">
                    <a:extLst>
                      <a:ext uri="{FF2B5EF4-FFF2-40B4-BE49-F238E27FC236}">
                        <a16:creationId xmlns:a16="http://schemas.microsoft.com/office/drawing/2014/main" id="{80CA11AF-8AB2-63C6-D5C9-FAEB261D7106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811E5D69-EBC1-24D0-AAD3-B2DBDCAAD051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4" name="Oval 793">
                    <a:extLst>
                      <a:ext uri="{FF2B5EF4-FFF2-40B4-BE49-F238E27FC236}">
                        <a16:creationId xmlns:a16="http://schemas.microsoft.com/office/drawing/2014/main" id="{9A078AC6-D620-F606-F580-A27B46F167D8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5" name="Oval 794">
                    <a:extLst>
                      <a:ext uri="{FF2B5EF4-FFF2-40B4-BE49-F238E27FC236}">
                        <a16:creationId xmlns:a16="http://schemas.microsoft.com/office/drawing/2014/main" id="{B660EA9C-62ED-1C18-0346-E9D525F3C285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18" name="Group 717">
                <a:extLst>
                  <a:ext uri="{FF2B5EF4-FFF2-40B4-BE49-F238E27FC236}">
                    <a16:creationId xmlns:a16="http://schemas.microsoft.com/office/drawing/2014/main" id="{0F0E68EC-9AAB-DB8A-A564-048F9D3322A1}"/>
                  </a:ext>
                </a:extLst>
              </p:cNvPr>
              <p:cNvGrpSpPr/>
              <p:nvPr/>
            </p:nvGrpSpPr>
            <p:grpSpPr>
              <a:xfrm rot="9179632">
                <a:off x="10779424" y="4378246"/>
                <a:ext cx="45719" cy="375264"/>
                <a:chOff x="6686062" y="3899868"/>
                <a:chExt cx="74130" cy="410527"/>
              </a:xfrm>
            </p:grpSpPr>
            <p:sp>
              <p:nvSpPr>
                <p:cNvPr id="779" name="Rounded Rectangle 778">
                  <a:extLst>
                    <a:ext uri="{FF2B5EF4-FFF2-40B4-BE49-F238E27FC236}">
                      <a16:creationId xmlns:a16="http://schemas.microsoft.com/office/drawing/2014/main" id="{E7BD3A15-35E5-C1AA-4896-8FE609CB0833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0" name="Rounded Rectangle 779">
                  <a:extLst>
                    <a:ext uri="{FF2B5EF4-FFF2-40B4-BE49-F238E27FC236}">
                      <a16:creationId xmlns:a16="http://schemas.microsoft.com/office/drawing/2014/main" id="{D8EFB756-49A0-4CE2-A2EF-533D3BF408FE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1" name="Rounded Rectangle 780">
                  <a:extLst>
                    <a:ext uri="{FF2B5EF4-FFF2-40B4-BE49-F238E27FC236}">
                      <a16:creationId xmlns:a16="http://schemas.microsoft.com/office/drawing/2014/main" id="{AF50A084-4F3A-1E3A-8482-39D923B2C269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2" name="Rounded Rectangle 781">
                  <a:extLst>
                    <a:ext uri="{FF2B5EF4-FFF2-40B4-BE49-F238E27FC236}">
                      <a16:creationId xmlns:a16="http://schemas.microsoft.com/office/drawing/2014/main" id="{CB91B8E7-53A4-B651-4C01-C71FE1F670D1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3" name="Rounded Rectangle 782">
                  <a:extLst>
                    <a:ext uri="{FF2B5EF4-FFF2-40B4-BE49-F238E27FC236}">
                      <a16:creationId xmlns:a16="http://schemas.microsoft.com/office/drawing/2014/main" id="{8B1FBAB9-A087-8016-95FF-A928FF6A4684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84" name="Straight Connector 783">
                  <a:extLst>
                    <a:ext uri="{FF2B5EF4-FFF2-40B4-BE49-F238E27FC236}">
                      <a16:creationId xmlns:a16="http://schemas.microsoft.com/office/drawing/2014/main" id="{ACCB27DD-3CB1-DEF1-1FB8-F8A79513E55E}"/>
                    </a:ext>
                  </a:extLst>
                </p:cNvPr>
                <p:cNvCxnSpPr>
                  <a:cxnSpLocks/>
                  <a:stCxn id="779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9" name="Group 718">
                <a:extLst>
                  <a:ext uri="{FF2B5EF4-FFF2-40B4-BE49-F238E27FC236}">
                    <a16:creationId xmlns:a16="http://schemas.microsoft.com/office/drawing/2014/main" id="{A84E9A4C-F0C6-1FB7-CEB5-1F197D91E4BB}"/>
                  </a:ext>
                </a:extLst>
              </p:cNvPr>
              <p:cNvGrpSpPr/>
              <p:nvPr/>
            </p:nvGrpSpPr>
            <p:grpSpPr>
              <a:xfrm rot="9928240" flipH="1" flipV="1">
                <a:off x="10754194" y="4318884"/>
                <a:ext cx="144704" cy="348791"/>
                <a:chOff x="8901293" y="933753"/>
                <a:chExt cx="2135899" cy="5148330"/>
              </a:xfrm>
              <a:solidFill>
                <a:srgbClr val="0070C0"/>
              </a:solidFill>
            </p:grpSpPr>
            <p:grpSp>
              <p:nvGrpSpPr>
                <p:cNvPr id="720" name="Group 719">
                  <a:extLst>
                    <a:ext uri="{FF2B5EF4-FFF2-40B4-BE49-F238E27FC236}">
                      <a16:creationId xmlns:a16="http://schemas.microsoft.com/office/drawing/2014/main" id="{14A48704-33C8-B9F1-68E4-09E765191949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755" name="Group 754">
                    <a:extLst>
                      <a:ext uri="{FF2B5EF4-FFF2-40B4-BE49-F238E27FC236}">
                        <a16:creationId xmlns:a16="http://schemas.microsoft.com/office/drawing/2014/main" id="{E957E335-F5CD-E30D-A213-8923322E299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769" name="Oval 768">
                      <a:extLst>
                        <a:ext uri="{FF2B5EF4-FFF2-40B4-BE49-F238E27FC236}">
                          <a16:creationId xmlns:a16="http://schemas.microsoft.com/office/drawing/2014/main" id="{0E833816-CAFE-A086-6F8E-FE61D716F114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770" name="Group 769">
                      <a:extLst>
                        <a:ext uri="{FF2B5EF4-FFF2-40B4-BE49-F238E27FC236}">
                          <a16:creationId xmlns:a16="http://schemas.microsoft.com/office/drawing/2014/main" id="{EE09B412-D146-4BD8-49B7-AA6CC23298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771" name="Oval 770">
                        <a:extLst>
                          <a:ext uri="{FF2B5EF4-FFF2-40B4-BE49-F238E27FC236}">
                            <a16:creationId xmlns:a16="http://schemas.microsoft.com/office/drawing/2014/main" id="{4975612C-0D8D-7FB1-178A-E5C50D035AC1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72" name="Oval 771">
                        <a:extLst>
                          <a:ext uri="{FF2B5EF4-FFF2-40B4-BE49-F238E27FC236}">
                            <a16:creationId xmlns:a16="http://schemas.microsoft.com/office/drawing/2014/main" id="{9E2AF837-ABA9-DE94-43F8-52171B303E40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73" name="Oval 772">
                        <a:extLst>
                          <a:ext uri="{FF2B5EF4-FFF2-40B4-BE49-F238E27FC236}">
                            <a16:creationId xmlns:a16="http://schemas.microsoft.com/office/drawing/2014/main" id="{49C72562-2AF8-0A19-7C02-9F6A4E632A7E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74" name="Oval 773">
                        <a:extLst>
                          <a:ext uri="{FF2B5EF4-FFF2-40B4-BE49-F238E27FC236}">
                            <a16:creationId xmlns:a16="http://schemas.microsoft.com/office/drawing/2014/main" id="{467A7AC3-AFDD-0BA1-5311-615F554EA9E8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75" name="Arc 774">
                        <a:extLst>
                          <a:ext uri="{FF2B5EF4-FFF2-40B4-BE49-F238E27FC236}">
                            <a16:creationId xmlns:a16="http://schemas.microsoft.com/office/drawing/2014/main" id="{8491CA75-BD1C-6A5C-40BB-DD85B6B12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76" name="Oval 775">
                        <a:extLst>
                          <a:ext uri="{FF2B5EF4-FFF2-40B4-BE49-F238E27FC236}">
                            <a16:creationId xmlns:a16="http://schemas.microsoft.com/office/drawing/2014/main" id="{85B7E421-26CB-76BF-E6EE-FC9FA44999AF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77" name="Arc 776">
                        <a:extLst>
                          <a:ext uri="{FF2B5EF4-FFF2-40B4-BE49-F238E27FC236}">
                            <a16:creationId xmlns:a16="http://schemas.microsoft.com/office/drawing/2014/main" id="{A9276B74-5D81-5F6C-838E-BAE7233E2D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78" name="Arc 777">
                        <a:extLst>
                          <a:ext uri="{FF2B5EF4-FFF2-40B4-BE49-F238E27FC236}">
                            <a16:creationId xmlns:a16="http://schemas.microsoft.com/office/drawing/2014/main" id="{E6880393-6DD5-0829-B9FE-3AA4962C6B4E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756" name="Group 755">
                    <a:extLst>
                      <a:ext uri="{FF2B5EF4-FFF2-40B4-BE49-F238E27FC236}">
                        <a16:creationId xmlns:a16="http://schemas.microsoft.com/office/drawing/2014/main" id="{AE39DEC2-E515-7DA1-421F-9BDE9E738AA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759" name="Oval 758">
                      <a:extLst>
                        <a:ext uri="{FF2B5EF4-FFF2-40B4-BE49-F238E27FC236}">
                          <a16:creationId xmlns:a16="http://schemas.microsoft.com/office/drawing/2014/main" id="{3CC01742-145C-534E-076E-27666A45F5D1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760" name="Group 759">
                      <a:extLst>
                        <a:ext uri="{FF2B5EF4-FFF2-40B4-BE49-F238E27FC236}">
                          <a16:creationId xmlns:a16="http://schemas.microsoft.com/office/drawing/2014/main" id="{180203DC-50DE-C9EE-7418-4248B99899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761" name="Oval 760">
                        <a:extLst>
                          <a:ext uri="{FF2B5EF4-FFF2-40B4-BE49-F238E27FC236}">
                            <a16:creationId xmlns:a16="http://schemas.microsoft.com/office/drawing/2014/main" id="{2ABC1D63-2F58-E66B-9ED6-AF51F4C8A79E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62" name="Oval 761">
                        <a:extLst>
                          <a:ext uri="{FF2B5EF4-FFF2-40B4-BE49-F238E27FC236}">
                            <a16:creationId xmlns:a16="http://schemas.microsoft.com/office/drawing/2014/main" id="{6D0125CC-1669-D69C-B628-74E52B4929C3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63" name="Oval 762">
                        <a:extLst>
                          <a:ext uri="{FF2B5EF4-FFF2-40B4-BE49-F238E27FC236}">
                            <a16:creationId xmlns:a16="http://schemas.microsoft.com/office/drawing/2014/main" id="{2CF64CC0-D957-9510-CCB2-174A51AAF2F7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64" name="Oval 763">
                        <a:extLst>
                          <a:ext uri="{FF2B5EF4-FFF2-40B4-BE49-F238E27FC236}">
                            <a16:creationId xmlns:a16="http://schemas.microsoft.com/office/drawing/2014/main" id="{5E727B11-F75C-440A-110E-92C85BFEE229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65" name="Arc 764">
                        <a:extLst>
                          <a:ext uri="{FF2B5EF4-FFF2-40B4-BE49-F238E27FC236}">
                            <a16:creationId xmlns:a16="http://schemas.microsoft.com/office/drawing/2014/main" id="{F2C0DC83-5210-F3D5-A62B-16F5DC18D1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6" name="Oval 765">
                        <a:extLst>
                          <a:ext uri="{FF2B5EF4-FFF2-40B4-BE49-F238E27FC236}">
                            <a16:creationId xmlns:a16="http://schemas.microsoft.com/office/drawing/2014/main" id="{914DE019-A8F8-A643-4300-A04898A9997E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67" name="Arc 766">
                        <a:extLst>
                          <a:ext uri="{FF2B5EF4-FFF2-40B4-BE49-F238E27FC236}">
                            <a16:creationId xmlns:a16="http://schemas.microsoft.com/office/drawing/2014/main" id="{7AFC6B64-CF3A-F167-269B-82827279F2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8" name="Arc 767">
                        <a:extLst>
                          <a:ext uri="{FF2B5EF4-FFF2-40B4-BE49-F238E27FC236}">
                            <a16:creationId xmlns:a16="http://schemas.microsoft.com/office/drawing/2014/main" id="{51DAC6A4-E7B7-45D3-6948-21E2904D1DDD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757" name="Straight Connector 756">
                    <a:extLst>
                      <a:ext uri="{FF2B5EF4-FFF2-40B4-BE49-F238E27FC236}">
                        <a16:creationId xmlns:a16="http://schemas.microsoft.com/office/drawing/2014/main" id="{9F976AD7-99D6-D4B3-3691-518AD5519B1B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8" name="Straight Connector 757">
                    <a:extLst>
                      <a:ext uri="{FF2B5EF4-FFF2-40B4-BE49-F238E27FC236}">
                        <a16:creationId xmlns:a16="http://schemas.microsoft.com/office/drawing/2014/main" id="{FFB5B637-7435-736F-1598-A740D3F20F80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21" name="Group 720">
                  <a:extLst>
                    <a:ext uri="{FF2B5EF4-FFF2-40B4-BE49-F238E27FC236}">
                      <a16:creationId xmlns:a16="http://schemas.microsoft.com/office/drawing/2014/main" id="{0FF0F2A4-C6E4-32F4-244D-CB92DF6E4A76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731" name="Group 730">
                    <a:extLst>
                      <a:ext uri="{FF2B5EF4-FFF2-40B4-BE49-F238E27FC236}">
                        <a16:creationId xmlns:a16="http://schemas.microsoft.com/office/drawing/2014/main" id="{A9AF9C5A-E14E-4DD6-2290-E3FE00CDF63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745" name="Oval 744">
                      <a:extLst>
                        <a:ext uri="{FF2B5EF4-FFF2-40B4-BE49-F238E27FC236}">
                          <a16:creationId xmlns:a16="http://schemas.microsoft.com/office/drawing/2014/main" id="{A901881A-785B-6B6D-EE0E-3EA1710D63B1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746" name="Group 745">
                      <a:extLst>
                        <a:ext uri="{FF2B5EF4-FFF2-40B4-BE49-F238E27FC236}">
                          <a16:creationId xmlns:a16="http://schemas.microsoft.com/office/drawing/2014/main" id="{3CEE3AAC-F511-CD26-4D3E-B321F768F5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747" name="Oval 746">
                        <a:extLst>
                          <a:ext uri="{FF2B5EF4-FFF2-40B4-BE49-F238E27FC236}">
                            <a16:creationId xmlns:a16="http://schemas.microsoft.com/office/drawing/2014/main" id="{0021F0F4-421B-C68E-1535-D90C842E56A8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48" name="Oval 747">
                        <a:extLst>
                          <a:ext uri="{FF2B5EF4-FFF2-40B4-BE49-F238E27FC236}">
                            <a16:creationId xmlns:a16="http://schemas.microsoft.com/office/drawing/2014/main" id="{7EFA314A-C4CC-71DB-2DCC-FF6C6A72F35B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49" name="Oval 748">
                        <a:extLst>
                          <a:ext uri="{FF2B5EF4-FFF2-40B4-BE49-F238E27FC236}">
                            <a16:creationId xmlns:a16="http://schemas.microsoft.com/office/drawing/2014/main" id="{AD32A8FC-D08A-3101-AAB0-7727FE657924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50" name="Oval 749">
                        <a:extLst>
                          <a:ext uri="{FF2B5EF4-FFF2-40B4-BE49-F238E27FC236}">
                            <a16:creationId xmlns:a16="http://schemas.microsoft.com/office/drawing/2014/main" id="{E39C713F-CDFA-E4D1-4F5C-9730A078A440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51" name="Arc 750">
                        <a:extLst>
                          <a:ext uri="{FF2B5EF4-FFF2-40B4-BE49-F238E27FC236}">
                            <a16:creationId xmlns:a16="http://schemas.microsoft.com/office/drawing/2014/main" id="{295DCB15-3460-170F-F909-D8100F71D3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52" name="Oval 751">
                        <a:extLst>
                          <a:ext uri="{FF2B5EF4-FFF2-40B4-BE49-F238E27FC236}">
                            <a16:creationId xmlns:a16="http://schemas.microsoft.com/office/drawing/2014/main" id="{48461A53-AB04-51BF-36E9-7661EEDA8932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53" name="Arc 752">
                        <a:extLst>
                          <a:ext uri="{FF2B5EF4-FFF2-40B4-BE49-F238E27FC236}">
                            <a16:creationId xmlns:a16="http://schemas.microsoft.com/office/drawing/2014/main" id="{D245111E-6E02-6B50-516D-D9EA6D44D6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54" name="Arc 753">
                        <a:extLst>
                          <a:ext uri="{FF2B5EF4-FFF2-40B4-BE49-F238E27FC236}">
                            <a16:creationId xmlns:a16="http://schemas.microsoft.com/office/drawing/2014/main" id="{61AF6D9A-3C76-CE4D-6F94-D7168518049A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732" name="Group 731">
                    <a:extLst>
                      <a:ext uri="{FF2B5EF4-FFF2-40B4-BE49-F238E27FC236}">
                        <a16:creationId xmlns:a16="http://schemas.microsoft.com/office/drawing/2014/main" id="{24272D27-8915-5BE0-6E27-D81FB45D7B27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735" name="Oval 734">
                      <a:extLst>
                        <a:ext uri="{FF2B5EF4-FFF2-40B4-BE49-F238E27FC236}">
                          <a16:creationId xmlns:a16="http://schemas.microsoft.com/office/drawing/2014/main" id="{BDBC3C9F-DCE7-59AC-8E77-0DCC5D114206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736" name="Group 735">
                      <a:extLst>
                        <a:ext uri="{FF2B5EF4-FFF2-40B4-BE49-F238E27FC236}">
                          <a16:creationId xmlns:a16="http://schemas.microsoft.com/office/drawing/2014/main" id="{EF649534-9DDF-050D-78B1-CB3952FC0E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737" name="Oval 736">
                        <a:extLst>
                          <a:ext uri="{FF2B5EF4-FFF2-40B4-BE49-F238E27FC236}">
                            <a16:creationId xmlns:a16="http://schemas.microsoft.com/office/drawing/2014/main" id="{1C36104E-DD77-E5AD-31D3-BA482C7D1560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38" name="Oval 737">
                        <a:extLst>
                          <a:ext uri="{FF2B5EF4-FFF2-40B4-BE49-F238E27FC236}">
                            <a16:creationId xmlns:a16="http://schemas.microsoft.com/office/drawing/2014/main" id="{4A7E2CFD-2B4C-E7A9-E728-98BF56B652EA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39" name="Oval 738">
                        <a:extLst>
                          <a:ext uri="{FF2B5EF4-FFF2-40B4-BE49-F238E27FC236}">
                            <a16:creationId xmlns:a16="http://schemas.microsoft.com/office/drawing/2014/main" id="{E638C535-0408-F82F-EDF0-0CF45685D119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40" name="Oval 739">
                        <a:extLst>
                          <a:ext uri="{FF2B5EF4-FFF2-40B4-BE49-F238E27FC236}">
                            <a16:creationId xmlns:a16="http://schemas.microsoft.com/office/drawing/2014/main" id="{0AD707D1-7255-4055-D022-B5D6DCADF9B2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41" name="Arc 740">
                        <a:extLst>
                          <a:ext uri="{FF2B5EF4-FFF2-40B4-BE49-F238E27FC236}">
                            <a16:creationId xmlns:a16="http://schemas.microsoft.com/office/drawing/2014/main" id="{264240BF-D197-D0CB-3BEF-A061C0697E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42" name="Oval 741">
                        <a:extLst>
                          <a:ext uri="{FF2B5EF4-FFF2-40B4-BE49-F238E27FC236}">
                            <a16:creationId xmlns:a16="http://schemas.microsoft.com/office/drawing/2014/main" id="{8E5282EB-D792-D2E8-F994-C04FDBA91613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43" name="Arc 742">
                        <a:extLst>
                          <a:ext uri="{FF2B5EF4-FFF2-40B4-BE49-F238E27FC236}">
                            <a16:creationId xmlns:a16="http://schemas.microsoft.com/office/drawing/2014/main" id="{BD6AEC84-A412-BA28-23DE-B28456C598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44" name="Arc 743">
                        <a:extLst>
                          <a:ext uri="{FF2B5EF4-FFF2-40B4-BE49-F238E27FC236}">
                            <a16:creationId xmlns:a16="http://schemas.microsoft.com/office/drawing/2014/main" id="{D8C5CB60-DA9C-2291-A861-01161F11C890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733" name="Straight Connector 732">
                    <a:extLst>
                      <a:ext uri="{FF2B5EF4-FFF2-40B4-BE49-F238E27FC236}">
                        <a16:creationId xmlns:a16="http://schemas.microsoft.com/office/drawing/2014/main" id="{66CC3956-B9AA-8B78-34A2-66966F327059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4" name="Straight Connector 733">
                    <a:extLst>
                      <a:ext uri="{FF2B5EF4-FFF2-40B4-BE49-F238E27FC236}">
                        <a16:creationId xmlns:a16="http://schemas.microsoft.com/office/drawing/2014/main" id="{6755886B-511F-8C3F-4399-25BED233B9E8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22" name="Group 721">
                  <a:extLst>
                    <a:ext uri="{FF2B5EF4-FFF2-40B4-BE49-F238E27FC236}">
                      <a16:creationId xmlns:a16="http://schemas.microsoft.com/office/drawing/2014/main" id="{0D438D48-97B4-D6E7-6BF8-10C35E5E34E8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723" name="Moon 722">
                    <a:extLst>
                      <a:ext uri="{FF2B5EF4-FFF2-40B4-BE49-F238E27FC236}">
                        <a16:creationId xmlns:a16="http://schemas.microsoft.com/office/drawing/2014/main" id="{92307395-6A75-8930-40D4-E1B3511F4C4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4" name="Oval 723">
                    <a:extLst>
                      <a:ext uri="{FF2B5EF4-FFF2-40B4-BE49-F238E27FC236}">
                        <a16:creationId xmlns:a16="http://schemas.microsoft.com/office/drawing/2014/main" id="{131905A0-C168-3635-3627-F4153575A9AD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5" name="Oval 724">
                    <a:extLst>
                      <a:ext uri="{FF2B5EF4-FFF2-40B4-BE49-F238E27FC236}">
                        <a16:creationId xmlns:a16="http://schemas.microsoft.com/office/drawing/2014/main" id="{3F58263D-A075-9D07-140A-FDBF6DBF41E4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6" name="Oval 725">
                    <a:extLst>
                      <a:ext uri="{FF2B5EF4-FFF2-40B4-BE49-F238E27FC236}">
                        <a16:creationId xmlns:a16="http://schemas.microsoft.com/office/drawing/2014/main" id="{A4642696-EDF5-508B-036A-36C48FBC6D92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7" name="Oval 726">
                    <a:extLst>
                      <a:ext uri="{FF2B5EF4-FFF2-40B4-BE49-F238E27FC236}">
                        <a16:creationId xmlns:a16="http://schemas.microsoft.com/office/drawing/2014/main" id="{0819C42E-FC41-11A4-21A8-D3F193827DA9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8" name="Oval 727">
                    <a:extLst>
                      <a:ext uri="{FF2B5EF4-FFF2-40B4-BE49-F238E27FC236}">
                        <a16:creationId xmlns:a16="http://schemas.microsoft.com/office/drawing/2014/main" id="{938ED670-04A2-B2F1-CA0B-4C3BFA0DEB72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9" name="Oval 728">
                    <a:extLst>
                      <a:ext uri="{FF2B5EF4-FFF2-40B4-BE49-F238E27FC236}">
                        <a16:creationId xmlns:a16="http://schemas.microsoft.com/office/drawing/2014/main" id="{44335A87-80D3-EFBE-170A-0D208E130681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0" name="Oval 729">
                    <a:extLst>
                      <a:ext uri="{FF2B5EF4-FFF2-40B4-BE49-F238E27FC236}">
                        <a16:creationId xmlns:a16="http://schemas.microsoft.com/office/drawing/2014/main" id="{DD3C1E4E-871B-BC9A-5B5C-3FFA1C170C27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85" name="Group 984">
              <a:extLst>
                <a:ext uri="{FF2B5EF4-FFF2-40B4-BE49-F238E27FC236}">
                  <a16:creationId xmlns:a16="http://schemas.microsoft.com/office/drawing/2014/main" id="{12941944-DBBC-41CA-094C-9E45A036BB7C}"/>
                </a:ext>
              </a:extLst>
            </p:cNvPr>
            <p:cNvGrpSpPr/>
            <p:nvPr/>
          </p:nvGrpSpPr>
          <p:grpSpPr>
            <a:xfrm>
              <a:off x="7719111" y="2305108"/>
              <a:ext cx="714579" cy="561864"/>
              <a:chOff x="10462120" y="3202699"/>
              <a:chExt cx="714579" cy="561864"/>
            </a:xfrm>
          </p:grpSpPr>
          <p:sp>
            <p:nvSpPr>
              <p:cNvPr id="850" name="Oval 849">
                <a:extLst>
                  <a:ext uri="{FF2B5EF4-FFF2-40B4-BE49-F238E27FC236}">
                    <a16:creationId xmlns:a16="http://schemas.microsoft.com/office/drawing/2014/main" id="{A804155D-40F0-ECB1-7BED-21100A11BF98}"/>
                  </a:ext>
                </a:extLst>
              </p:cNvPr>
              <p:cNvSpPr/>
              <p:nvPr/>
            </p:nvSpPr>
            <p:spPr>
              <a:xfrm rot="5400000">
                <a:off x="10538478" y="3126341"/>
                <a:ext cx="561864" cy="71457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851" name="Group 850">
                <a:extLst>
                  <a:ext uri="{FF2B5EF4-FFF2-40B4-BE49-F238E27FC236}">
                    <a16:creationId xmlns:a16="http://schemas.microsoft.com/office/drawing/2014/main" id="{B3389DAC-9558-5228-4E7D-451D87E6A81A}"/>
                  </a:ext>
                </a:extLst>
              </p:cNvPr>
              <p:cNvGrpSpPr/>
              <p:nvPr/>
            </p:nvGrpSpPr>
            <p:grpSpPr>
              <a:xfrm rot="20357241">
                <a:off x="10655599" y="3227277"/>
                <a:ext cx="45719" cy="375264"/>
                <a:chOff x="6686062" y="3899868"/>
                <a:chExt cx="74130" cy="410527"/>
              </a:xfrm>
            </p:grpSpPr>
            <p:sp>
              <p:nvSpPr>
                <p:cNvPr id="852" name="Rounded Rectangle 851">
                  <a:extLst>
                    <a:ext uri="{FF2B5EF4-FFF2-40B4-BE49-F238E27FC236}">
                      <a16:creationId xmlns:a16="http://schemas.microsoft.com/office/drawing/2014/main" id="{E7018AE4-CE69-1F5F-3F08-95E823F73DAC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3" name="Rounded Rectangle 852">
                  <a:extLst>
                    <a:ext uri="{FF2B5EF4-FFF2-40B4-BE49-F238E27FC236}">
                      <a16:creationId xmlns:a16="http://schemas.microsoft.com/office/drawing/2014/main" id="{1A488D68-6F9A-5296-9A83-4E956BF8EA50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4" name="Rounded Rectangle 853">
                  <a:extLst>
                    <a:ext uri="{FF2B5EF4-FFF2-40B4-BE49-F238E27FC236}">
                      <a16:creationId xmlns:a16="http://schemas.microsoft.com/office/drawing/2014/main" id="{E7A8931B-07F2-8391-5C68-A754D1716395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5" name="Rounded Rectangle 854">
                  <a:extLst>
                    <a:ext uri="{FF2B5EF4-FFF2-40B4-BE49-F238E27FC236}">
                      <a16:creationId xmlns:a16="http://schemas.microsoft.com/office/drawing/2014/main" id="{64201E52-5288-02F3-5DEC-3F837E070449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6" name="Rounded Rectangle 855">
                  <a:extLst>
                    <a:ext uri="{FF2B5EF4-FFF2-40B4-BE49-F238E27FC236}">
                      <a16:creationId xmlns:a16="http://schemas.microsoft.com/office/drawing/2014/main" id="{40C57BC0-3325-99E1-5406-2B846BCBA95D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57" name="Straight Connector 856">
                  <a:extLst>
                    <a:ext uri="{FF2B5EF4-FFF2-40B4-BE49-F238E27FC236}">
                      <a16:creationId xmlns:a16="http://schemas.microsoft.com/office/drawing/2014/main" id="{5BABF181-9251-3A81-716D-C4FE4A90E2A3}"/>
                    </a:ext>
                  </a:extLst>
                </p:cNvPr>
                <p:cNvCxnSpPr>
                  <a:cxnSpLocks/>
                  <a:stCxn id="852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8" name="Group 857">
                <a:extLst>
                  <a:ext uri="{FF2B5EF4-FFF2-40B4-BE49-F238E27FC236}">
                    <a16:creationId xmlns:a16="http://schemas.microsoft.com/office/drawing/2014/main" id="{C8EC82AF-D80F-9CF7-0F7B-159D441178DC}"/>
                  </a:ext>
                </a:extLst>
              </p:cNvPr>
              <p:cNvGrpSpPr/>
              <p:nvPr/>
            </p:nvGrpSpPr>
            <p:grpSpPr>
              <a:xfrm rot="9928240" flipH="1" flipV="1">
                <a:off x="10604695" y="3352763"/>
                <a:ext cx="144704" cy="348791"/>
                <a:chOff x="8901293" y="933753"/>
                <a:chExt cx="2135899" cy="5148330"/>
              </a:xfrm>
              <a:solidFill>
                <a:srgbClr val="FF0000"/>
              </a:solidFill>
            </p:grpSpPr>
            <p:grpSp>
              <p:nvGrpSpPr>
                <p:cNvPr id="859" name="Group 858">
                  <a:extLst>
                    <a:ext uri="{FF2B5EF4-FFF2-40B4-BE49-F238E27FC236}">
                      <a16:creationId xmlns:a16="http://schemas.microsoft.com/office/drawing/2014/main" id="{A15EF009-FD4F-9A5A-F2B5-308EA3165D39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894" name="Group 893">
                    <a:extLst>
                      <a:ext uri="{FF2B5EF4-FFF2-40B4-BE49-F238E27FC236}">
                        <a16:creationId xmlns:a16="http://schemas.microsoft.com/office/drawing/2014/main" id="{7C2A4AF9-DFC8-B149-85C0-2494C6C8460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908" name="Oval 907">
                      <a:extLst>
                        <a:ext uri="{FF2B5EF4-FFF2-40B4-BE49-F238E27FC236}">
                          <a16:creationId xmlns:a16="http://schemas.microsoft.com/office/drawing/2014/main" id="{F67C92F5-E088-6E9E-E675-E60FB4B11E70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909" name="Group 908">
                      <a:extLst>
                        <a:ext uri="{FF2B5EF4-FFF2-40B4-BE49-F238E27FC236}">
                          <a16:creationId xmlns:a16="http://schemas.microsoft.com/office/drawing/2014/main" id="{A7FD678E-9634-39D8-1DC3-3C00550A09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910" name="Oval 909">
                        <a:extLst>
                          <a:ext uri="{FF2B5EF4-FFF2-40B4-BE49-F238E27FC236}">
                            <a16:creationId xmlns:a16="http://schemas.microsoft.com/office/drawing/2014/main" id="{A9E297FC-0D92-A5FF-D588-B5A9E503FC48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11" name="Oval 910">
                        <a:extLst>
                          <a:ext uri="{FF2B5EF4-FFF2-40B4-BE49-F238E27FC236}">
                            <a16:creationId xmlns:a16="http://schemas.microsoft.com/office/drawing/2014/main" id="{239025F0-1BAF-3B57-FBF3-50460ED90050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12" name="Oval 911">
                        <a:extLst>
                          <a:ext uri="{FF2B5EF4-FFF2-40B4-BE49-F238E27FC236}">
                            <a16:creationId xmlns:a16="http://schemas.microsoft.com/office/drawing/2014/main" id="{5EAB7A29-F68F-45E9-D892-43E343E2228F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13" name="Oval 912">
                        <a:extLst>
                          <a:ext uri="{FF2B5EF4-FFF2-40B4-BE49-F238E27FC236}">
                            <a16:creationId xmlns:a16="http://schemas.microsoft.com/office/drawing/2014/main" id="{CEBE5F16-C1AB-2F26-2077-E2E11247A284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14" name="Arc 913">
                        <a:extLst>
                          <a:ext uri="{FF2B5EF4-FFF2-40B4-BE49-F238E27FC236}">
                            <a16:creationId xmlns:a16="http://schemas.microsoft.com/office/drawing/2014/main" id="{120499CB-758F-2B9C-E0C1-49CF93068D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915" name="Oval 914">
                        <a:extLst>
                          <a:ext uri="{FF2B5EF4-FFF2-40B4-BE49-F238E27FC236}">
                            <a16:creationId xmlns:a16="http://schemas.microsoft.com/office/drawing/2014/main" id="{0AB470E0-3AEA-A703-98EA-9BCC035DDC30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16" name="Arc 915">
                        <a:extLst>
                          <a:ext uri="{FF2B5EF4-FFF2-40B4-BE49-F238E27FC236}">
                            <a16:creationId xmlns:a16="http://schemas.microsoft.com/office/drawing/2014/main" id="{E373EF30-6370-AC3F-EECF-04C8B4225C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917" name="Arc 916">
                        <a:extLst>
                          <a:ext uri="{FF2B5EF4-FFF2-40B4-BE49-F238E27FC236}">
                            <a16:creationId xmlns:a16="http://schemas.microsoft.com/office/drawing/2014/main" id="{0D8E18A2-F5AF-26C6-E3C1-56DD1E3D8CA3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895" name="Group 894">
                    <a:extLst>
                      <a:ext uri="{FF2B5EF4-FFF2-40B4-BE49-F238E27FC236}">
                        <a16:creationId xmlns:a16="http://schemas.microsoft.com/office/drawing/2014/main" id="{279AC996-2F6E-F597-8916-FCCF5D12FDB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898" name="Oval 897">
                      <a:extLst>
                        <a:ext uri="{FF2B5EF4-FFF2-40B4-BE49-F238E27FC236}">
                          <a16:creationId xmlns:a16="http://schemas.microsoft.com/office/drawing/2014/main" id="{6334EB7D-623F-FDD6-1E3A-D45C115932BE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899" name="Group 898">
                      <a:extLst>
                        <a:ext uri="{FF2B5EF4-FFF2-40B4-BE49-F238E27FC236}">
                          <a16:creationId xmlns:a16="http://schemas.microsoft.com/office/drawing/2014/main" id="{11703AA5-2D18-DB11-167F-E386939534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900" name="Oval 899">
                        <a:extLst>
                          <a:ext uri="{FF2B5EF4-FFF2-40B4-BE49-F238E27FC236}">
                            <a16:creationId xmlns:a16="http://schemas.microsoft.com/office/drawing/2014/main" id="{E72E15D1-D887-C1A5-6B9C-B42CF978F142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01" name="Oval 900">
                        <a:extLst>
                          <a:ext uri="{FF2B5EF4-FFF2-40B4-BE49-F238E27FC236}">
                            <a16:creationId xmlns:a16="http://schemas.microsoft.com/office/drawing/2014/main" id="{B39BD2F9-4647-B847-3AE0-F2C7566506B3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02" name="Oval 901">
                        <a:extLst>
                          <a:ext uri="{FF2B5EF4-FFF2-40B4-BE49-F238E27FC236}">
                            <a16:creationId xmlns:a16="http://schemas.microsoft.com/office/drawing/2014/main" id="{93CDDA4A-AF3C-BE95-45E2-8D71BE7F4B27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03" name="Oval 902">
                        <a:extLst>
                          <a:ext uri="{FF2B5EF4-FFF2-40B4-BE49-F238E27FC236}">
                            <a16:creationId xmlns:a16="http://schemas.microsoft.com/office/drawing/2014/main" id="{05520EA0-1404-13A5-610E-E0B527ABE3C7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04" name="Arc 903">
                        <a:extLst>
                          <a:ext uri="{FF2B5EF4-FFF2-40B4-BE49-F238E27FC236}">
                            <a16:creationId xmlns:a16="http://schemas.microsoft.com/office/drawing/2014/main" id="{9E3C2AEE-A876-D4DA-364D-23212EF459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905" name="Oval 904">
                        <a:extLst>
                          <a:ext uri="{FF2B5EF4-FFF2-40B4-BE49-F238E27FC236}">
                            <a16:creationId xmlns:a16="http://schemas.microsoft.com/office/drawing/2014/main" id="{7D30B801-C600-99A5-BFC9-427C009E1710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906" name="Arc 905">
                        <a:extLst>
                          <a:ext uri="{FF2B5EF4-FFF2-40B4-BE49-F238E27FC236}">
                            <a16:creationId xmlns:a16="http://schemas.microsoft.com/office/drawing/2014/main" id="{55541C9B-A291-C59D-DFB1-77F66543DD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907" name="Arc 906">
                        <a:extLst>
                          <a:ext uri="{FF2B5EF4-FFF2-40B4-BE49-F238E27FC236}">
                            <a16:creationId xmlns:a16="http://schemas.microsoft.com/office/drawing/2014/main" id="{E106741C-3BCF-D47F-D0C1-B59752014B4E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896" name="Straight Connector 895">
                    <a:extLst>
                      <a:ext uri="{FF2B5EF4-FFF2-40B4-BE49-F238E27FC236}">
                        <a16:creationId xmlns:a16="http://schemas.microsoft.com/office/drawing/2014/main" id="{6E20719E-E987-CC9C-6550-0735FC854F58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7" name="Straight Connector 896">
                    <a:extLst>
                      <a:ext uri="{FF2B5EF4-FFF2-40B4-BE49-F238E27FC236}">
                        <a16:creationId xmlns:a16="http://schemas.microsoft.com/office/drawing/2014/main" id="{D0F1E1D8-CAF4-A928-F5FF-198AA137D306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0" name="Group 859">
                  <a:extLst>
                    <a:ext uri="{FF2B5EF4-FFF2-40B4-BE49-F238E27FC236}">
                      <a16:creationId xmlns:a16="http://schemas.microsoft.com/office/drawing/2014/main" id="{26A519BE-F8B5-6060-FE72-DC91AA4D70CC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870" name="Group 869">
                    <a:extLst>
                      <a:ext uri="{FF2B5EF4-FFF2-40B4-BE49-F238E27FC236}">
                        <a16:creationId xmlns:a16="http://schemas.microsoft.com/office/drawing/2014/main" id="{DE5DE950-6B3F-9ECE-83FF-1BA28FA60AF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884" name="Oval 883">
                      <a:extLst>
                        <a:ext uri="{FF2B5EF4-FFF2-40B4-BE49-F238E27FC236}">
                          <a16:creationId xmlns:a16="http://schemas.microsoft.com/office/drawing/2014/main" id="{2597D4BE-6714-F01A-F087-8D13DEDD9D9B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885" name="Group 884">
                      <a:extLst>
                        <a:ext uri="{FF2B5EF4-FFF2-40B4-BE49-F238E27FC236}">
                          <a16:creationId xmlns:a16="http://schemas.microsoft.com/office/drawing/2014/main" id="{A3F6F41C-F553-F687-85FD-37B14857A5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886" name="Oval 885">
                        <a:extLst>
                          <a:ext uri="{FF2B5EF4-FFF2-40B4-BE49-F238E27FC236}">
                            <a16:creationId xmlns:a16="http://schemas.microsoft.com/office/drawing/2014/main" id="{FAFC06CB-4C2C-A5CA-14AE-3FFE97C1D7B5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87" name="Oval 886">
                        <a:extLst>
                          <a:ext uri="{FF2B5EF4-FFF2-40B4-BE49-F238E27FC236}">
                            <a16:creationId xmlns:a16="http://schemas.microsoft.com/office/drawing/2014/main" id="{735221B9-E2AE-2065-BAE8-87D93F6CB6E8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88" name="Oval 887">
                        <a:extLst>
                          <a:ext uri="{FF2B5EF4-FFF2-40B4-BE49-F238E27FC236}">
                            <a16:creationId xmlns:a16="http://schemas.microsoft.com/office/drawing/2014/main" id="{20AF77D5-629D-9693-AA27-859108A79240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89" name="Oval 888">
                        <a:extLst>
                          <a:ext uri="{FF2B5EF4-FFF2-40B4-BE49-F238E27FC236}">
                            <a16:creationId xmlns:a16="http://schemas.microsoft.com/office/drawing/2014/main" id="{B9AEF091-6CA0-8A5A-7651-25E8F166234B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90" name="Arc 889">
                        <a:extLst>
                          <a:ext uri="{FF2B5EF4-FFF2-40B4-BE49-F238E27FC236}">
                            <a16:creationId xmlns:a16="http://schemas.microsoft.com/office/drawing/2014/main" id="{0826F362-D4A4-E8D6-3A74-EB8D3F3AD7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91" name="Oval 890">
                        <a:extLst>
                          <a:ext uri="{FF2B5EF4-FFF2-40B4-BE49-F238E27FC236}">
                            <a16:creationId xmlns:a16="http://schemas.microsoft.com/office/drawing/2014/main" id="{FEF5F156-A8F4-C21A-D812-1D9C5F4ED07B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92" name="Arc 891">
                        <a:extLst>
                          <a:ext uri="{FF2B5EF4-FFF2-40B4-BE49-F238E27FC236}">
                            <a16:creationId xmlns:a16="http://schemas.microsoft.com/office/drawing/2014/main" id="{8D0969AB-EC07-04FB-FFD2-A6DF1D906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93" name="Arc 892">
                        <a:extLst>
                          <a:ext uri="{FF2B5EF4-FFF2-40B4-BE49-F238E27FC236}">
                            <a16:creationId xmlns:a16="http://schemas.microsoft.com/office/drawing/2014/main" id="{9B0C8E7A-1233-0058-DD3D-A16B05DC8695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871" name="Group 870">
                    <a:extLst>
                      <a:ext uri="{FF2B5EF4-FFF2-40B4-BE49-F238E27FC236}">
                        <a16:creationId xmlns:a16="http://schemas.microsoft.com/office/drawing/2014/main" id="{E0C7E542-8E28-ACAE-D1EE-590AFF320EA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874" name="Oval 873">
                      <a:extLst>
                        <a:ext uri="{FF2B5EF4-FFF2-40B4-BE49-F238E27FC236}">
                          <a16:creationId xmlns:a16="http://schemas.microsoft.com/office/drawing/2014/main" id="{61488899-28CC-2981-D935-16BA043BAE8F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875" name="Group 874">
                      <a:extLst>
                        <a:ext uri="{FF2B5EF4-FFF2-40B4-BE49-F238E27FC236}">
                          <a16:creationId xmlns:a16="http://schemas.microsoft.com/office/drawing/2014/main" id="{AF358EA2-6344-52F1-2A81-C200600B1A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876" name="Oval 875">
                        <a:extLst>
                          <a:ext uri="{FF2B5EF4-FFF2-40B4-BE49-F238E27FC236}">
                            <a16:creationId xmlns:a16="http://schemas.microsoft.com/office/drawing/2014/main" id="{785B4DE7-2F50-AA7A-04E6-1967AA1EDE0C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77" name="Oval 876">
                        <a:extLst>
                          <a:ext uri="{FF2B5EF4-FFF2-40B4-BE49-F238E27FC236}">
                            <a16:creationId xmlns:a16="http://schemas.microsoft.com/office/drawing/2014/main" id="{1ADF2163-FE1C-CC8D-9C6D-C2274A98B24E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78" name="Oval 877">
                        <a:extLst>
                          <a:ext uri="{FF2B5EF4-FFF2-40B4-BE49-F238E27FC236}">
                            <a16:creationId xmlns:a16="http://schemas.microsoft.com/office/drawing/2014/main" id="{9934BBE5-A784-0611-5147-AD15DE5E255F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79" name="Oval 878">
                        <a:extLst>
                          <a:ext uri="{FF2B5EF4-FFF2-40B4-BE49-F238E27FC236}">
                            <a16:creationId xmlns:a16="http://schemas.microsoft.com/office/drawing/2014/main" id="{2754A1A4-55CD-8274-9779-BE8390BEA395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80" name="Arc 879">
                        <a:extLst>
                          <a:ext uri="{FF2B5EF4-FFF2-40B4-BE49-F238E27FC236}">
                            <a16:creationId xmlns:a16="http://schemas.microsoft.com/office/drawing/2014/main" id="{FB56248A-DDE2-0D61-9840-38E0E0B15C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81" name="Oval 880">
                        <a:extLst>
                          <a:ext uri="{FF2B5EF4-FFF2-40B4-BE49-F238E27FC236}">
                            <a16:creationId xmlns:a16="http://schemas.microsoft.com/office/drawing/2014/main" id="{8D936522-4EF0-D541-8E08-C01FE4E8F3A5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882" name="Arc 881">
                        <a:extLst>
                          <a:ext uri="{FF2B5EF4-FFF2-40B4-BE49-F238E27FC236}">
                            <a16:creationId xmlns:a16="http://schemas.microsoft.com/office/drawing/2014/main" id="{BE3FB051-7FF1-F12D-0A50-741195CFEE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83" name="Arc 882">
                        <a:extLst>
                          <a:ext uri="{FF2B5EF4-FFF2-40B4-BE49-F238E27FC236}">
                            <a16:creationId xmlns:a16="http://schemas.microsoft.com/office/drawing/2014/main" id="{04D49909-954D-4DD1-6908-E205C3AF0789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872" name="Straight Connector 871">
                    <a:extLst>
                      <a:ext uri="{FF2B5EF4-FFF2-40B4-BE49-F238E27FC236}">
                        <a16:creationId xmlns:a16="http://schemas.microsoft.com/office/drawing/2014/main" id="{4355AEE6-0CC9-D298-70D0-88C48615673F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3" name="Straight Connector 872">
                    <a:extLst>
                      <a:ext uri="{FF2B5EF4-FFF2-40B4-BE49-F238E27FC236}">
                        <a16:creationId xmlns:a16="http://schemas.microsoft.com/office/drawing/2014/main" id="{7DC9C7A6-A949-EDCC-3384-54D348C0E45A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1" name="Group 860">
                  <a:extLst>
                    <a:ext uri="{FF2B5EF4-FFF2-40B4-BE49-F238E27FC236}">
                      <a16:creationId xmlns:a16="http://schemas.microsoft.com/office/drawing/2014/main" id="{C3606817-86DE-1D82-1831-74EC1BB3BC45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862" name="Moon 861">
                    <a:extLst>
                      <a:ext uri="{FF2B5EF4-FFF2-40B4-BE49-F238E27FC236}">
                        <a16:creationId xmlns:a16="http://schemas.microsoft.com/office/drawing/2014/main" id="{7E3C35C3-215F-E194-4C50-A11EF1C0BC2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3" name="Oval 862">
                    <a:extLst>
                      <a:ext uri="{FF2B5EF4-FFF2-40B4-BE49-F238E27FC236}">
                        <a16:creationId xmlns:a16="http://schemas.microsoft.com/office/drawing/2014/main" id="{F49E466A-7EEA-5B37-95ED-3CB5A0D38B5B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4" name="Oval 863">
                    <a:extLst>
                      <a:ext uri="{FF2B5EF4-FFF2-40B4-BE49-F238E27FC236}">
                        <a16:creationId xmlns:a16="http://schemas.microsoft.com/office/drawing/2014/main" id="{76C4CA28-A719-8FD3-6BCD-88620F8443C9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5" name="Oval 864">
                    <a:extLst>
                      <a:ext uri="{FF2B5EF4-FFF2-40B4-BE49-F238E27FC236}">
                        <a16:creationId xmlns:a16="http://schemas.microsoft.com/office/drawing/2014/main" id="{D940B710-2E15-EFA4-74E8-665E327D3E5B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6" name="Oval 865">
                    <a:extLst>
                      <a:ext uri="{FF2B5EF4-FFF2-40B4-BE49-F238E27FC236}">
                        <a16:creationId xmlns:a16="http://schemas.microsoft.com/office/drawing/2014/main" id="{66E45174-107B-48B0-E0DE-0B4A46D91864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7" name="Oval 866">
                    <a:extLst>
                      <a:ext uri="{FF2B5EF4-FFF2-40B4-BE49-F238E27FC236}">
                        <a16:creationId xmlns:a16="http://schemas.microsoft.com/office/drawing/2014/main" id="{E0C27BA8-322B-A1EE-48AD-7E9153651F34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8" name="Oval 867">
                    <a:extLst>
                      <a:ext uri="{FF2B5EF4-FFF2-40B4-BE49-F238E27FC236}">
                        <a16:creationId xmlns:a16="http://schemas.microsoft.com/office/drawing/2014/main" id="{050BE13F-EA1E-854D-C9C6-1177C50D4301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9" name="Oval 868">
                    <a:extLst>
                      <a:ext uri="{FF2B5EF4-FFF2-40B4-BE49-F238E27FC236}">
                        <a16:creationId xmlns:a16="http://schemas.microsoft.com/office/drawing/2014/main" id="{A6E7C9C3-F844-CDEF-DDD0-10436B811D27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90" name="Group 989">
              <a:extLst>
                <a:ext uri="{FF2B5EF4-FFF2-40B4-BE49-F238E27FC236}">
                  <a16:creationId xmlns:a16="http://schemas.microsoft.com/office/drawing/2014/main" id="{48CEB8CC-A2CD-EDF7-0694-6C3DDF876F31}"/>
                </a:ext>
              </a:extLst>
            </p:cNvPr>
            <p:cNvGrpSpPr/>
            <p:nvPr/>
          </p:nvGrpSpPr>
          <p:grpSpPr>
            <a:xfrm rot="5400000" flipH="1" flipV="1">
              <a:off x="7112076" y="3702619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058" name="Group 1057">
                <a:extLst>
                  <a:ext uri="{FF2B5EF4-FFF2-40B4-BE49-F238E27FC236}">
                    <a16:creationId xmlns:a16="http://schemas.microsoft.com/office/drawing/2014/main" id="{BC2209FC-0D69-C250-B675-9836F1FFF32B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093" name="Group 1092">
                  <a:extLst>
                    <a:ext uri="{FF2B5EF4-FFF2-40B4-BE49-F238E27FC236}">
                      <a16:creationId xmlns:a16="http://schemas.microsoft.com/office/drawing/2014/main" id="{D2BFADC0-85C3-2CB5-63B5-37B25B69D706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107" name="Oval 1106">
                    <a:extLst>
                      <a:ext uri="{FF2B5EF4-FFF2-40B4-BE49-F238E27FC236}">
                        <a16:creationId xmlns:a16="http://schemas.microsoft.com/office/drawing/2014/main" id="{B79D3C42-D27E-D12F-B7D6-18594D9F6D4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108" name="Group 1107">
                    <a:extLst>
                      <a:ext uri="{FF2B5EF4-FFF2-40B4-BE49-F238E27FC236}">
                        <a16:creationId xmlns:a16="http://schemas.microsoft.com/office/drawing/2014/main" id="{95F92821-00CD-6C59-5595-8FAF7E9BA5B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109" name="Oval 1108">
                      <a:extLst>
                        <a:ext uri="{FF2B5EF4-FFF2-40B4-BE49-F238E27FC236}">
                          <a16:creationId xmlns:a16="http://schemas.microsoft.com/office/drawing/2014/main" id="{297495F0-C33C-2FEE-3CA8-B53A3F27089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10" name="Oval 1109">
                      <a:extLst>
                        <a:ext uri="{FF2B5EF4-FFF2-40B4-BE49-F238E27FC236}">
                          <a16:creationId xmlns:a16="http://schemas.microsoft.com/office/drawing/2014/main" id="{3BC0AE07-4A8E-344F-5861-56168F28036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11" name="Oval 1110">
                      <a:extLst>
                        <a:ext uri="{FF2B5EF4-FFF2-40B4-BE49-F238E27FC236}">
                          <a16:creationId xmlns:a16="http://schemas.microsoft.com/office/drawing/2014/main" id="{B695D53A-473C-C8EC-D6AB-DEBF33C18E1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12" name="Oval 1111">
                      <a:extLst>
                        <a:ext uri="{FF2B5EF4-FFF2-40B4-BE49-F238E27FC236}">
                          <a16:creationId xmlns:a16="http://schemas.microsoft.com/office/drawing/2014/main" id="{67854993-C603-9623-09D0-D8502E57733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13" name="Arc 1112">
                      <a:extLst>
                        <a:ext uri="{FF2B5EF4-FFF2-40B4-BE49-F238E27FC236}">
                          <a16:creationId xmlns:a16="http://schemas.microsoft.com/office/drawing/2014/main" id="{041987B7-75C4-6AF7-DE80-10192D807F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14" name="Oval 1113">
                      <a:extLst>
                        <a:ext uri="{FF2B5EF4-FFF2-40B4-BE49-F238E27FC236}">
                          <a16:creationId xmlns:a16="http://schemas.microsoft.com/office/drawing/2014/main" id="{17F1B7CE-09F9-C484-BEB8-F0C2E2DBC0A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15" name="Arc 1114">
                      <a:extLst>
                        <a:ext uri="{FF2B5EF4-FFF2-40B4-BE49-F238E27FC236}">
                          <a16:creationId xmlns:a16="http://schemas.microsoft.com/office/drawing/2014/main" id="{408F2323-FC4A-7DF3-F789-1D1B0E2CA8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16" name="Arc 1115">
                      <a:extLst>
                        <a:ext uri="{FF2B5EF4-FFF2-40B4-BE49-F238E27FC236}">
                          <a16:creationId xmlns:a16="http://schemas.microsoft.com/office/drawing/2014/main" id="{1958F08C-8C1E-EC4E-A759-E82D505A752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94" name="Group 1093">
                  <a:extLst>
                    <a:ext uri="{FF2B5EF4-FFF2-40B4-BE49-F238E27FC236}">
                      <a16:creationId xmlns:a16="http://schemas.microsoft.com/office/drawing/2014/main" id="{56D01B70-6D7D-D3FA-500C-88D738115A28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97" name="Oval 1096">
                    <a:extLst>
                      <a:ext uri="{FF2B5EF4-FFF2-40B4-BE49-F238E27FC236}">
                        <a16:creationId xmlns:a16="http://schemas.microsoft.com/office/drawing/2014/main" id="{ED23D4C4-4445-7277-BF10-2FFCE34FB2D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98" name="Group 1097">
                    <a:extLst>
                      <a:ext uri="{FF2B5EF4-FFF2-40B4-BE49-F238E27FC236}">
                        <a16:creationId xmlns:a16="http://schemas.microsoft.com/office/drawing/2014/main" id="{110061D8-5CD6-C517-9C64-B12517E89E8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99" name="Oval 1098">
                      <a:extLst>
                        <a:ext uri="{FF2B5EF4-FFF2-40B4-BE49-F238E27FC236}">
                          <a16:creationId xmlns:a16="http://schemas.microsoft.com/office/drawing/2014/main" id="{D23CD0AD-6A03-AC70-858F-500B3DC2B5C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00" name="Oval 1099">
                      <a:extLst>
                        <a:ext uri="{FF2B5EF4-FFF2-40B4-BE49-F238E27FC236}">
                          <a16:creationId xmlns:a16="http://schemas.microsoft.com/office/drawing/2014/main" id="{50A62345-A524-215C-0C6B-A9B3C4F8DA1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01" name="Oval 1100">
                      <a:extLst>
                        <a:ext uri="{FF2B5EF4-FFF2-40B4-BE49-F238E27FC236}">
                          <a16:creationId xmlns:a16="http://schemas.microsoft.com/office/drawing/2014/main" id="{431896C9-9516-6F80-649C-74CCF58D2F1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02" name="Oval 1101">
                      <a:extLst>
                        <a:ext uri="{FF2B5EF4-FFF2-40B4-BE49-F238E27FC236}">
                          <a16:creationId xmlns:a16="http://schemas.microsoft.com/office/drawing/2014/main" id="{0C1521C2-FB6D-1DE9-F369-29BB5AF34B29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03" name="Arc 1102">
                      <a:extLst>
                        <a:ext uri="{FF2B5EF4-FFF2-40B4-BE49-F238E27FC236}">
                          <a16:creationId xmlns:a16="http://schemas.microsoft.com/office/drawing/2014/main" id="{5D1111A8-2505-3B38-ACA6-1F67DF09C8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04" name="Oval 1103">
                      <a:extLst>
                        <a:ext uri="{FF2B5EF4-FFF2-40B4-BE49-F238E27FC236}">
                          <a16:creationId xmlns:a16="http://schemas.microsoft.com/office/drawing/2014/main" id="{DFEDCF8D-2B96-13AC-1DEF-5BAABAA2B8B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05" name="Arc 1104">
                      <a:extLst>
                        <a:ext uri="{FF2B5EF4-FFF2-40B4-BE49-F238E27FC236}">
                          <a16:creationId xmlns:a16="http://schemas.microsoft.com/office/drawing/2014/main" id="{92D28B03-8229-4AE8-AF8D-D32851A042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06" name="Arc 1105">
                      <a:extLst>
                        <a:ext uri="{FF2B5EF4-FFF2-40B4-BE49-F238E27FC236}">
                          <a16:creationId xmlns:a16="http://schemas.microsoft.com/office/drawing/2014/main" id="{96E1D51C-8E6E-0680-B90B-038CD2748F5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095" name="Straight Connector 1094">
                  <a:extLst>
                    <a:ext uri="{FF2B5EF4-FFF2-40B4-BE49-F238E27FC236}">
                      <a16:creationId xmlns:a16="http://schemas.microsoft.com/office/drawing/2014/main" id="{2FE11A88-5C8E-5F8D-68C9-12E26B2EB3C1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6" name="Straight Connector 1095">
                  <a:extLst>
                    <a:ext uri="{FF2B5EF4-FFF2-40B4-BE49-F238E27FC236}">
                      <a16:creationId xmlns:a16="http://schemas.microsoft.com/office/drawing/2014/main" id="{65E7C015-1366-DF37-B3BC-3AD3766FB33B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59" name="Group 1058">
                <a:extLst>
                  <a:ext uri="{FF2B5EF4-FFF2-40B4-BE49-F238E27FC236}">
                    <a16:creationId xmlns:a16="http://schemas.microsoft.com/office/drawing/2014/main" id="{9C02614F-B625-9D85-74C1-E09580045071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069" name="Group 1068">
                  <a:extLst>
                    <a:ext uri="{FF2B5EF4-FFF2-40B4-BE49-F238E27FC236}">
                      <a16:creationId xmlns:a16="http://schemas.microsoft.com/office/drawing/2014/main" id="{3ED9914D-9DAE-ADE5-999A-5638B3DC4FC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83" name="Oval 1082">
                    <a:extLst>
                      <a:ext uri="{FF2B5EF4-FFF2-40B4-BE49-F238E27FC236}">
                        <a16:creationId xmlns:a16="http://schemas.microsoft.com/office/drawing/2014/main" id="{41D425E4-3C81-4F06-854B-90E9D000F07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84" name="Group 1083">
                    <a:extLst>
                      <a:ext uri="{FF2B5EF4-FFF2-40B4-BE49-F238E27FC236}">
                        <a16:creationId xmlns:a16="http://schemas.microsoft.com/office/drawing/2014/main" id="{4D2B5B30-B207-72B0-3E50-D0CC7DE4EE9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85" name="Oval 1084">
                      <a:extLst>
                        <a:ext uri="{FF2B5EF4-FFF2-40B4-BE49-F238E27FC236}">
                          <a16:creationId xmlns:a16="http://schemas.microsoft.com/office/drawing/2014/main" id="{2090E470-D596-08C4-6CE9-2A8AEE99324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86" name="Oval 1085">
                      <a:extLst>
                        <a:ext uri="{FF2B5EF4-FFF2-40B4-BE49-F238E27FC236}">
                          <a16:creationId xmlns:a16="http://schemas.microsoft.com/office/drawing/2014/main" id="{3500A8A3-B006-5020-4E67-AF42A84370F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87" name="Oval 1086">
                      <a:extLst>
                        <a:ext uri="{FF2B5EF4-FFF2-40B4-BE49-F238E27FC236}">
                          <a16:creationId xmlns:a16="http://schemas.microsoft.com/office/drawing/2014/main" id="{09B41E5D-B0F7-C8B6-7EFB-2D00F1485A3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88" name="Oval 1087">
                      <a:extLst>
                        <a:ext uri="{FF2B5EF4-FFF2-40B4-BE49-F238E27FC236}">
                          <a16:creationId xmlns:a16="http://schemas.microsoft.com/office/drawing/2014/main" id="{070F22D0-C896-89F1-707F-655D16E975A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89" name="Arc 1088">
                      <a:extLst>
                        <a:ext uri="{FF2B5EF4-FFF2-40B4-BE49-F238E27FC236}">
                          <a16:creationId xmlns:a16="http://schemas.microsoft.com/office/drawing/2014/main" id="{5FB68C09-D6CF-8225-1FA6-699B3EDFD1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90" name="Oval 1089">
                      <a:extLst>
                        <a:ext uri="{FF2B5EF4-FFF2-40B4-BE49-F238E27FC236}">
                          <a16:creationId xmlns:a16="http://schemas.microsoft.com/office/drawing/2014/main" id="{5D4C1D26-9A6A-3485-047C-53E74021B4B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91" name="Arc 1090">
                      <a:extLst>
                        <a:ext uri="{FF2B5EF4-FFF2-40B4-BE49-F238E27FC236}">
                          <a16:creationId xmlns:a16="http://schemas.microsoft.com/office/drawing/2014/main" id="{42419D35-68B1-102C-B7E8-7F7862E82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92" name="Arc 1091">
                      <a:extLst>
                        <a:ext uri="{FF2B5EF4-FFF2-40B4-BE49-F238E27FC236}">
                          <a16:creationId xmlns:a16="http://schemas.microsoft.com/office/drawing/2014/main" id="{58657B42-56A7-12AC-2417-7EFDD9AD241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4DCFF161-E837-7917-0039-4BF4C0DE3837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73" name="Oval 1072">
                    <a:extLst>
                      <a:ext uri="{FF2B5EF4-FFF2-40B4-BE49-F238E27FC236}">
                        <a16:creationId xmlns:a16="http://schemas.microsoft.com/office/drawing/2014/main" id="{01143272-EA05-1643-DED5-663C089FB3E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74" name="Group 1073">
                    <a:extLst>
                      <a:ext uri="{FF2B5EF4-FFF2-40B4-BE49-F238E27FC236}">
                        <a16:creationId xmlns:a16="http://schemas.microsoft.com/office/drawing/2014/main" id="{7B192469-59C6-1BC5-BA32-D00896A60D4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75" name="Oval 1074">
                      <a:extLst>
                        <a:ext uri="{FF2B5EF4-FFF2-40B4-BE49-F238E27FC236}">
                          <a16:creationId xmlns:a16="http://schemas.microsoft.com/office/drawing/2014/main" id="{8F01268D-8950-074F-2BEF-477325F51AE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76" name="Oval 1075">
                      <a:extLst>
                        <a:ext uri="{FF2B5EF4-FFF2-40B4-BE49-F238E27FC236}">
                          <a16:creationId xmlns:a16="http://schemas.microsoft.com/office/drawing/2014/main" id="{04C27CE8-C9A9-0D70-5BCB-893B87791E5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77" name="Oval 1076">
                      <a:extLst>
                        <a:ext uri="{FF2B5EF4-FFF2-40B4-BE49-F238E27FC236}">
                          <a16:creationId xmlns:a16="http://schemas.microsoft.com/office/drawing/2014/main" id="{1C9B10A0-2648-187F-973F-B79C5DC2DE3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78" name="Oval 1077">
                      <a:extLst>
                        <a:ext uri="{FF2B5EF4-FFF2-40B4-BE49-F238E27FC236}">
                          <a16:creationId xmlns:a16="http://schemas.microsoft.com/office/drawing/2014/main" id="{2545D1CD-C5AD-AA53-AC61-CDFF284E814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79" name="Arc 1078">
                      <a:extLst>
                        <a:ext uri="{FF2B5EF4-FFF2-40B4-BE49-F238E27FC236}">
                          <a16:creationId xmlns:a16="http://schemas.microsoft.com/office/drawing/2014/main" id="{A902CEE9-2EB4-DACE-3422-B474430AAC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0" name="Oval 1079">
                      <a:extLst>
                        <a:ext uri="{FF2B5EF4-FFF2-40B4-BE49-F238E27FC236}">
                          <a16:creationId xmlns:a16="http://schemas.microsoft.com/office/drawing/2014/main" id="{0CEDAC6A-6F0C-A6B1-C90C-0001106DEFB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81" name="Arc 1080">
                      <a:extLst>
                        <a:ext uri="{FF2B5EF4-FFF2-40B4-BE49-F238E27FC236}">
                          <a16:creationId xmlns:a16="http://schemas.microsoft.com/office/drawing/2014/main" id="{A2F1CFA7-84AB-FA80-6E66-87DF7BAEF4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2" name="Arc 1081">
                      <a:extLst>
                        <a:ext uri="{FF2B5EF4-FFF2-40B4-BE49-F238E27FC236}">
                          <a16:creationId xmlns:a16="http://schemas.microsoft.com/office/drawing/2014/main" id="{345E21BD-5C07-A8E2-98B9-493E431E108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071" name="Straight Connector 1070">
                  <a:extLst>
                    <a:ext uri="{FF2B5EF4-FFF2-40B4-BE49-F238E27FC236}">
                      <a16:creationId xmlns:a16="http://schemas.microsoft.com/office/drawing/2014/main" id="{8FF24B0E-6144-6137-81EA-BF099CC17F49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2" name="Straight Connector 1071">
                  <a:extLst>
                    <a:ext uri="{FF2B5EF4-FFF2-40B4-BE49-F238E27FC236}">
                      <a16:creationId xmlns:a16="http://schemas.microsoft.com/office/drawing/2014/main" id="{FD0D504C-BC1C-E1E7-3AC0-B6FC8540ACA2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60" name="Group 1059">
                <a:extLst>
                  <a:ext uri="{FF2B5EF4-FFF2-40B4-BE49-F238E27FC236}">
                    <a16:creationId xmlns:a16="http://schemas.microsoft.com/office/drawing/2014/main" id="{7C9B346B-52E7-E097-1316-4E5899531798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061" name="Moon 1060">
                  <a:extLst>
                    <a:ext uri="{FF2B5EF4-FFF2-40B4-BE49-F238E27FC236}">
                      <a16:creationId xmlns:a16="http://schemas.microsoft.com/office/drawing/2014/main" id="{53CC00A4-F2A5-2D88-6873-7596F7E5FB9B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2" name="Oval 1061">
                  <a:extLst>
                    <a:ext uri="{FF2B5EF4-FFF2-40B4-BE49-F238E27FC236}">
                      <a16:creationId xmlns:a16="http://schemas.microsoft.com/office/drawing/2014/main" id="{5E2104E2-4AD8-0BD4-0B0A-65595B6C9EDF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3" name="Oval 1062">
                  <a:extLst>
                    <a:ext uri="{FF2B5EF4-FFF2-40B4-BE49-F238E27FC236}">
                      <a16:creationId xmlns:a16="http://schemas.microsoft.com/office/drawing/2014/main" id="{7D7251D8-9CA6-0D92-90A9-AFBDAA391580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4" name="Oval 1063">
                  <a:extLst>
                    <a:ext uri="{FF2B5EF4-FFF2-40B4-BE49-F238E27FC236}">
                      <a16:creationId xmlns:a16="http://schemas.microsoft.com/office/drawing/2014/main" id="{583222F5-BBA5-A8C8-33DB-0A6D44A3399B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5" name="Oval 1064">
                  <a:extLst>
                    <a:ext uri="{FF2B5EF4-FFF2-40B4-BE49-F238E27FC236}">
                      <a16:creationId xmlns:a16="http://schemas.microsoft.com/office/drawing/2014/main" id="{0EFEBEFF-9212-0FF7-D874-0F7F12C51D9D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6" name="Oval 1065">
                  <a:extLst>
                    <a:ext uri="{FF2B5EF4-FFF2-40B4-BE49-F238E27FC236}">
                      <a16:creationId xmlns:a16="http://schemas.microsoft.com/office/drawing/2014/main" id="{38BE3B31-CBAB-26E7-FC69-11A0556E46AD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7" name="Oval 1066">
                  <a:extLst>
                    <a:ext uri="{FF2B5EF4-FFF2-40B4-BE49-F238E27FC236}">
                      <a16:creationId xmlns:a16="http://schemas.microsoft.com/office/drawing/2014/main" id="{804C144F-223D-13DF-5D11-240EF722A1CC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8" name="Oval 1067">
                  <a:extLst>
                    <a:ext uri="{FF2B5EF4-FFF2-40B4-BE49-F238E27FC236}">
                      <a16:creationId xmlns:a16="http://schemas.microsoft.com/office/drawing/2014/main" id="{E5BDBF8C-4B8D-3B37-5C96-E2208CB178C6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92" name="Group 991">
              <a:extLst>
                <a:ext uri="{FF2B5EF4-FFF2-40B4-BE49-F238E27FC236}">
                  <a16:creationId xmlns:a16="http://schemas.microsoft.com/office/drawing/2014/main" id="{A639523B-9F06-296D-79BD-0311CA60151B}"/>
                </a:ext>
              </a:extLst>
            </p:cNvPr>
            <p:cNvGrpSpPr/>
            <p:nvPr/>
          </p:nvGrpSpPr>
          <p:grpSpPr>
            <a:xfrm rot="5400000" flipH="1" flipV="1">
              <a:off x="7068648" y="3062843"/>
              <a:ext cx="144704" cy="348791"/>
              <a:chOff x="8901293" y="933753"/>
              <a:chExt cx="2135899" cy="5148330"/>
            </a:xfrm>
            <a:solidFill>
              <a:srgbClr val="0070C0"/>
            </a:solidFill>
          </p:grpSpPr>
          <p:grpSp>
            <p:nvGrpSpPr>
              <p:cNvPr id="993" name="Group 992">
                <a:extLst>
                  <a:ext uri="{FF2B5EF4-FFF2-40B4-BE49-F238E27FC236}">
                    <a16:creationId xmlns:a16="http://schemas.microsoft.com/office/drawing/2014/main" id="{3B1AD6D3-632D-E66E-D522-1045590E2EAD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028" name="Group 1027">
                  <a:extLst>
                    <a:ext uri="{FF2B5EF4-FFF2-40B4-BE49-F238E27FC236}">
                      <a16:creationId xmlns:a16="http://schemas.microsoft.com/office/drawing/2014/main" id="{2C5E4806-F203-498D-2386-407EB2AF0810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42" name="Oval 1041">
                    <a:extLst>
                      <a:ext uri="{FF2B5EF4-FFF2-40B4-BE49-F238E27FC236}">
                        <a16:creationId xmlns:a16="http://schemas.microsoft.com/office/drawing/2014/main" id="{92A6D0E7-7AF9-3828-3B64-8D98361E9C8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43" name="Group 1042">
                    <a:extLst>
                      <a:ext uri="{FF2B5EF4-FFF2-40B4-BE49-F238E27FC236}">
                        <a16:creationId xmlns:a16="http://schemas.microsoft.com/office/drawing/2014/main" id="{9D73C88B-00F0-C25E-515E-B9BCC854D98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44" name="Oval 1043">
                      <a:extLst>
                        <a:ext uri="{FF2B5EF4-FFF2-40B4-BE49-F238E27FC236}">
                          <a16:creationId xmlns:a16="http://schemas.microsoft.com/office/drawing/2014/main" id="{63AD1A35-8175-0A3C-3AC6-08F015AF281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5" name="Oval 1044">
                      <a:extLst>
                        <a:ext uri="{FF2B5EF4-FFF2-40B4-BE49-F238E27FC236}">
                          <a16:creationId xmlns:a16="http://schemas.microsoft.com/office/drawing/2014/main" id="{62DB92EF-3C3E-4E03-3456-6A18EA6F1CB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6" name="Oval 1045">
                      <a:extLst>
                        <a:ext uri="{FF2B5EF4-FFF2-40B4-BE49-F238E27FC236}">
                          <a16:creationId xmlns:a16="http://schemas.microsoft.com/office/drawing/2014/main" id="{612658D7-E365-A516-EB96-ABE84A16C4B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7" name="Oval 1046">
                      <a:extLst>
                        <a:ext uri="{FF2B5EF4-FFF2-40B4-BE49-F238E27FC236}">
                          <a16:creationId xmlns:a16="http://schemas.microsoft.com/office/drawing/2014/main" id="{BF35A60E-E771-645B-E9CC-838B986ED75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8" name="Arc 1047">
                      <a:extLst>
                        <a:ext uri="{FF2B5EF4-FFF2-40B4-BE49-F238E27FC236}">
                          <a16:creationId xmlns:a16="http://schemas.microsoft.com/office/drawing/2014/main" id="{DDF9F357-895D-8D5E-71A3-9A7536187E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49" name="Oval 1048">
                      <a:extLst>
                        <a:ext uri="{FF2B5EF4-FFF2-40B4-BE49-F238E27FC236}">
                          <a16:creationId xmlns:a16="http://schemas.microsoft.com/office/drawing/2014/main" id="{F08EE908-D50B-48FE-20FB-F1F745BE182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50" name="Arc 1049">
                      <a:extLst>
                        <a:ext uri="{FF2B5EF4-FFF2-40B4-BE49-F238E27FC236}">
                          <a16:creationId xmlns:a16="http://schemas.microsoft.com/office/drawing/2014/main" id="{B3784A36-7BA7-5EA1-5517-DFCE69E788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51" name="Arc 1050">
                      <a:extLst>
                        <a:ext uri="{FF2B5EF4-FFF2-40B4-BE49-F238E27FC236}">
                          <a16:creationId xmlns:a16="http://schemas.microsoft.com/office/drawing/2014/main" id="{CDA0B608-F4CD-F364-986E-24181DD128E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29" name="Group 1028">
                  <a:extLst>
                    <a:ext uri="{FF2B5EF4-FFF2-40B4-BE49-F238E27FC236}">
                      <a16:creationId xmlns:a16="http://schemas.microsoft.com/office/drawing/2014/main" id="{EB00CDE0-E88C-20B4-DEE2-20CB0E2381E9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32" name="Oval 1031">
                    <a:extLst>
                      <a:ext uri="{FF2B5EF4-FFF2-40B4-BE49-F238E27FC236}">
                        <a16:creationId xmlns:a16="http://schemas.microsoft.com/office/drawing/2014/main" id="{1D636822-CAAE-4C9F-C144-D61D3FC33FA5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33" name="Group 1032">
                    <a:extLst>
                      <a:ext uri="{FF2B5EF4-FFF2-40B4-BE49-F238E27FC236}">
                        <a16:creationId xmlns:a16="http://schemas.microsoft.com/office/drawing/2014/main" id="{6B8F540B-BCBF-6F85-4EED-A95930F74F7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34" name="Oval 1033">
                      <a:extLst>
                        <a:ext uri="{FF2B5EF4-FFF2-40B4-BE49-F238E27FC236}">
                          <a16:creationId xmlns:a16="http://schemas.microsoft.com/office/drawing/2014/main" id="{A673D2FA-2754-61E3-6C9E-06377663A8C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5" name="Oval 1034">
                      <a:extLst>
                        <a:ext uri="{FF2B5EF4-FFF2-40B4-BE49-F238E27FC236}">
                          <a16:creationId xmlns:a16="http://schemas.microsoft.com/office/drawing/2014/main" id="{23697773-6D2C-F6E4-1578-71EC65C7F555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6" name="Oval 1035">
                      <a:extLst>
                        <a:ext uri="{FF2B5EF4-FFF2-40B4-BE49-F238E27FC236}">
                          <a16:creationId xmlns:a16="http://schemas.microsoft.com/office/drawing/2014/main" id="{9F5F9BD9-B805-ACC8-AF63-29612325FBF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7" name="Oval 1036">
                      <a:extLst>
                        <a:ext uri="{FF2B5EF4-FFF2-40B4-BE49-F238E27FC236}">
                          <a16:creationId xmlns:a16="http://schemas.microsoft.com/office/drawing/2014/main" id="{B9670530-FB76-7212-07F4-6066AA86480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8" name="Arc 1037">
                      <a:extLst>
                        <a:ext uri="{FF2B5EF4-FFF2-40B4-BE49-F238E27FC236}">
                          <a16:creationId xmlns:a16="http://schemas.microsoft.com/office/drawing/2014/main" id="{D5DBE071-076B-8914-2A91-687F87576D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9" name="Oval 1038">
                      <a:extLst>
                        <a:ext uri="{FF2B5EF4-FFF2-40B4-BE49-F238E27FC236}">
                          <a16:creationId xmlns:a16="http://schemas.microsoft.com/office/drawing/2014/main" id="{9F0CF662-9DB9-DF00-1364-D655287E76F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0" name="Arc 1039">
                      <a:extLst>
                        <a:ext uri="{FF2B5EF4-FFF2-40B4-BE49-F238E27FC236}">
                          <a16:creationId xmlns:a16="http://schemas.microsoft.com/office/drawing/2014/main" id="{4B0D0808-73E0-BD85-FC4D-AE5D6F637D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41" name="Arc 1040">
                      <a:extLst>
                        <a:ext uri="{FF2B5EF4-FFF2-40B4-BE49-F238E27FC236}">
                          <a16:creationId xmlns:a16="http://schemas.microsoft.com/office/drawing/2014/main" id="{5A374ADF-6C6F-5705-474E-0963122611A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DBFD489B-35E4-E978-6CAC-554D5D0E72D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CACDE308-A712-D4B3-3F2C-88BF0D02C270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94" name="Group 993">
                <a:extLst>
                  <a:ext uri="{FF2B5EF4-FFF2-40B4-BE49-F238E27FC236}">
                    <a16:creationId xmlns:a16="http://schemas.microsoft.com/office/drawing/2014/main" id="{BB0FF37A-4831-284B-D78C-25F993A69023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004" name="Group 1003">
                  <a:extLst>
                    <a:ext uri="{FF2B5EF4-FFF2-40B4-BE49-F238E27FC236}">
                      <a16:creationId xmlns:a16="http://schemas.microsoft.com/office/drawing/2014/main" id="{805542B0-84FA-4339-51F0-097559FEB69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18" name="Oval 1017">
                    <a:extLst>
                      <a:ext uri="{FF2B5EF4-FFF2-40B4-BE49-F238E27FC236}">
                        <a16:creationId xmlns:a16="http://schemas.microsoft.com/office/drawing/2014/main" id="{DDD87855-C7B7-EC73-D316-6B7B020A90D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19" name="Group 1018">
                    <a:extLst>
                      <a:ext uri="{FF2B5EF4-FFF2-40B4-BE49-F238E27FC236}">
                        <a16:creationId xmlns:a16="http://schemas.microsoft.com/office/drawing/2014/main" id="{3D4AD0E7-D48C-1CEA-1FF2-1A5C5230714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20" name="Oval 1019">
                      <a:extLst>
                        <a:ext uri="{FF2B5EF4-FFF2-40B4-BE49-F238E27FC236}">
                          <a16:creationId xmlns:a16="http://schemas.microsoft.com/office/drawing/2014/main" id="{A2F9A523-C9A9-D578-4190-F98F1367D25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21" name="Oval 1020">
                      <a:extLst>
                        <a:ext uri="{FF2B5EF4-FFF2-40B4-BE49-F238E27FC236}">
                          <a16:creationId xmlns:a16="http://schemas.microsoft.com/office/drawing/2014/main" id="{BB5D99F3-157E-718E-72FB-6579EE11A889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22" name="Oval 1021">
                      <a:extLst>
                        <a:ext uri="{FF2B5EF4-FFF2-40B4-BE49-F238E27FC236}">
                          <a16:creationId xmlns:a16="http://schemas.microsoft.com/office/drawing/2014/main" id="{1BE8C4DB-97CD-1A08-672F-6943846CA54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23" name="Oval 1022">
                      <a:extLst>
                        <a:ext uri="{FF2B5EF4-FFF2-40B4-BE49-F238E27FC236}">
                          <a16:creationId xmlns:a16="http://schemas.microsoft.com/office/drawing/2014/main" id="{3A2C8C95-2AD9-D426-026D-95130F5ED46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24" name="Arc 1023">
                      <a:extLst>
                        <a:ext uri="{FF2B5EF4-FFF2-40B4-BE49-F238E27FC236}">
                          <a16:creationId xmlns:a16="http://schemas.microsoft.com/office/drawing/2014/main" id="{FB5D0643-2D1B-4C81-2913-A2F469A6D6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5" name="Oval 1024">
                      <a:extLst>
                        <a:ext uri="{FF2B5EF4-FFF2-40B4-BE49-F238E27FC236}">
                          <a16:creationId xmlns:a16="http://schemas.microsoft.com/office/drawing/2014/main" id="{DC5F138D-01F1-9251-F935-C5A8E9399DF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26" name="Arc 1025">
                      <a:extLst>
                        <a:ext uri="{FF2B5EF4-FFF2-40B4-BE49-F238E27FC236}">
                          <a16:creationId xmlns:a16="http://schemas.microsoft.com/office/drawing/2014/main" id="{6920EBA5-E99B-3026-EC4A-8C5E4AB457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7" name="Arc 1026">
                      <a:extLst>
                        <a:ext uri="{FF2B5EF4-FFF2-40B4-BE49-F238E27FC236}">
                          <a16:creationId xmlns:a16="http://schemas.microsoft.com/office/drawing/2014/main" id="{2655A5EB-237A-C77E-AD5A-00809B08367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05" name="Group 1004">
                  <a:extLst>
                    <a:ext uri="{FF2B5EF4-FFF2-40B4-BE49-F238E27FC236}">
                      <a16:creationId xmlns:a16="http://schemas.microsoft.com/office/drawing/2014/main" id="{346F2B3F-ED82-1A61-7057-9D96664A2B42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08" name="Oval 1007">
                    <a:extLst>
                      <a:ext uri="{FF2B5EF4-FFF2-40B4-BE49-F238E27FC236}">
                        <a16:creationId xmlns:a16="http://schemas.microsoft.com/office/drawing/2014/main" id="{0AAB2C01-358F-6889-5D9A-BD89285FADF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09" name="Group 1008">
                    <a:extLst>
                      <a:ext uri="{FF2B5EF4-FFF2-40B4-BE49-F238E27FC236}">
                        <a16:creationId xmlns:a16="http://schemas.microsoft.com/office/drawing/2014/main" id="{6E90A355-45B1-4D9B-2021-425A95AEF4B8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10" name="Oval 1009">
                      <a:extLst>
                        <a:ext uri="{FF2B5EF4-FFF2-40B4-BE49-F238E27FC236}">
                          <a16:creationId xmlns:a16="http://schemas.microsoft.com/office/drawing/2014/main" id="{4E03F166-C084-4D8D-9A3F-A888F5F13F7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1" name="Oval 1010">
                      <a:extLst>
                        <a:ext uri="{FF2B5EF4-FFF2-40B4-BE49-F238E27FC236}">
                          <a16:creationId xmlns:a16="http://schemas.microsoft.com/office/drawing/2014/main" id="{04609823-701C-C004-3896-E3240EA745A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2" name="Oval 1011">
                      <a:extLst>
                        <a:ext uri="{FF2B5EF4-FFF2-40B4-BE49-F238E27FC236}">
                          <a16:creationId xmlns:a16="http://schemas.microsoft.com/office/drawing/2014/main" id="{96F0C95C-B6BF-FF09-F515-B9B5F33335A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3" name="Oval 1012">
                      <a:extLst>
                        <a:ext uri="{FF2B5EF4-FFF2-40B4-BE49-F238E27FC236}">
                          <a16:creationId xmlns:a16="http://schemas.microsoft.com/office/drawing/2014/main" id="{5FA3BB37-0B44-ABFD-A7B9-3197637951D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4" name="Arc 1013">
                      <a:extLst>
                        <a:ext uri="{FF2B5EF4-FFF2-40B4-BE49-F238E27FC236}">
                          <a16:creationId xmlns:a16="http://schemas.microsoft.com/office/drawing/2014/main" id="{D89370C7-00F6-907D-0C07-942167C19E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15" name="Oval 1014">
                      <a:extLst>
                        <a:ext uri="{FF2B5EF4-FFF2-40B4-BE49-F238E27FC236}">
                          <a16:creationId xmlns:a16="http://schemas.microsoft.com/office/drawing/2014/main" id="{1C69F132-08AD-115F-5C8B-DA99EE58155F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6" name="Arc 1015">
                      <a:extLst>
                        <a:ext uri="{FF2B5EF4-FFF2-40B4-BE49-F238E27FC236}">
                          <a16:creationId xmlns:a16="http://schemas.microsoft.com/office/drawing/2014/main" id="{C8469113-B2A7-E59B-CCFA-6A25AFDC74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17" name="Arc 1016">
                      <a:extLst>
                        <a:ext uri="{FF2B5EF4-FFF2-40B4-BE49-F238E27FC236}">
                          <a16:creationId xmlns:a16="http://schemas.microsoft.com/office/drawing/2014/main" id="{87608919-5CAF-F825-4132-5AFE24A18A7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006" name="Straight Connector 1005">
                  <a:extLst>
                    <a:ext uri="{FF2B5EF4-FFF2-40B4-BE49-F238E27FC236}">
                      <a16:creationId xmlns:a16="http://schemas.microsoft.com/office/drawing/2014/main" id="{FF51A9C5-E216-3DEE-08C4-957B6ACB6917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7" name="Straight Connector 1006">
                  <a:extLst>
                    <a:ext uri="{FF2B5EF4-FFF2-40B4-BE49-F238E27FC236}">
                      <a16:creationId xmlns:a16="http://schemas.microsoft.com/office/drawing/2014/main" id="{0D26D98C-5119-8E27-AC32-62596B0A237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95" name="Group 994">
                <a:extLst>
                  <a:ext uri="{FF2B5EF4-FFF2-40B4-BE49-F238E27FC236}">
                    <a16:creationId xmlns:a16="http://schemas.microsoft.com/office/drawing/2014/main" id="{209C8CAF-4CC8-010D-D757-5DD4F093B14F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996" name="Moon 995">
                  <a:extLst>
                    <a:ext uri="{FF2B5EF4-FFF2-40B4-BE49-F238E27FC236}">
                      <a16:creationId xmlns:a16="http://schemas.microsoft.com/office/drawing/2014/main" id="{38C5E213-A1F2-F7DE-A749-0E76FA480FF5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7" name="Oval 996">
                  <a:extLst>
                    <a:ext uri="{FF2B5EF4-FFF2-40B4-BE49-F238E27FC236}">
                      <a16:creationId xmlns:a16="http://schemas.microsoft.com/office/drawing/2014/main" id="{F260E5C1-17BE-499E-5531-E44A57BD3091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8" name="Oval 997">
                  <a:extLst>
                    <a:ext uri="{FF2B5EF4-FFF2-40B4-BE49-F238E27FC236}">
                      <a16:creationId xmlns:a16="http://schemas.microsoft.com/office/drawing/2014/main" id="{9FDC1ABE-201F-06F9-8208-46AC46C1B246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9" name="Oval 998">
                  <a:extLst>
                    <a:ext uri="{FF2B5EF4-FFF2-40B4-BE49-F238E27FC236}">
                      <a16:creationId xmlns:a16="http://schemas.microsoft.com/office/drawing/2014/main" id="{04DF256C-1F19-8F8B-1F18-B094CCA4AD58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0" name="Oval 999">
                  <a:extLst>
                    <a:ext uri="{FF2B5EF4-FFF2-40B4-BE49-F238E27FC236}">
                      <a16:creationId xmlns:a16="http://schemas.microsoft.com/office/drawing/2014/main" id="{B763153F-650B-8318-97E5-3AC9F165B3E0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1" name="Oval 1000">
                  <a:extLst>
                    <a:ext uri="{FF2B5EF4-FFF2-40B4-BE49-F238E27FC236}">
                      <a16:creationId xmlns:a16="http://schemas.microsoft.com/office/drawing/2014/main" id="{C412472C-B4FF-F3B6-AD68-EA331EBF35A6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2" name="Oval 1001">
                  <a:extLst>
                    <a:ext uri="{FF2B5EF4-FFF2-40B4-BE49-F238E27FC236}">
                      <a16:creationId xmlns:a16="http://schemas.microsoft.com/office/drawing/2014/main" id="{BE4F5996-AF39-11F1-BC0C-B8075368C041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3" name="Oval 1002">
                  <a:extLst>
                    <a:ext uri="{FF2B5EF4-FFF2-40B4-BE49-F238E27FC236}">
                      <a16:creationId xmlns:a16="http://schemas.microsoft.com/office/drawing/2014/main" id="{2859E511-D5C8-0491-8D48-FC068B813BC9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3" name="Group 1122">
              <a:extLst>
                <a:ext uri="{FF2B5EF4-FFF2-40B4-BE49-F238E27FC236}">
                  <a16:creationId xmlns:a16="http://schemas.microsoft.com/office/drawing/2014/main" id="{986CEEBF-89FD-F727-8912-2E56F355AF28}"/>
                </a:ext>
              </a:extLst>
            </p:cNvPr>
            <p:cNvGrpSpPr/>
            <p:nvPr/>
          </p:nvGrpSpPr>
          <p:grpSpPr>
            <a:xfrm rot="5400000" flipH="1" flipV="1">
              <a:off x="7043535" y="2341964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124" name="Group 1123">
                <a:extLst>
                  <a:ext uri="{FF2B5EF4-FFF2-40B4-BE49-F238E27FC236}">
                    <a16:creationId xmlns:a16="http://schemas.microsoft.com/office/drawing/2014/main" id="{B3C6A704-4ED3-5A6A-F89E-B92BB1DED339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159" name="Group 1158">
                  <a:extLst>
                    <a:ext uri="{FF2B5EF4-FFF2-40B4-BE49-F238E27FC236}">
                      <a16:creationId xmlns:a16="http://schemas.microsoft.com/office/drawing/2014/main" id="{2082E959-CE17-5545-9265-147BAF54B45B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173" name="Oval 1172">
                    <a:extLst>
                      <a:ext uri="{FF2B5EF4-FFF2-40B4-BE49-F238E27FC236}">
                        <a16:creationId xmlns:a16="http://schemas.microsoft.com/office/drawing/2014/main" id="{8AF52E1E-B2D9-0A1F-B425-2CEA149A899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174" name="Group 1173">
                    <a:extLst>
                      <a:ext uri="{FF2B5EF4-FFF2-40B4-BE49-F238E27FC236}">
                        <a16:creationId xmlns:a16="http://schemas.microsoft.com/office/drawing/2014/main" id="{2F88A080-4312-FBD4-D088-470D7FC5A9D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175" name="Oval 1174">
                      <a:extLst>
                        <a:ext uri="{FF2B5EF4-FFF2-40B4-BE49-F238E27FC236}">
                          <a16:creationId xmlns:a16="http://schemas.microsoft.com/office/drawing/2014/main" id="{656E069B-EA34-EEEE-EF45-9A0C75688E9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76" name="Oval 1175">
                      <a:extLst>
                        <a:ext uri="{FF2B5EF4-FFF2-40B4-BE49-F238E27FC236}">
                          <a16:creationId xmlns:a16="http://schemas.microsoft.com/office/drawing/2014/main" id="{ED046F58-9E2C-A0A7-007A-20EA91E65478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77" name="Oval 1176">
                      <a:extLst>
                        <a:ext uri="{FF2B5EF4-FFF2-40B4-BE49-F238E27FC236}">
                          <a16:creationId xmlns:a16="http://schemas.microsoft.com/office/drawing/2014/main" id="{461ED55C-DDCF-2DE5-CBDF-377BDF9EF44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78" name="Oval 1177">
                      <a:extLst>
                        <a:ext uri="{FF2B5EF4-FFF2-40B4-BE49-F238E27FC236}">
                          <a16:creationId xmlns:a16="http://schemas.microsoft.com/office/drawing/2014/main" id="{DF389F8B-01A1-7A86-49A3-3CF57E3275DA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79" name="Arc 1178">
                      <a:extLst>
                        <a:ext uri="{FF2B5EF4-FFF2-40B4-BE49-F238E27FC236}">
                          <a16:creationId xmlns:a16="http://schemas.microsoft.com/office/drawing/2014/main" id="{2AA1A7F8-8F23-DB4B-69AE-A1732DBEDD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80" name="Oval 1179">
                      <a:extLst>
                        <a:ext uri="{FF2B5EF4-FFF2-40B4-BE49-F238E27FC236}">
                          <a16:creationId xmlns:a16="http://schemas.microsoft.com/office/drawing/2014/main" id="{84E0717B-C3EF-A2C0-A2E6-954967393DE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81" name="Arc 1180">
                      <a:extLst>
                        <a:ext uri="{FF2B5EF4-FFF2-40B4-BE49-F238E27FC236}">
                          <a16:creationId xmlns:a16="http://schemas.microsoft.com/office/drawing/2014/main" id="{9AE86A96-5AEB-BA98-7148-1D879DE25D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82" name="Arc 1181">
                      <a:extLst>
                        <a:ext uri="{FF2B5EF4-FFF2-40B4-BE49-F238E27FC236}">
                          <a16:creationId xmlns:a16="http://schemas.microsoft.com/office/drawing/2014/main" id="{DDB6630D-CFF2-A2C1-8B2B-A005C98D88E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60" name="Group 1159">
                  <a:extLst>
                    <a:ext uri="{FF2B5EF4-FFF2-40B4-BE49-F238E27FC236}">
                      <a16:creationId xmlns:a16="http://schemas.microsoft.com/office/drawing/2014/main" id="{B365E793-2DE1-8310-BD5D-62BCE7BB6C29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163" name="Oval 1162">
                    <a:extLst>
                      <a:ext uri="{FF2B5EF4-FFF2-40B4-BE49-F238E27FC236}">
                        <a16:creationId xmlns:a16="http://schemas.microsoft.com/office/drawing/2014/main" id="{2DAAF451-46B6-0B2D-25BD-BEFFA326FA8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164" name="Group 1163">
                    <a:extLst>
                      <a:ext uri="{FF2B5EF4-FFF2-40B4-BE49-F238E27FC236}">
                        <a16:creationId xmlns:a16="http://schemas.microsoft.com/office/drawing/2014/main" id="{1E3FBC4A-BDD1-5D98-F3F9-79E3AB93FE5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165" name="Oval 1164">
                      <a:extLst>
                        <a:ext uri="{FF2B5EF4-FFF2-40B4-BE49-F238E27FC236}">
                          <a16:creationId xmlns:a16="http://schemas.microsoft.com/office/drawing/2014/main" id="{F6440C16-F141-AF8B-EAD3-34DF79C3DFC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66" name="Oval 1165">
                      <a:extLst>
                        <a:ext uri="{FF2B5EF4-FFF2-40B4-BE49-F238E27FC236}">
                          <a16:creationId xmlns:a16="http://schemas.microsoft.com/office/drawing/2014/main" id="{2C5F9767-3754-9C2A-5C5F-484C32F8D4F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67" name="Oval 1166">
                      <a:extLst>
                        <a:ext uri="{FF2B5EF4-FFF2-40B4-BE49-F238E27FC236}">
                          <a16:creationId xmlns:a16="http://schemas.microsoft.com/office/drawing/2014/main" id="{66FE4822-4CC8-18F5-CC47-25F46E9E433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68" name="Oval 1167">
                      <a:extLst>
                        <a:ext uri="{FF2B5EF4-FFF2-40B4-BE49-F238E27FC236}">
                          <a16:creationId xmlns:a16="http://schemas.microsoft.com/office/drawing/2014/main" id="{C1A6D221-7C0A-84BE-2F71-DAF7163F02DB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69" name="Arc 1168">
                      <a:extLst>
                        <a:ext uri="{FF2B5EF4-FFF2-40B4-BE49-F238E27FC236}">
                          <a16:creationId xmlns:a16="http://schemas.microsoft.com/office/drawing/2014/main" id="{920C8B4F-E5E6-095B-8E05-DBC605EB96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0" name="Oval 1169">
                      <a:extLst>
                        <a:ext uri="{FF2B5EF4-FFF2-40B4-BE49-F238E27FC236}">
                          <a16:creationId xmlns:a16="http://schemas.microsoft.com/office/drawing/2014/main" id="{79BA76BB-32D8-F02C-301F-E27EA0D86C5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71" name="Arc 1170">
                      <a:extLst>
                        <a:ext uri="{FF2B5EF4-FFF2-40B4-BE49-F238E27FC236}">
                          <a16:creationId xmlns:a16="http://schemas.microsoft.com/office/drawing/2014/main" id="{97501A95-0057-536B-8843-70B427E05F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2" name="Arc 1171">
                      <a:extLst>
                        <a:ext uri="{FF2B5EF4-FFF2-40B4-BE49-F238E27FC236}">
                          <a16:creationId xmlns:a16="http://schemas.microsoft.com/office/drawing/2014/main" id="{A8594463-302B-CB60-3BC9-D2D46FE2C53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161" name="Straight Connector 1160">
                  <a:extLst>
                    <a:ext uri="{FF2B5EF4-FFF2-40B4-BE49-F238E27FC236}">
                      <a16:creationId xmlns:a16="http://schemas.microsoft.com/office/drawing/2014/main" id="{E927337D-FBBB-7E4D-DCCF-273EA62BC8C6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2" name="Straight Connector 1161">
                  <a:extLst>
                    <a:ext uri="{FF2B5EF4-FFF2-40B4-BE49-F238E27FC236}">
                      <a16:creationId xmlns:a16="http://schemas.microsoft.com/office/drawing/2014/main" id="{822A17F4-7370-E5C6-3BFD-F318655262FA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5" name="Group 1124">
                <a:extLst>
                  <a:ext uri="{FF2B5EF4-FFF2-40B4-BE49-F238E27FC236}">
                    <a16:creationId xmlns:a16="http://schemas.microsoft.com/office/drawing/2014/main" id="{D1559232-1132-513C-B737-8C5D3A783E71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135" name="Group 1134">
                  <a:extLst>
                    <a:ext uri="{FF2B5EF4-FFF2-40B4-BE49-F238E27FC236}">
                      <a16:creationId xmlns:a16="http://schemas.microsoft.com/office/drawing/2014/main" id="{F851D5C9-9103-9EEC-EC48-90C9D3FB656E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149" name="Oval 1148">
                    <a:extLst>
                      <a:ext uri="{FF2B5EF4-FFF2-40B4-BE49-F238E27FC236}">
                        <a16:creationId xmlns:a16="http://schemas.microsoft.com/office/drawing/2014/main" id="{618EBF59-4577-5701-4FFA-4678D24A2A8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150" name="Group 1149">
                    <a:extLst>
                      <a:ext uri="{FF2B5EF4-FFF2-40B4-BE49-F238E27FC236}">
                        <a16:creationId xmlns:a16="http://schemas.microsoft.com/office/drawing/2014/main" id="{58FB6136-DFE5-A96E-022E-D8A40CE8DD5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151" name="Oval 1150">
                      <a:extLst>
                        <a:ext uri="{FF2B5EF4-FFF2-40B4-BE49-F238E27FC236}">
                          <a16:creationId xmlns:a16="http://schemas.microsoft.com/office/drawing/2014/main" id="{48CEBD64-1B9C-1B74-6320-CCF774B5DE3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52" name="Oval 1151">
                      <a:extLst>
                        <a:ext uri="{FF2B5EF4-FFF2-40B4-BE49-F238E27FC236}">
                          <a16:creationId xmlns:a16="http://schemas.microsoft.com/office/drawing/2014/main" id="{1C248E60-39E1-8098-7572-C76D9B803C3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53" name="Oval 1152">
                      <a:extLst>
                        <a:ext uri="{FF2B5EF4-FFF2-40B4-BE49-F238E27FC236}">
                          <a16:creationId xmlns:a16="http://schemas.microsoft.com/office/drawing/2014/main" id="{9A2001B0-8A16-5B0F-00DA-9762B318C709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54" name="Oval 1153">
                      <a:extLst>
                        <a:ext uri="{FF2B5EF4-FFF2-40B4-BE49-F238E27FC236}">
                          <a16:creationId xmlns:a16="http://schemas.microsoft.com/office/drawing/2014/main" id="{E3B066A2-9894-38D2-B03B-6996D3651A2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55" name="Arc 1154">
                      <a:extLst>
                        <a:ext uri="{FF2B5EF4-FFF2-40B4-BE49-F238E27FC236}">
                          <a16:creationId xmlns:a16="http://schemas.microsoft.com/office/drawing/2014/main" id="{78AE996F-9286-C948-FAD6-76757F7E53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56" name="Oval 1155">
                      <a:extLst>
                        <a:ext uri="{FF2B5EF4-FFF2-40B4-BE49-F238E27FC236}">
                          <a16:creationId xmlns:a16="http://schemas.microsoft.com/office/drawing/2014/main" id="{89D6CC2D-2057-721E-14A2-02F14307870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57" name="Arc 1156">
                      <a:extLst>
                        <a:ext uri="{FF2B5EF4-FFF2-40B4-BE49-F238E27FC236}">
                          <a16:creationId xmlns:a16="http://schemas.microsoft.com/office/drawing/2014/main" id="{44A411AC-B4CE-E213-726E-167DF73913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58" name="Arc 1157">
                      <a:extLst>
                        <a:ext uri="{FF2B5EF4-FFF2-40B4-BE49-F238E27FC236}">
                          <a16:creationId xmlns:a16="http://schemas.microsoft.com/office/drawing/2014/main" id="{72860675-BF1B-E452-1749-9ED34D67FD48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36" name="Group 1135">
                  <a:extLst>
                    <a:ext uri="{FF2B5EF4-FFF2-40B4-BE49-F238E27FC236}">
                      <a16:creationId xmlns:a16="http://schemas.microsoft.com/office/drawing/2014/main" id="{AE175C66-B1E5-C218-F39B-C0B10FB8FAFC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139" name="Oval 1138">
                    <a:extLst>
                      <a:ext uri="{FF2B5EF4-FFF2-40B4-BE49-F238E27FC236}">
                        <a16:creationId xmlns:a16="http://schemas.microsoft.com/office/drawing/2014/main" id="{E4F2A586-09BE-17E5-2423-9D75FD6111E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140" name="Group 1139">
                    <a:extLst>
                      <a:ext uri="{FF2B5EF4-FFF2-40B4-BE49-F238E27FC236}">
                        <a16:creationId xmlns:a16="http://schemas.microsoft.com/office/drawing/2014/main" id="{B6DCBBCE-1FA9-3D88-3FCC-968589BADF2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141" name="Oval 1140">
                      <a:extLst>
                        <a:ext uri="{FF2B5EF4-FFF2-40B4-BE49-F238E27FC236}">
                          <a16:creationId xmlns:a16="http://schemas.microsoft.com/office/drawing/2014/main" id="{0302A38C-4F3C-7F8C-4F75-3E28A668B1F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42" name="Oval 1141">
                      <a:extLst>
                        <a:ext uri="{FF2B5EF4-FFF2-40B4-BE49-F238E27FC236}">
                          <a16:creationId xmlns:a16="http://schemas.microsoft.com/office/drawing/2014/main" id="{1B771A24-F64B-DB50-5BDC-65ADA6D5B77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43" name="Oval 1142">
                      <a:extLst>
                        <a:ext uri="{FF2B5EF4-FFF2-40B4-BE49-F238E27FC236}">
                          <a16:creationId xmlns:a16="http://schemas.microsoft.com/office/drawing/2014/main" id="{00A601E7-EE6B-E57F-FFEF-70D79A3DBA4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44" name="Oval 1143">
                      <a:extLst>
                        <a:ext uri="{FF2B5EF4-FFF2-40B4-BE49-F238E27FC236}">
                          <a16:creationId xmlns:a16="http://schemas.microsoft.com/office/drawing/2014/main" id="{24DB324F-C2D2-279C-6BE4-0A0383C9710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45" name="Arc 1144">
                      <a:extLst>
                        <a:ext uri="{FF2B5EF4-FFF2-40B4-BE49-F238E27FC236}">
                          <a16:creationId xmlns:a16="http://schemas.microsoft.com/office/drawing/2014/main" id="{528C40A5-07B8-89F2-C596-66870C2C70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46" name="Oval 1145">
                      <a:extLst>
                        <a:ext uri="{FF2B5EF4-FFF2-40B4-BE49-F238E27FC236}">
                          <a16:creationId xmlns:a16="http://schemas.microsoft.com/office/drawing/2014/main" id="{ECF573A6-37AF-B5C9-7C3B-10E180CB27D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47" name="Arc 1146">
                      <a:extLst>
                        <a:ext uri="{FF2B5EF4-FFF2-40B4-BE49-F238E27FC236}">
                          <a16:creationId xmlns:a16="http://schemas.microsoft.com/office/drawing/2014/main" id="{9EB31B25-E579-008B-20D3-A04D4EEF6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48" name="Arc 1147">
                      <a:extLst>
                        <a:ext uri="{FF2B5EF4-FFF2-40B4-BE49-F238E27FC236}">
                          <a16:creationId xmlns:a16="http://schemas.microsoft.com/office/drawing/2014/main" id="{4FB1F094-87FB-95CD-FD5D-EAC71A5A9FA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137" name="Straight Connector 1136">
                  <a:extLst>
                    <a:ext uri="{FF2B5EF4-FFF2-40B4-BE49-F238E27FC236}">
                      <a16:creationId xmlns:a16="http://schemas.microsoft.com/office/drawing/2014/main" id="{68B98E6C-FB8B-87CB-2129-F53DE1844931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8" name="Straight Connector 1137">
                  <a:extLst>
                    <a:ext uri="{FF2B5EF4-FFF2-40B4-BE49-F238E27FC236}">
                      <a16:creationId xmlns:a16="http://schemas.microsoft.com/office/drawing/2014/main" id="{07CECC54-CE3A-CE66-AB96-D3A184015592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6" name="Group 1125">
                <a:extLst>
                  <a:ext uri="{FF2B5EF4-FFF2-40B4-BE49-F238E27FC236}">
                    <a16:creationId xmlns:a16="http://schemas.microsoft.com/office/drawing/2014/main" id="{73E0691A-5535-741E-52E2-FEB957EE25AE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127" name="Moon 1126">
                  <a:extLst>
                    <a:ext uri="{FF2B5EF4-FFF2-40B4-BE49-F238E27FC236}">
                      <a16:creationId xmlns:a16="http://schemas.microsoft.com/office/drawing/2014/main" id="{08DB15AF-1FEA-76FC-9529-3D9C36458473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8" name="Oval 1127">
                  <a:extLst>
                    <a:ext uri="{FF2B5EF4-FFF2-40B4-BE49-F238E27FC236}">
                      <a16:creationId xmlns:a16="http://schemas.microsoft.com/office/drawing/2014/main" id="{7E0F77CB-CD66-E771-E372-70CDD7D66239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9" name="Oval 1128">
                  <a:extLst>
                    <a:ext uri="{FF2B5EF4-FFF2-40B4-BE49-F238E27FC236}">
                      <a16:creationId xmlns:a16="http://schemas.microsoft.com/office/drawing/2014/main" id="{F9BBF855-8BAD-00DA-628E-D948132E6B86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0" name="Oval 1129">
                  <a:extLst>
                    <a:ext uri="{FF2B5EF4-FFF2-40B4-BE49-F238E27FC236}">
                      <a16:creationId xmlns:a16="http://schemas.microsoft.com/office/drawing/2014/main" id="{F89BF50E-24D8-26DA-2A62-E5916A08A326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1" name="Oval 1130">
                  <a:extLst>
                    <a:ext uri="{FF2B5EF4-FFF2-40B4-BE49-F238E27FC236}">
                      <a16:creationId xmlns:a16="http://schemas.microsoft.com/office/drawing/2014/main" id="{07EE7E03-5B45-ED17-0D08-C76DF992F8BB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2" name="Oval 1131">
                  <a:extLst>
                    <a:ext uri="{FF2B5EF4-FFF2-40B4-BE49-F238E27FC236}">
                      <a16:creationId xmlns:a16="http://schemas.microsoft.com/office/drawing/2014/main" id="{C76245C1-E541-8F59-C6B1-1DC7492E5C48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3" name="Oval 1132">
                  <a:extLst>
                    <a:ext uri="{FF2B5EF4-FFF2-40B4-BE49-F238E27FC236}">
                      <a16:creationId xmlns:a16="http://schemas.microsoft.com/office/drawing/2014/main" id="{3D0F9E18-8A79-8D69-071D-CB9DD7669638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4" name="Oval 1133">
                  <a:extLst>
                    <a:ext uri="{FF2B5EF4-FFF2-40B4-BE49-F238E27FC236}">
                      <a16:creationId xmlns:a16="http://schemas.microsoft.com/office/drawing/2014/main" id="{923983BB-AED9-D788-1B88-D496B6DFB5A2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83" name="Group 1182">
              <a:extLst>
                <a:ext uri="{FF2B5EF4-FFF2-40B4-BE49-F238E27FC236}">
                  <a16:creationId xmlns:a16="http://schemas.microsoft.com/office/drawing/2014/main" id="{D64E55AB-AC87-44B3-46F9-73444BE261AA}"/>
                </a:ext>
              </a:extLst>
            </p:cNvPr>
            <p:cNvGrpSpPr/>
            <p:nvPr/>
          </p:nvGrpSpPr>
          <p:grpSpPr>
            <a:xfrm rot="5400000" flipH="1" flipV="1">
              <a:off x="7085891" y="4509277"/>
              <a:ext cx="144704" cy="348791"/>
              <a:chOff x="8901293" y="933753"/>
              <a:chExt cx="2135899" cy="5148330"/>
            </a:xfrm>
            <a:solidFill>
              <a:srgbClr val="00B100"/>
            </a:solidFill>
          </p:grpSpPr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68ED45DF-F66D-1D7E-3886-EA659FF3C524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219" name="Group 1218">
                  <a:extLst>
                    <a:ext uri="{FF2B5EF4-FFF2-40B4-BE49-F238E27FC236}">
                      <a16:creationId xmlns:a16="http://schemas.microsoft.com/office/drawing/2014/main" id="{EBD20BC8-940A-B898-A5B0-6C3A64FFDC05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233" name="Oval 1232">
                    <a:extLst>
                      <a:ext uri="{FF2B5EF4-FFF2-40B4-BE49-F238E27FC236}">
                        <a16:creationId xmlns:a16="http://schemas.microsoft.com/office/drawing/2014/main" id="{B861B064-FEDB-AC19-4565-B61AF931A6B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34" name="Group 1233">
                    <a:extLst>
                      <a:ext uri="{FF2B5EF4-FFF2-40B4-BE49-F238E27FC236}">
                        <a16:creationId xmlns:a16="http://schemas.microsoft.com/office/drawing/2014/main" id="{A24C4FCE-E49A-9AE4-03CA-B15352A2527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35" name="Oval 1234">
                      <a:extLst>
                        <a:ext uri="{FF2B5EF4-FFF2-40B4-BE49-F238E27FC236}">
                          <a16:creationId xmlns:a16="http://schemas.microsoft.com/office/drawing/2014/main" id="{8F36372A-ABEC-BA4A-64D5-D7BEB422975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36" name="Oval 1235">
                      <a:extLst>
                        <a:ext uri="{FF2B5EF4-FFF2-40B4-BE49-F238E27FC236}">
                          <a16:creationId xmlns:a16="http://schemas.microsoft.com/office/drawing/2014/main" id="{93C49AA2-9FF4-6BE2-4E42-59E82CC9E5D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37" name="Oval 1236">
                      <a:extLst>
                        <a:ext uri="{FF2B5EF4-FFF2-40B4-BE49-F238E27FC236}">
                          <a16:creationId xmlns:a16="http://schemas.microsoft.com/office/drawing/2014/main" id="{2577A4B1-EA1D-DBA2-016B-CD7DC84B914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38" name="Oval 1237">
                      <a:extLst>
                        <a:ext uri="{FF2B5EF4-FFF2-40B4-BE49-F238E27FC236}">
                          <a16:creationId xmlns:a16="http://schemas.microsoft.com/office/drawing/2014/main" id="{627EB193-D96F-C78F-DB9C-66D93C1E193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39" name="Arc 1238">
                      <a:extLst>
                        <a:ext uri="{FF2B5EF4-FFF2-40B4-BE49-F238E27FC236}">
                          <a16:creationId xmlns:a16="http://schemas.microsoft.com/office/drawing/2014/main" id="{FD08C454-DEDF-D95A-4FCD-C6BFDEABB2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40" name="Oval 1239">
                      <a:extLst>
                        <a:ext uri="{FF2B5EF4-FFF2-40B4-BE49-F238E27FC236}">
                          <a16:creationId xmlns:a16="http://schemas.microsoft.com/office/drawing/2014/main" id="{B08DF701-7831-E989-0C5B-BB9B3146A4C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41" name="Arc 1240">
                      <a:extLst>
                        <a:ext uri="{FF2B5EF4-FFF2-40B4-BE49-F238E27FC236}">
                          <a16:creationId xmlns:a16="http://schemas.microsoft.com/office/drawing/2014/main" id="{8B64BDBE-5E80-B9DC-6E60-5A9272AB86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42" name="Arc 1241">
                      <a:extLst>
                        <a:ext uri="{FF2B5EF4-FFF2-40B4-BE49-F238E27FC236}">
                          <a16:creationId xmlns:a16="http://schemas.microsoft.com/office/drawing/2014/main" id="{AC237494-D787-6B9B-956A-4015FA14675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20" name="Group 1219">
                  <a:extLst>
                    <a:ext uri="{FF2B5EF4-FFF2-40B4-BE49-F238E27FC236}">
                      <a16:creationId xmlns:a16="http://schemas.microsoft.com/office/drawing/2014/main" id="{51956CA7-3789-2666-816F-944EBB544EB4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223" name="Oval 1222">
                    <a:extLst>
                      <a:ext uri="{FF2B5EF4-FFF2-40B4-BE49-F238E27FC236}">
                        <a16:creationId xmlns:a16="http://schemas.microsoft.com/office/drawing/2014/main" id="{9646239B-74D0-C689-FA0C-11C164C6ABD5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24" name="Group 1223">
                    <a:extLst>
                      <a:ext uri="{FF2B5EF4-FFF2-40B4-BE49-F238E27FC236}">
                        <a16:creationId xmlns:a16="http://schemas.microsoft.com/office/drawing/2014/main" id="{05E56248-A250-CAD5-08E5-20FAAB71782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25" name="Oval 1224">
                      <a:extLst>
                        <a:ext uri="{FF2B5EF4-FFF2-40B4-BE49-F238E27FC236}">
                          <a16:creationId xmlns:a16="http://schemas.microsoft.com/office/drawing/2014/main" id="{B63D0D57-BA28-BC4B-6B28-D7C1D1CCAC5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26" name="Oval 1225">
                      <a:extLst>
                        <a:ext uri="{FF2B5EF4-FFF2-40B4-BE49-F238E27FC236}">
                          <a16:creationId xmlns:a16="http://schemas.microsoft.com/office/drawing/2014/main" id="{20F1A74B-0035-1AF2-BD35-F2C01F22CF3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27" name="Oval 1226">
                      <a:extLst>
                        <a:ext uri="{FF2B5EF4-FFF2-40B4-BE49-F238E27FC236}">
                          <a16:creationId xmlns:a16="http://schemas.microsoft.com/office/drawing/2014/main" id="{C16CC02B-0671-C2C2-49E4-7462F18F0AF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28" name="Oval 1227">
                      <a:extLst>
                        <a:ext uri="{FF2B5EF4-FFF2-40B4-BE49-F238E27FC236}">
                          <a16:creationId xmlns:a16="http://schemas.microsoft.com/office/drawing/2014/main" id="{D391A37A-C099-A30B-44E3-7DCF4F7B13D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29" name="Arc 1228">
                      <a:extLst>
                        <a:ext uri="{FF2B5EF4-FFF2-40B4-BE49-F238E27FC236}">
                          <a16:creationId xmlns:a16="http://schemas.microsoft.com/office/drawing/2014/main" id="{8CD973AA-994C-C6C2-D194-385F3BA612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30" name="Oval 1229">
                      <a:extLst>
                        <a:ext uri="{FF2B5EF4-FFF2-40B4-BE49-F238E27FC236}">
                          <a16:creationId xmlns:a16="http://schemas.microsoft.com/office/drawing/2014/main" id="{9986E8D7-FF2B-D193-0767-AE4715D4DFF1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31" name="Arc 1230">
                      <a:extLst>
                        <a:ext uri="{FF2B5EF4-FFF2-40B4-BE49-F238E27FC236}">
                          <a16:creationId xmlns:a16="http://schemas.microsoft.com/office/drawing/2014/main" id="{F094772E-ECDD-91AD-E589-9F21DB07D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32" name="Arc 1231">
                      <a:extLst>
                        <a:ext uri="{FF2B5EF4-FFF2-40B4-BE49-F238E27FC236}">
                          <a16:creationId xmlns:a16="http://schemas.microsoft.com/office/drawing/2014/main" id="{F1D2DD96-AB72-61EE-7EDE-ABA8EDF184A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221" name="Straight Connector 1220">
                  <a:extLst>
                    <a:ext uri="{FF2B5EF4-FFF2-40B4-BE49-F238E27FC236}">
                      <a16:creationId xmlns:a16="http://schemas.microsoft.com/office/drawing/2014/main" id="{B63A87B0-C54D-1D0E-BE0F-F72EBEBE0A3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2" name="Straight Connector 1221">
                  <a:extLst>
                    <a:ext uri="{FF2B5EF4-FFF2-40B4-BE49-F238E27FC236}">
                      <a16:creationId xmlns:a16="http://schemas.microsoft.com/office/drawing/2014/main" id="{5804A6AA-1014-CFE1-6846-7090E45735F0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3952148F-098C-10FA-A584-1E6886A9099C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195" name="Group 1194">
                  <a:extLst>
                    <a:ext uri="{FF2B5EF4-FFF2-40B4-BE49-F238E27FC236}">
                      <a16:creationId xmlns:a16="http://schemas.microsoft.com/office/drawing/2014/main" id="{4E866420-480A-D846-9292-D63148A419BA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209" name="Oval 1208">
                    <a:extLst>
                      <a:ext uri="{FF2B5EF4-FFF2-40B4-BE49-F238E27FC236}">
                        <a16:creationId xmlns:a16="http://schemas.microsoft.com/office/drawing/2014/main" id="{2E9DE461-583F-9A86-F95A-BF7775894E37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10" name="Group 1209">
                    <a:extLst>
                      <a:ext uri="{FF2B5EF4-FFF2-40B4-BE49-F238E27FC236}">
                        <a16:creationId xmlns:a16="http://schemas.microsoft.com/office/drawing/2014/main" id="{66A7C943-DA33-33EA-F591-4413725C44C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11" name="Oval 1210">
                      <a:extLst>
                        <a:ext uri="{FF2B5EF4-FFF2-40B4-BE49-F238E27FC236}">
                          <a16:creationId xmlns:a16="http://schemas.microsoft.com/office/drawing/2014/main" id="{D8F8828C-7023-F548-DA81-2917534812D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12" name="Oval 1211">
                      <a:extLst>
                        <a:ext uri="{FF2B5EF4-FFF2-40B4-BE49-F238E27FC236}">
                          <a16:creationId xmlns:a16="http://schemas.microsoft.com/office/drawing/2014/main" id="{C2061C6E-E1F5-5FF3-7ABD-660C27DADC0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13" name="Oval 1212">
                      <a:extLst>
                        <a:ext uri="{FF2B5EF4-FFF2-40B4-BE49-F238E27FC236}">
                          <a16:creationId xmlns:a16="http://schemas.microsoft.com/office/drawing/2014/main" id="{1525FF6B-EB0F-B02E-5254-DA1A91D4922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14" name="Oval 1213">
                      <a:extLst>
                        <a:ext uri="{FF2B5EF4-FFF2-40B4-BE49-F238E27FC236}">
                          <a16:creationId xmlns:a16="http://schemas.microsoft.com/office/drawing/2014/main" id="{1AFEEDD9-0BB0-0566-A786-ACD1F795E2B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15" name="Arc 1214">
                      <a:extLst>
                        <a:ext uri="{FF2B5EF4-FFF2-40B4-BE49-F238E27FC236}">
                          <a16:creationId xmlns:a16="http://schemas.microsoft.com/office/drawing/2014/main" id="{D0DA3B99-7583-5105-E2D1-A9156B3298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16" name="Oval 1215">
                      <a:extLst>
                        <a:ext uri="{FF2B5EF4-FFF2-40B4-BE49-F238E27FC236}">
                          <a16:creationId xmlns:a16="http://schemas.microsoft.com/office/drawing/2014/main" id="{1F7821A7-0729-18E5-FBCE-9159F75EDF6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17" name="Arc 1216">
                      <a:extLst>
                        <a:ext uri="{FF2B5EF4-FFF2-40B4-BE49-F238E27FC236}">
                          <a16:creationId xmlns:a16="http://schemas.microsoft.com/office/drawing/2014/main" id="{70B6A2AE-A8D1-F734-8A24-91548F39EB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18" name="Arc 1217">
                      <a:extLst>
                        <a:ext uri="{FF2B5EF4-FFF2-40B4-BE49-F238E27FC236}">
                          <a16:creationId xmlns:a16="http://schemas.microsoft.com/office/drawing/2014/main" id="{B5EB661B-F997-0895-C95B-8A48C79ED38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96" name="Group 1195">
                  <a:extLst>
                    <a:ext uri="{FF2B5EF4-FFF2-40B4-BE49-F238E27FC236}">
                      <a16:creationId xmlns:a16="http://schemas.microsoft.com/office/drawing/2014/main" id="{6724F6CA-8583-ADE0-B407-DB9C13243B4E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199" name="Oval 1198">
                    <a:extLst>
                      <a:ext uri="{FF2B5EF4-FFF2-40B4-BE49-F238E27FC236}">
                        <a16:creationId xmlns:a16="http://schemas.microsoft.com/office/drawing/2014/main" id="{9D780E9B-9560-E706-8EBB-FBF5EF612AD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00" name="Group 1199">
                    <a:extLst>
                      <a:ext uri="{FF2B5EF4-FFF2-40B4-BE49-F238E27FC236}">
                        <a16:creationId xmlns:a16="http://schemas.microsoft.com/office/drawing/2014/main" id="{070CB068-864A-F0B1-EA17-15976E373A9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01" name="Oval 1200">
                      <a:extLst>
                        <a:ext uri="{FF2B5EF4-FFF2-40B4-BE49-F238E27FC236}">
                          <a16:creationId xmlns:a16="http://schemas.microsoft.com/office/drawing/2014/main" id="{89136560-D2BA-D29E-C38A-CCA4408E7FF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02" name="Oval 1201">
                      <a:extLst>
                        <a:ext uri="{FF2B5EF4-FFF2-40B4-BE49-F238E27FC236}">
                          <a16:creationId xmlns:a16="http://schemas.microsoft.com/office/drawing/2014/main" id="{43B24235-8EAF-2E6A-402D-987FB49EABC9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03" name="Oval 1202">
                      <a:extLst>
                        <a:ext uri="{FF2B5EF4-FFF2-40B4-BE49-F238E27FC236}">
                          <a16:creationId xmlns:a16="http://schemas.microsoft.com/office/drawing/2014/main" id="{EB4E4991-7130-D8F7-F827-0675266456C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04" name="Oval 1203">
                      <a:extLst>
                        <a:ext uri="{FF2B5EF4-FFF2-40B4-BE49-F238E27FC236}">
                          <a16:creationId xmlns:a16="http://schemas.microsoft.com/office/drawing/2014/main" id="{5C7F5C52-0C3C-6EEA-0C14-89813012863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05" name="Arc 1204">
                      <a:extLst>
                        <a:ext uri="{FF2B5EF4-FFF2-40B4-BE49-F238E27FC236}">
                          <a16:creationId xmlns:a16="http://schemas.microsoft.com/office/drawing/2014/main" id="{E8C65249-3130-DB82-D3AE-D112ECD222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06" name="Oval 1205">
                      <a:extLst>
                        <a:ext uri="{FF2B5EF4-FFF2-40B4-BE49-F238E27FC236}">
                          <a16:creationId xmlns:a16="http://schemas.microsoft.com/office/drawing/2014/main" id="{9EDCAA24-7B9E-B60E-FE63-94ADDBA5748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07" name="Arc 1206">
                      <a:extLst>
                        <a:ext uri="{FF2B5EF4-FFF2-40B4-BE49-F238E27FC236}">
                          <a16:creationId xmlns:a16="http://schemas.microsoft.com/office/drawing/2014/main" id="{B1B4D8F9-D4E3-7EE5-D609-666D94FA9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08" name="Arc 1207">
                      <a:extLst>
                        <a:ext uri="{FF2B5EF4-FFF2-40B4-BE49-F238E27FC236}">
                          <a16:creationId xmlns:a16="http://schemas.microsoft.com/office/drawing/2014/main" id="{40A70A56-2232-B598-04D8-FD349EA5074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197" name="Straight Connector 1196">
                  <a:extLst>
                    <a:ext uri="{FF2B5EF4-FFF2-40B4-BE49-F238E27FC236}">
                      <a16:creationId xmlns:a16="http://schemas.microsoft.com/office/drawing/2014/main" id="{BDD17B64-33F3-77E5-6F80-9F5BA0AFBA9B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8" name="Straight Connector 1197">
                  <a:extLst>
                    <a:ext uri="{FF2B5EF4-FFF2-40B4-BE49-F238E27FC236}">
                      <a16:creationId xmlns:a16="http://schemas.microsoft.com/office/drawing/2014/main" id="{86005570-8DDB-4091-4498-7984B2B87888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6" name="Group 1185">
                <a:extLst>
                  <a:ext uri="{FF2B5EF4-FFF2-40B4-BE49-F238E27FC236}">
                    <a16:creationId xmlns:a16="http://schemas.microsoft.com/office/drawing/2014/main" id="{F59BF470-F3A6-4CCB-D8B4-231DD198B59F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187" name="Moon 1186">
                  <a:extLst>
                    <a:ext uri="{FF2B5EF4-FFF2-40B4-BE49-F238E27FC236}">
                      <a16:creationId xmlns:a16="http://schemas.microsoft.com/office/drawing/2014/main" id="{E38069B4-3365-7AA1-1008-26724605256E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8" name="Oval 1187">
                  <a:extLst>
                    <a:ext uri="{FF2B5EF4-FFF2-40B4-BE49-F238E27FC236}">
                      <a16:creationId xmlns:a16="http://schemas.microsoft.com/office/drawing/2014/main" id="{3C0DF9BE-C730-A6B8-4D19-0FF5333173E9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9" name="Oval 1188">
                  <a:extLst>
                    <a:ext uri="{FF2B5EF4-FFF2-40B4-BE49-F238E27FC236}">
                      <a16:creationId xmlns:a16="http://schemas.microsoft.com/office/drawing/2014/main" id="{B469F638-6BB8-F6A5-8FB9-88485E73141E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Oval 1189">
                  <a:extLst>
                    <a:ext uri="{FF2B5EF4-FFF2-40B4-BE49-F238E27FC236}">
                      <a16:creationId xmlns:a16="http://schemas.microsoft.com/office/drawing/2014/main" id="{58D5A1FD-D04C-67B2-8342-8DA17BC58DA7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Oval 1190">
                  <a:extLst>
                    <a:ext uri="{FF2B5EF4-FFF2-40B4-BE49-F238E27FC236}">
                      <a16:creationId xmlns:a16="http://schemas.microsoft.com/office/drawing/2014/main" id="{F9CECD86-548C-E621-18F6-40ED38E90CB4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Oval 1191">
                  <a:extLst>
                    <a:ext uri="{FF2B5EF4-FFF2-40B4-BE49-F238E27FC236}">
                      <a16:creationId xmlns:a16="http://schemas.microsoft.com/office/drawing/2014/main" id="{5FD35D32-8DEF-F5A2-DE36-418CC350085F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3" name="Oval 1192">
                  <a:extLst>
                    <a:ext uri="{FF2B5EF4-FFF2-40B4-BE49-F238E27FC236}">
                      <a16:creationId xmlns:a16="http://schemas.microsoft.com/office/drawing/2014/main" id="{CDFE5F27-E1E1-A1B5-D94B-14D3D1DFFE5C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4" name="Oval 1193">
                  <a:extLst>
                    <a:ext uri="{FF2B5EF4-FFF2-40B4-BE49-F238E27FC236}">
                      <a16:creationId xmlns:a16="http://schemas.microsoft.com/office/drawing/2014/main" id="{ECA3D41E-137B-632B-3460-E97505AD9078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43" name="Group 1242">
              <a:extLst>
                <a:ext uri="{FF2B5EF4-FFF2-40B4-BE49-F238E27FC236}">
                  <a16:creationId xmlns:a16="http://schemas.microsoft.com/office/drawing/2014/main" id="{022842C9-43B6-EFDD-4495-14ABF619BC48}"/>
                </a:ext>
              </a:extLst>
            </p:cNvPr>
            <p:cNvGrpSpPr/>
            <p:nvPr/>
          </p:nvGrpSpPr>
          <p:grpSpPr>
            <a:xfrm rot="5400000" flipH="1" flipV="1">
              <a:off x="5946320" y="2798543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244" name="Group 1243">
                <a:extLst>
                  <a:ext uri="{FF2B5EF4-FFF2-40B4-BE49-F238E27FC236}">
                    <a16:creationId xmlns:a16="http://schemas.microsoft.com/office/drawing/2014/main" id="{9DE12CD1-A7B0-ECC6-883E-7E5BCCE255DD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279" name="Group 1278">
                  <a:extLst>
                    <a:ext uri="{FF2B5EF4-FFF2-40B4-BE49-F238E27FC236}">
                      <a16:creationId xmlns:a16="http://schemas.microsoft.com/office/drawing/2014/main" id="{93404EDB-55AE-2CFC-051B-6DC9DEB48593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293" name="Oval 1292">
                    <a:extLst>
                      <a:ext uri="{FF2B5EF4-FFF2-40B4-BE49-F238E27FC236}">
                        <a16:creationId xmlns:a16="http://schemas.microsoft.com/office/drawing/2014/main" id="{144488A0-3F86-6208-6D32-4CD5E409F53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94" name="Group 1293">
                    <a:extLst>
                      <a:ext uri="{FF2B5EF4-FFF2-40B4-BE49-F238E27FC236}">
                        <a16:creationId xmlns:a16="http://schemas.microsoft.com/office/drawing/2014/main" id="{B731EBB5-F03C-753A-BF26-AC598C80709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95" name="Oval 1294">
                      <a:extLst>
                        <a:ext uri="{FF2B5EF4-FFF2-40B4-BE49-F238E27FC236}">
                          <a16:creationId xmlns:a16="http://schemas.microsoft.com/office/drawing/2014/main" id="{A6FB89B4-B3CF-569E-94F5-A0C69BADC7A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96" name="Oval 1295">
                      <a:extLst>
                        <a:ext uri="{FF2B5EF4-FFF2-40B4-BE49-F238E27FC236}">
                          <a16:creationId xmlns:a16="http://schemas.microsoft.com/office/drawing/2014/main" id="{7C59D994-2EC0-3AC5-3118-3CE74E81C54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97" name="Oval 1296">
                      <a:extLst>
                        <a:ext uri="{FF2B5EF4-FFF2-40B4-BE49-F238E27FC236}">
                          <a16:creationId xmlns:a16="http://schemas.microsoft.com/office/drawing/2014/main" id="{E438051B-C3FC-D778-D332-8EC5109C597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98" name="Oval 1297">
                      <a:extLst>
                        <a:ext uri="{FF2B5EF4-FFF2-40B4-BE49-F238E27FC236}">
                          <a16:creationId xmlns:a16="http://schemas.microsoft.com/office/drawing/2014/main" id="{70B75FBD-06DA-DB74-5E7C-34CA6F440A0A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99" name="Arc 1298">
                      <a:extLst>
                        <a:ext uri="{FF2B5EF4-FFF2-40B4-BE49-F238E27FC236}">
                          <a16:creationId xmlns:a16="http://schemas.microsoft.com/office/drawing/2014/main" id="{154958FE-9512-43AB-EB33-8323FA0447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00" name="Oval 1299">
                      <a:extLst>
                        <a:ext uri="{FF2B5EF4-FFF2-40B4-BE49-F238E27FC236}">
                          <a16:creationId xmlns:a16="http://schemas.microsoft.com/office/drawing/2014/main" id="{BB8F516D-BEBF-78AB-8F47-3F7672D678DF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01" name="Arc 1300">
                      <a:extLst>
                        <a:ext uri="{FF2B5EF4-FFF2-40B4-BE49-F238E27FC236}">
                          <a16:creationId xmlns:a16="http://schemas.microsoft.com/office/drawing/2014/main" id="{E1E718B7-72CD-F541-1ECC-63A048064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02" name="Arc 1301">
                      <a:extLst>
                        <a:ext uri="{FF2B5EF4-FFF2-40B4-BE49-F238E27FC236}">
                          <a16:creationId xmlns:a16="http://schemas.microsoft.com/office/drawing/2014/main" id="{934E7189-8C3C-8090-0736-6A626051B2C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80" name="Group 1279">
                  <a:extLst>
                    <a:ext uri="{FF2B5EF4-FFF2-40B4-BE49-F238E27FC236}">
                      <a16:creationId xmlns:a16="http://schemas.microsoft.com/office/drawing/2014/main" id="{75EA52A0-F391-732E-F55B-964479EC7981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283" name="Oval 1282">
                    <a:extLst>
                      <a:ext uri="{FF2B5EF4-FFF2-40B4-BE49-F238E27FC236}">
                        <a16:creationId xmlns:a16="http://schemas.microsoft.com/office/drawing/2014/main" id="{3AED8EBF-5A93-940A-321D-62CCB171DC8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84" name="Group 1283">
                    <a:extLst>
                      <a:ext uri="{FF2B5EF4-FFF2-40B4-BE49-F238E27FC236}">
                        <a16:creationId xmlns:a16="http://schemas.microsoft.com/office/drawing/2014/main" id="{45403A9B-AE36-2F67-71A2-25D65E2FB32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85" name="Oval 1284">
                      <a:extLst>
                        <a:ext uri="{FF2B5EF4-FFF2-40B4-BE49-F238E27FC236}">
                          <a16:creationId xmlns:a16="http://schemas.microsoft.com/office/drawing/2014/main" id="{6231C480-51B0-CA00-DBB6-76AF129AA8E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86" name="Oval 1285">
                      <a:extLst>
                        <a:ext uri="{FF2B5EF4-FFF2-40B4-BE49-F238E27FC236}">
                          <a16:creationId xmlns:a16="http://schemas.microsoft.com/office/drawing/2014/main" id="{D40D4BC9-F292-23F1-973C-17F5E28F168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87" name="Oval 1286">
                      <a:extLst>
                        <a:ext uri="{FF2B5EF4-FFF2-40B4-BE49-F238E27FC236}">
                          <a16:creationId xmlns:a16="http://schemas.microsoft.com/office/drawing/2014/main" id="{2B6E0D4D-86B6-648C-0C5D-67C578AE6D0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88" name="Oval 1287">
                      <a:extLst>
                        <a:ext uri="{FF2B5EF4-FFF2-40B4-BE49-F238E27FC236}">
                          <a16:creationId xmlns:a16="http://schemas.microsoft.com/office/drawing/2014/main" id="{9E655DA1-1E17-73A6-A19B-F643B86AC03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89" name="Arc 1288">
                      <a:extLst>
                        <a:ext uri="{FF2B5EF4-FFF2-40B4-BE49-F238E27FC236}">
                          <a16:creationId xmlns:a16="http://schemas.microsoft.com/office/drawing/2014/main" id="{190D2256-6ADE-A740-F73C-3672AD077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90" name="Oval 1289">
                      <a:extLst>
                        <a:ext uri="{FF2B5EF4-FFF2-40B4-BE49-F238E27FC236}">
                          <a16:creationId xmlns:a16="http://schemas.microsoft.com/office/drawing/2014/main" id="{4BC4E2EE-710F-B3BA-7621-50B68ED0F45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91" name="Arc 1290">
                      <a:extLst>
                        <a:ext uri="{FF2B5EF4-FFF2-40B4-BE49-F238E27FC236}">
                          <a16:creationId xmlns:a16="http://schemas.microsoft.com/office/drawing/2014/main" id="{AEB508D2-E183-E992-16F1-5FBBB04FFD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92" name="Arc 1291">
                      <a:extLst>
                        <a:ext uri="{FF2B5EF4-FFF2-40B4-BE49-F238E27FC236}">
                          <a16:creationId xmlns:a16="http://schemas.microsoft.com/office/drawing/2014/main" id="{22A3AEF8-C8DF-BF44-CC6D-E2F10D4C778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281" name="Straight Connector 1280">
                  <a:extLst>
                    <a:ext uri="{FF2B5EF4-FFF2-40B4-BE49-F238E27FC236}">
                      <a16:creationId xmlns:a16="http://schemas.microsoft.com/office/drawing/2014/main" id="{C218A61A-640D-A767-639A-29247ED7AE5B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2" name="Straight Connector 1281">
                  <a:extLst>
                    <a:ext uri="{FF2B5EF4-FFF2-40B4-BE49-F238E27FC236}">
                      <a16:creationId xmlns:a16="http://schemas.microsoft.com/office/drawing/2014/main" id="{227D07B2-8C35-B346-0AD4-C17E2CD9017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5" name="Group 1244">
                <a:extLst>
                  <a:ext uri="{FF2B5EF4-FFF2-40B4-BE49-F238E27FC236}">
                    <a16:creationId xmlns:a16="http://schemas.microsoft.com/office/drawing/2014/main" id="{E2B7C514-1956-852C-5FBB-05020DEECA46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255" name="Group 1254">
                  <a:extLst>
                    <a:ext uri="{FF2B5EF4-FFF2-40B4-BE49-F238E27FC236}">
                      <a16:creationId xmlns:a16="http://schemas.microsoft.com/office/drawing/2014/main" id="{81E8E49B-7B0F-1466-B3F9-B772EDF1FF78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269" name="Oval 1268">
                    <a:extLst>
                      <a:ext uri="{FF2B5EF4-FFF2-40B4-BE49-F238E27FC236}">
                        <a16:creationId xmlns:a16="http://schemas.microsoft.com/office/drawing/2014/main" id="{DE262F83-903B-6893-2267-DE3B6CB9CD4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70" name="Group 1269">
                    <a:extLst>
                      <a:ext uri="{FF2B5EF4-FFF2-40B4-BE49-F238E27FC236}">
                        <a16:creationId xmlns:a16="http://schemas.microsoft.com/office/drawing/2014/main" id="{B75B22AE-605F-CB20-7FDE-43EFE88A246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71" name="Oval 1270">
                      <a:extLst>
                        <a:ext uri="{FF2B5EF4-FFF2-40B4-BE49-F238E27FC236}">
                          <a16:creationId xmlns:a16="http://schemas.microsoft.com/office/drawing/2014/main" id="{4B33672A-30B6-3617-31D3-F49499C498B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72" name="Oval 1271">
                      <a:extLst>
                        <a:ext uri="{FF2B5EF4-FFF2-40B4-BE49-F238E27FC236}">
                          <a16:creationId xmlns:a16="http://schemas.microsoft.com/office/drawing/2014/main" id="{6543A163-4074-6831-B835-A31D507D2C5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73" name="Oval 1272">
                      <a:extLst>
                        <a:ext uri="{FF2B5EF4-FFF2-40B4-BE49-F238E27FC236}">
                          <a16:creationId xmlns:a16="http://schemas.microsoft.com/office/drawing/2014/main" id="{D1D16950-5D23-FCB4-9544-4479E9D7377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74" name="Oval 1273">
                      <a:extLst>
                        <a:ext uri="{FF2B5EF4-FFF2-40B4-BE49-F238E27FC236}">
                          <a16:creationId xmlns:a16="http://schemas.microsoft.com/office/drawing/2014/main" id="{D777C031-747B-0FB6-D077-3EC74F2DB10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75" name="Arc 1274">
                      <a:extLst>
                        <a:ext uri="{FF2B5EF4-FFF2-40B4-BE49-F238E27FC236}">
                          <a16:creationId xmlns:a16="http://schemas.microsoft.com/office/drawing/2014/main" id="{0270C7F9-30A5-6CF3-477E-536CF017D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76" name="Oval 1275">
                      <a:extLst>
                        <a:ext uri="{FF2B5EF4-FFF2-40B4-BE49-F238E27FC236}">
                          <a16:creationId xmlns:a16="http://schemas.microsoft.com/office/drawing/2014/main" id="{A024B30C-4AA5-344B-2219-099365872F9F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77" name="Arc 1276">
                      <a:extLst>
                        <a:ext uri="{FF2B5EF4-FFF2-40B4-BE49-F238E27FC236}">
                          <a16:creationId xmlns:a16="http://schemas.microsoft.com/office/drawing/2014/main" id="{0E12CCF7-260B-E03F-0234-0B08A568FF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78" name="Arc 1277">
                      <a:extLst>
                        <a:ext uri="{FF2B5EF4-FFF2-40B4-BE49-F238E27FC236}">
                          <a16:creationId xmlns:a16="http://schemas.microsoft.com/office/drawing/2014/main" id="{F6D8C6F0-84C6-F554-0B60-3E0AF5EAB81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56" name="Group 1255">
                  <a:extLst>
                    <a:ext uri="{FF2B5EF4-FFF2-40B4-BE49-F238E27FC236}">
                      <a16:creationId xmlns:a16="http://schemas.microsoft.com/office/drawing/2014/main" id="{9B004FB1-7DB0-685C-7367-140A67EE3FDD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259" name="Oval 1258">
                    <a:extLst>
                      <a:ext uri="{FF2B5EF4-FFF2-40B4-BE49-F238E27FC236}">
                        <a16:creationId xmlns:a16="http://schemas.microsoft.com/office/drawing/2014/main" id="{CAC8866F-CC0F-500E-7261-6F04D6CB13E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60" name="Group 1259">
                    <a:extLst>
                      <a:ext uri="{FF2B5EF4-FFF2-40B4-BE49-F238E27FC236}">
                        <a16:creationId xmlns:a16="http://schemas.microsoft.com/office/drawing/2014/main" id="{5963FFE6-7930-3407-7FB7-ECBFB0DF7D7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261" name="Oval 1260">
                      <a:extLst>
                        <a:ext uri="{FF2B5EF4-FFF2-40B4-BE49-F238E27FC236}">
                          <a16:creationId xmlns:a16="http://schemas.microsoft.com/office/drawing/2014/main" id="{4482E127-4AE8-9BC5-0FE1-A1A273868E3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62" name="Oval 1261">
                      <a:extLst>
                        <a:ext uri="{FF2B5EF4-FFF2-40B4-BE49-F238E27FC236}">
                          <a16:creationId xmlns:a16="http://schemas.microsoft.com/office/drawing/2014/main" id="{6F7D815E-82CD-A5FD-B417-D809CFDC429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63" name="Oval 1262">
                      <a:extLst>
                        <a:ext uri="{FF2B5EF4-FFF2-40B4-BE49-F238E27FC236}">
                          <a16:creationId xmlns:a16="http://schemas.microsoft.com/office/drawing/2014/main" id="{C25B75AD-CE06-01CF-3CE2-7A273E8FAE3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64" name="Oval 1263">
                      <a:extLst>
                        <a:ext uri="{FF2B5EF4-FFF2-40B4-BE49-F238E27FC236}">
                          <a16:creationId xmlns:a16="http://schemas.microsoft.com/office/drawing/2014/main" id="{2AD8C975-2697-1882-AC74-9A966BA1052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65" name="Arc 1264">
                      <a:extLst>
                        <a:ext uri="{FF2B5EF4-FFF2-40B4-BE49-F238E27FC236}">
                          <a16:creationId xmlns:a16="http://schemas.microsoft.com/office/drawing/2014/main" id="{BCCCBBC1-67A8-1ABE-5F49-A21C71FF1A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66" name="Oval 1265">
                      <a:extLst>
                        <a:ext uri="{FF2B5EF4-FFF2-40B4-BE49-F238E27FC236}">
                          <a16:creationId xmlns:a16="http://schemas.microsoft.com/office/drawing/2014/main" id="{CFF8D68E-CB13-F88D-C4C4-2449F4C7B4D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67" name="Arc 1266">
                      <a:extLst>
                        <a:ext uri="{FF2B5EF4-FFF2-40B4-BE49-F238E27FC236}">
                          <a16:creationId xmlns:a16="http://schemas.microsoft.com/office/drawing/2014/main" id="{9448139B-B2DA-B46B-3018-A976EEBED4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68" name="Arc 1267">
                      <a:extLst>
                        <a:ext uri="{FF2B5EF4-FFF2-40B4-BE49-F238E27FC236}">
                          <a16:creationId xmlns:a16="http://schemas.microsoft.com/office/drawing/2014/main" id="{796825E1-99F6-8851-8130-8D0C928A72D1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257" name="Straight Connector 1256">
                  <a:extLst>
                    <a:ext uri="{FF2B5EF4-FFF2-40B4-BE49-F238E27FC236}">
                      <a16:creationId xmlns:a16="http://schemas.microsoft.com/office/drawing/2014/main" id="{267035D3-1A5C-BB1A-373D-D9E80680C34B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8" name="Straight Connector 1257">
                  <a:extLst>
                    <a:ext uri="{FF2B5EF4-FFF2-40B4-BE49-F238E27FC236}">
                      <a16:creationId xmlns:a16="http://schemas.microsoft.com/office/drawing/2014/main" id="{654FFB74-F2CB-A8A5-C97F-4295D080DD8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6" name="Group 1245">
                <a:extLst>
                  <a:ext uri="{FF2B5EF4-FFF2-40B4-BE49-F238E27FC236}">
                    <a16:creationId xmlns:a16="http://schemas.microsoft.com/office/drawing/2014/main" id="{2E5CB127-62B1-1671-773E-52088CAF3162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247" name="Moon 1246">
                  <a:extLst>
                    <a:ext uri="{FF2B5EF4-FFF2-40B4-BE49-F238E27FC236}">
                      <a16:creationId xmlns:a16="http://schemas.microsoft.com/office/drawing/2014/main" id="{83C8DEC4-D00D-7249-1310-E30004ACD519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8" name="Oval 1247">
                  <a:extLst>
                    <a:ext uri="{FF2B5EF4-FFF2-40B4-BE49-F238E27FC236}">
                      <a16:creationId xmlns:a16="http://schemas.microsoft.com/office/drawing/2014/main" id="{46987BFA-AD9A-3125-C3A4-40494465274E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9" name="Oval 1248">
                  <a:extLst>
                    <a:ext uri="{FF2B5EF4-FFF2-40B4-BE49-F238E27FC236}">
                      <a16:creationId xmlns:a16="http://schemas.microsoft.com/office/drawing/2014/main" id="{4DA313DE-BCC0-A683-8200-69C326AAFCCE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0" name="Oval 1249">
                  <a:extLst>
                    <a:ext uri="{FF2B5EF4-FFF2-40B4-BE49-F238E27FC236}">
                      <a16:creationId xmlns:a16="http://schemas.microsoft.com/office/drawing/2014/main" id="{C58B8287-ADF2-AB94-F831-8E8232F45C24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1" name="Oval 1250">
                  <a:extLst>
                    <a:ext uri="{FF2B5EF4-FFF2-40B4-BE49-F238E27FC236}">
                      <a16:creationId xmlns:a16="http://schemas.microsoft.com/office/drawing/2014/main" id="{558780CD-E643-BDCC-8668-552E755C297F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2" name="Oval 1251">
                  <a:extLst>
                    <a:ext uri="{FF2B5EF4-FFF2-40B4-BE49-F238E27FC236}">
                      <a16:creationId xmlns:a16="http://schemas.microsoft.com/office/drawing/2014/main" id="{09349DE0-4C90-5F74-742F-D6FCC48767A3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3" name="Oval 1252">
                  <a:extLst>
                    <a:ext uri="{FF2B5EF4-FFF2-40B4-BE49-F238E27FC236}">
                      <a16:creationId xmlns:a16="http://schemas.microsoft.com/office/drawing/2014/main" id="{BD175835-7780-713B-706F-6A6130984B42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4" name="Oval 1253">
                  <a:extLst>
                    <a:ext uri="{FF2B5EF4-FFF2-40B4-BE49-F238E27FC236}">
                      <a16:creationId xmlns:a16="http://schemas.microsoft.com/office/drawing/2014/main" id="{8A7C111C-9EC3-E641-DAE5-71A8D452E23A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03" name="Group 1302">
              <a:extLst>
                <a:ext uri="{FF2B5EF4-FFF2-40B4-BE49-F238E27FC236}">
                  <a16:creationId xmlns:a16="http://schemas.microsoft.com/office/drawing/2014/main" id="{76EC87F4-A295-C852-25E5-39E2A6622249}"/>
                </a:ext>
              </a:extLst>
            </p:cNvPr>
            <p:cNvGrpSpPr/>
            <p:nvPr/>
          </p:nvGrpSpPr>
          <p:grpSpPr>
            <a:xfrm rot="7464527" flipH="1" flipV="1">
              <a:off x="6328999" y="2976492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304" name="Group 1303">
                <a:extLst>
                  <a:ext uri="{FF2B5EF4-FFF2-40B4-BE49-F238E27FC236}">
                    <a16:creationId xmlns:a16="http://schemas.microsoft.com/office/drawing/2014/main" id="{99D99BD9-F093-E38C-7F83-C5670851C749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339" name="Group 1338">
                  <a:extLst>
                    <a:ext uri="{FF2B5EF4-FFF2-40B4-BE49-F238E27FC236}">
                      <a16:creationId xmlns:a16="http://schemas.microsoft.com/office/drawing/2014/main" id="{7EB3276C-C69A-61EE-CD43-0B11273FE4C2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353" name="Oval 1352">
                    <a:extLst>
                      <a:ext uri="{FF2B5EF4-FFF2-40B4-BE49-F238E27FC236}">
                        <a16:creationId xmlns:a16="http://schemas.microsoft.com/office/drawing/2014/main" id="{49CD9BE9-41A7-6395-0765-448B75C1E86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354" name="Group 1353">
                    <a:extLst>
                      <a:ext uri="{FF2B5EF4-FFF2-40B4-BE49-F238E27FC236}">
                        <a16:creationId xmlns:a16="http://schemas.microsoft.com/office/drawing/2014/main" id="{61501CCB-68A6-267D-4BDB-52F75953817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355" name="Oval 1354">
                      <a:extLst>
                        <a:ext uri="{FF2B5EF4-FFF2-40B4-BE49-F238E27FC236}">
                          <a16:creationId xmlns:a16="http://schemas.microsoft.com/office/drawing/2014/main" id="{93BB506C-5CD0-07CA-1F8B-AD4A1560D88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6" name="Oval 1355">
                      <a:extLst>
                        <a:ext uri="{FF2B5EF4-FFF2-40B4-BE49-F238E27FC236}">
                          <a16:creationId xmlns:a16="http://schemas.microsoft.com/office/drawing/2014/main" id="{70B5D190-9C96-67E8-4D79-624AE650F74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7" name="Oval 1356">
                      <a:extLst>
                        <a:ext uri="{FF2B5EF4-FFF2-40B4-BE49-F238E27FC236}">
                          <a16:creationId xmlns:a16="http://schemas.microsoft.com/office/drawing/2014/main" id="{A08478DD-4C94-D65A-CAEF-2B3F68B9B186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8" name="Oval 1357">
                      <a:extLst>
                        <a:ext uri="{FF2B5EF4-FFF2-40B4-BE49-F238E27FC236}">
                          <a16:creationId xmlns:a16="http://schemas.microsoft.com/office/drawing/2014/main" id="{1528627F-91D6-60CD-8A37-C4E5D78B17E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9" name="Arc 1358">
                      <a:extLst>
                        <a:ext uri="{FF2B5EF4-FFF2-40B4-BE49-F238E27FC236}">
                          <a16:creationId xmlns:a16="http://schemas.microsoft.com/office/drawing/2014/main" id="{508F99A8-941B-B531-8325-DB58BB0F2C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60" name="Oval 1359">
                      <a:extLst>
                        <a:ext uri="{FF2B5EF4-FFF2-40B4-BE49-F238E27FC236}">
                          <a16:creationId xmlns:a16="http://schemas.microsoft.com/office/drawing/2014/main" id="{0560634B-09C1-EC50-5E5B-85D100FC7CAC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61" name="Arc 1360">
                      <a:extLst>
                        <a:ext uri="{FF2B5EF4-FFF2-40B4-BE49-F238E27FC236}">
                          <a16:creationId xmlns:a16="http://schemas.microsoft.com/office/drawing/2014/main" id="{B9836BD4-6898-1168-0D0E-42C9FD2BBE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62" name="Arc 1361">
                      <a:extLst>
                        <a:ext uri="{FF2B5EF4-FFF2-40B4-BE49-F238E27FC236}">
                          <a16:creationId xmlns:a16="http://schemas.microsoft.com/office/drawing/2014/main" id="{921CC310-D187-1542-353E-785F9A2B883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40" name="Group 1339">
                  <a:extLst>
                    <a:ext uri="{FF2B5EF4-FFF2-40B4-BE49-F238E27FC236}">
                      <a16:creationId xmlns:a16="http://schemas.microsoft.com/office/drawing/2014/main" id="{DB392A0E-085C-488F-B89A-EF87F2C381AE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343" name="Oval 1342">
                    <a:extLst>
                      <a:ext uri="{FF2B5EF4-FFF2-40B4-BE49-F238E27FC236}">
                        <a16:creationId xmlns:a16="http://schemas.microsoft.com/office/drawing/2014/main" id="{E391609B-A354-E175-C1F9-92ADEF139EA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344" name="Group 1343">
                    <a:extLst>
                      <a:ext uri="{FF2B5EF4-FFF2-40B4-BE49-F238E27FC236}">
                        <a16:creationId xmlns:a16="http://schemas.microsoft.com/office/drawing/2014/main" id="{DC070713-7C10-290C-7DAD-8F6DDA16DD2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345" name="Oval 1344">
                      <a:extLst>
                        <a:ext uri="{FF2B5EF4-FFF2-40B4-BE49-F238E27FC236}">
                          <a16:creationId xmlns:a16="http://schemas.microsoft.com/office/drawing/2014/main" id="{BC2DED77-550E-9F45-1A98-035EEB30563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46" name="Oval 1345">
                      <a:extLst>
                        <a:ext uri="{FF2B5EF4-FFF2-40B4-BE49-F238E27FC236}">
                          <a16:creationId xmlns:a16="http://schemas.microsoft.com/office/drawing/2014/main" id="{4E858A7A-BDA9-2021-67CB-0FA38821E5D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47" name="Oval 1346">
                      <a:extLst>
                        <a:ext uri="{FF2B5EF4-FFF2-40B4-BE49-F238E27FC236}">
                          <a16:creationId xmlns:a16="http://schemas.microsoft.com/office/drawing/2014/main" id="{E3C3EFCD-D15B-E87F-BC3B-4682B57E047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48" name="Oval 1347">
                      <a:extLst>
                        <a:ext uri="{FF2B5EF4-FFF2-40B4-BE49-F238E27FC236}">
                          <a16:creationId xmlns:a16="http://schemas.microsoft.com/office/drawing/2014/main" id="{4A76416E-ECDA-240C-9FEA-ED7CC29253E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49" name="Arc 1348">
                      <a:extLst>
                        <a:ext uri="{FF2B5EF4-FFF2-40B4-BE49-F238E27FC236}">
                          <a16:creationId xmlns:a16="http://schemas.microsoft.com/office/drawing/2014/main" id="{95DC1AB5-DB26-43DF-EA28-D906A97EFD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50" name="Oval 1349">
                      <a:extLst>
                        <a:ext uri="{FF2B5EF4-FFF2-40B4-BE49-F238E27FC236}">
                          <a16:creationId xmlns:a16="http://schemas.microsoft.com/office/drawing/2014/main" id="{E61321E3-53E6-8333-7DEE-ECB9E165B21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1" name="Arc 1350">
                      <a:extLst>
                        <a:ext uri="{FF2B5EF4-FFF2-40B4-BE49-F238E27FC236}">
                          <a16:creationId xmlns:a16="http://schemas.microsoft.com/office/drawing/2014/main" id="{5486BF8A-5E18-9F62-0133-E85AC840A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52" name="Arc 1351">
                      <a:extLst>
                        <a:ext uri="{FF2B5EF4-FFF2-40B4-BE49-F238E27FC236}">
                          <a16:creationId xmlns:a16="http://schemas.microsoft.com/office/drawing/2014/main" id="{9B4C4003-9EAF-F6AB-F283-60030982FC5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341" name="Straight Connector 1340">
                  <a:extLst>
                    <a:ext uri="{FF2B5EF4-FFF2-40B4-BE49-F238E27FC236}">
                      <a16:creationId xmlns:a16="http://schemas.microsoft.com/office/drawing/2014/main" id="{812BD43C-5C9D-00B6-3DE9-2BD677D25B2C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2" name="Straight Connector 1341">
                  <a:extLst>
                    <a:ext uri="{FF2B5EF4-FFF2-40B4-BE49-F238E27FC236}">
                      <a16:creationId xmlns:a16="http://schemas.microsoft.com/office/drawing/2014/main" id="{C8D5EAD1-D5E2-7661-2B2B-DB7F0627EF8E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05" name="Group 1304">
                <a:extLst>
                  <a:ext uri="{FF2B5EF4-FFF2-40B4-BE49-F238E27FC236}">
                    <a16:creationId xmlns:a16="http://schemas.microsoft.com/office/drawing/2014/main" id="{BC464EE2-2107-3A7E-CA71-3E73ED37E34A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315" name="Group 1314">
                  <a:extLst>
                    <a:ext uri="{FF2B5EF4-FFF2-40B4-BE49-F238E27FC236}">
                      <a16:creationId xmlns:a16="http://schemas.microsoft.com/office/drawing/2014/main" id="{D97CA099-6D4C-6D3E-B5C0-150380494AE5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329" name="Oval 1328">
                    <a:extLst>
                      <a:ext uri="{FF2B5EF4-FFF2-40B4-BE49-F238E27FC236}">
                        <a16:creationId xmlns:a16="http://schemas.microsoft.com/office/drawing/2014/main" id="{F2A218B4-EBA3-CD0E-F580-22AF701E851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330" name="Group 1329">
                    <a:extLst>
                      <a:ext uri="{FF2B5EF4-FFF2-40B4-BE49-F238E27FC236}">
                        <a16:creationId xmlns:a16="http://schemas.microsoft.com/office/drawing/2014/main" id="{97EAA6A7-49F3-E4EE-906B-42007DDF293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331" name="Oval 1330">
                      <a:extLst>
                        <a:ext uri="{FF2B5EF4-FFF2-40B4-BE49-F238E27FC236}">
                          <a16:creationId xmlns:a16="http://schemas.microsoft.com/office/drawing/2014/main" id="{1FA0001D-3BA2-8CAE-F6FB-EBDCA6CABAF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32" name="Oval 1331">
                      <a:extLst>
                        <a:ext uri="{FF2B5EF4-FFF2-40B4-BE49-F238E27FC236}">
                          <a16:creationId xmlns:a16="http://schemas.microsoft.com/office/drawing/2014/main" id="{951153E8-DC68-390E-ABAB-32A173F3127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33" name="Oval 1332">
                      <a:extLst>
                        <a:ext uri="{FF2B5EF4-FFF2-40B4-BE49-F238E27FC236}">
                          <a16:creationId xmlns:a16="http://schemas.microsoft.com/office/drawing/2014/main" id="{A009321B-ADE2-BD3A-CCCD-3360A233EFD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34" name="Oval 1333">
                      <a:extLst>
                        <a:ext uri="{FF2B5EF4-FFF2-40B4-BE49-F238E27FC236}">
                          <a16:creationId xmlns:a16="http://schemas.microsoft.com/office/drawing/2014/main" id="{D5D37C7F-D5A9-5AFD-B6AD-0564672176F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35" name="Arc 1334">
                      <a:extLst>
                        <a:ext uri="{FF2B5EF4-FFF2-40B4-BE49-F238E27FC236}">
                          <a16:creationId xmlns:a16="http://schemas.microsoft.com/office/drawing/2014/main" id="{E73D922E-2C94-1262-B1AF-AC3B06DFC8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36" name="Oval 1335">
                      <a:extLst>
                        <a:ext uri="{FF2B5EF4-FFF2-40B4-BE49-F238E27FC236}">
                          <a16:creationId xmlns:a16="http://schemas.microsoft.com/office/drawing/2014/main" id="{F12EE41A-0EBD-9A88-E65D-DDB7D0A121F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37" name="Arc 1336">
                      <a:extLst>
                        <a:ext uri="{FF2B5EF4-FFF2-40B4-BE49-F238E27FC236}">
                          <a16:creationId xmlns:a16="http://schemas.microsoft.com/office/drawing/2014/main" id="{A5E7E3BB-4B1A-B464-BF20-99B1CBB3BD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38" name="Arc 1337">
                      <a:extLst>
                        <a:ext uri="{FF2B5EF4-FFF2-40B4-BE49-F238E27FC236}">
                          <a16:creationId xmlns:a16="http://schemas.microsoft.com/office/drawing/2014/main" id="{1A23635B-9346-3D2F-DE4B-E8A365CD473F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16" name="Group 1315">
                  <a:extLst>
                    <a:ext uri="{FF2B5EF4-FFF2-40B4-BE49-F238E27FC236}">
                      <a16:creationId xmlns:a16="http://schemas.microsoft.com/office/drawing/2014/main" id="{90CBD4C9-F42F-D798-A951-23669755E8FF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319" name="Oval 1318">
                    <a:extLst>
                      <a:ext uri="{FF2B5EF4-FFF2-40B4-BE49-F238E27FC236}">
                        <a16:creationId xmlns:a16="http://schemas.microsoft.com/office/drawing/2014/main" id="{EF4904DE-FF6A-242E-A716-01F43295AB3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320" name="Group 1319">
                    <a:extLst>
                      <a:ext uri="{FF2B5EF4-FFF2-40B4-BE49-F238E27FC236}">
                        <a16:creationId xmlns:a16="http://schemas.microsoft.com/office/drawing/2014/main" id="{0AC1CDC4-9E0A-DD93-3E41-98C5DAD4D77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321" name="Oval 1320">
                      <a:extLst>
                        <a:ext uri="{FF2B5EF4-FFF2-40B4-BE49-F238E27FC236}">
                          <a16:creationId xmlns:a16="http://schemas.microsoft.com/office/drawing/2014/main" id="{F975A2CC-04A0-1B40-1FAD-60B8D9490A94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22" name="Oval 1321">
                      <a:extLst>
                        <a:ext uri="{FF2B5EF4-FFF2-40B4-BE49-F238E27FC236}">
                          <a16:creationId xmlns:a16="http://schemas.microsoft.com/office/drawing/2014/main" id="{2A14C4BC-5341-9F38-5E72-6B4B9BAD182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23" name="Oval 1322">
                      <a:extLst>
                        <a:ext uri="{FF2B5EF4-FFF2-40B4-BE49-F238E27FC236}">
                          <a16:creationId xmlns:a16="http://schemas.microsoft.com/office/drawing/2014/main" id="{2DC41ADF-DD23-CEE8-8E7E-E1B5D0067250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24" name="Oval 1323">
                      <a:extLst>
                        <a:ext uri="{FF2B5EF4-FFF2-40B4-BE49-F238E27FC236}">
                          <a16:creationId xmlns:a16="http://schemas.microsoft.com/office/drawing/2014/main" id="{FE12813A-04AA-7908-F8EE-C27046914A2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25" name="Arc 1324">
                      <a:extLst>
                        <a:ext uri="{FF2B5EF4-FFF2-40B4-BE49-F238E27FC236}">
                          <a16:creationId xmlns:a16="http://schemas.microsoft.com/office/drawing/2014/main" id="{EED6C2E8-CF5F-D086-EE70-5C772F98D7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26" name="Oval 1325">
                      <a:extLst>
                        <a:ext uri="{FF2B5EF4-FFF2-40B4-BE49-F238E27FC236}">
                          <a16:creationId xmlns:a16="http://schemas.microsoft.com/office/drawing/2014/main" id="{EC500EC1-70B8-2CAB-100E-BEBE2152390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27" name="Arc 1326">
                      <a:extLst>
                        <a:ext uri="{FF2B5EF4-FFF2-40B4-BE49-F238E27FC236}">
                          <a16:creationId xmlns:a16="http://schemas.microsoft.com/office/drawing/2014/main" id="{0EDF5DF9-5718-F5B4-A540-F78734834A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28" name="Arc 1327">
                      <a:extLst>
                        <a:ext uri="{FF2B5EF4-FFF2-40B4-BE49-F238E27FC236}">
                          <a16:creationId xmlns:a16="http://schemas.microsoft.com/office/drawing/2014/main" id="{6312FED5-FBD7-DEC0-C244-D196B172F36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317" name="Straight Connector 1316">
                  <a:extLst>
                    <a:ext uri="{FF2B5EF4-FFF2-40B4-BE49-F238E27FC236}">
                      <a16:creationId xmlns:a16="http://schemas.microsoft.com/office/drawing/2014/main" id="{FCBB6FAF-97F3-846C-B2FC-584DD48B36C8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8" name="Straight Connector 1317">
                  <a:extLst>
                    <a:ext uri="{FF2B5EF4-FFF2-40B4-BE49-F238E27FC236}">
                      <a16:creationId xmlns:a16="http://schemas.microsoft.com/office/drawing/2014/main" id="{4D4B3630-AC88-EFFE-372C-5386A4866AE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06" name="Group 1305">
                <a:extLst>
                  <a:ext uri="{FF2B5EF4-FFF2-40B4-BE49-F238E27FC236}">
                    <a16:creationId xmlns:a16="http://schemas.microsoft.com/office/drawing/2014/main" id="{50D63EC4-31D5-05F7-0A39-1C2083E39882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307" name="Moon 1306">
                  <a:extLst>
                    <a:ext uri="{FF2B5EF4-FFF2-40B4-BE49-F238E27FC236}">
                      <a16:creationId xmlns:a16="http://schemas.microsoft.com/office/drawing/2014/main" id="{38F8D7B4-483C-1A55-F5E5-EE66A5DCDB49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8" name="Oval 1307">
                  <a:extLst>
                    <a:ext uri="{FF2B5EF4-FFF2-40B4-BE49-F238E27FC236}">
                      <a16:creationId xmlns:a16="http://schemas.microsoft.com/office/drawing/2014/main" id="{18170DEA-BAAF-F9EA-84DB-50B61614767C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9" name="Oval 1308">
                  <a:extLst>
                    <a:ext uri="{FF2B5EF4-FFF2-40B4-BE49-F238E27FC236}">
                      <a16:creationId xmlns:a16="http://schemas.microsoft.com/office/drawing/2014/main" id="{C1775CE8-4F14-4147-0D28-FF6FF6182ED7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0" name="Oval 1309">
                  <a:extLst>
                    <a:ext uri="{FF2B5EF4-FFF2-40B4-BE49-F238E27FC236}">
                      <a16:creationId xmlns:a16="http://schemas.microsoft.com/office/drawing/2014/main" id="{23195F2B-E12B-E1BB-C3D8-AC2EEF4EB1B5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1" name="Oval 1310">
                  <a:extLst>
                    <a:ext uri="{FF2B5EF4-FFF2-40B4-BE49-F238E27FC236}">
                      <a16:creationId xmlns:a16="http://schemas.microsoft.com/office/drawing/2014/main" id="{FB2F2DBE-3091-E8C5-166B-3A32E1B115D4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2" name="Oval 1311">
                  <a:extLst>
                    <a:ext uri="{FF2B5EF4-FFF2-40B4-BE49-F238E27FC236}">
                      <a16:creationId xmlns:a16="http://schemas.microsoft.com/office/drawing/2014/main" id="{CAD8B4BA-B8F7-1B05-E9DE-EBDDC8399E6D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Oval 1312">
                  <a:extLst>
                    <a:ext uri="{FF2B5EF4-FFF2-40B4-BE49-F238E27FC236}">
                      <a16:creationId xmlns:a16="http://schemas.microsoft.com/office/drawing/2014/main" id="{CF0D3401-87F4-C75F-12FE-8D9C45D2872D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4" name="Oval 1313">
                  <a:extLst>
                    <a:ext uri="{FF2B5EF4-FFF2-40B4-BE49-F238E27FC236}">
                      <a16:creationId xmlns:a16="http://schemas.microsoft.com/office/drawing/2014/main" id="{029783B7-5C04-E37A-E696-EEC94AD8BCB5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63" name="Group 1362">
              <a:extLst>
                <a:ext uri="{FF2B5EF4-FFF2-40B4-BE49-F238E27FC236}">
                  <a16:creationId xmlns:a16="http://schemas.microsoft.com/office/drawing/2014/main" id="{ECA840B4-6A34-E702-69D6-B6828DF50AA2}"/>
                </a:ext>
              </a:extLst>
            </p:cNvPr>
            <p:cNvGrpSpPr/>
            <p:nvPr/>
          </p:nvGrpSpPr>
          <p:grpSpPr>
            <a:xfrm rot="1312654" flipH="1" flipV="1">
              <a:off x="5952634" y="3148168"/>
              <a:ext cx="180828" cy="348790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364" name="Group 1363">
                <a:extLst>
                  <a:ext uri="{FF2B5EF4-FFF2-40B4-BE49-F238E27FC236}">
                    <a16:creationId xmlns:a16="http://schemas.microsoft.com/office/drawing/2014/main" id="{85D567B4-2538-B87E-7C9C-52996734AA8F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399" name="Group 1398">
                  <a:extLst>
                    <a:ext uri="{FF2B5EF4-FFF2-40B4-BE49-F238E27FC236}">
                      <a16:creationId xmlns:a16="http://schemas.microsoft.com/office/drawing/2014/main" id="{2DE75B95-497C-3553-0407-AC00A763AAE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413" name="Oval 1412">
                    <a:extLst>
                      <a:ext uri="{FF2B5EF4-FFF2-40B4-BE49-F238E27FC236}">
                        <a16:creationId xmlns:a16="http://schemas.microsoft.com/office/drawing/2014/main" id="{71F05CC3-DF92-F325-27A9-E505E9CA70A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414" name="Group 1413">
                    <a:extLst>
                      <a:ext uri="{FF2B5EF4-FFF2-40B4-BE49-F238E27FC236}">
                        <a16:creationId xmlns:a16="http://schemas.microsoft.com/office/drawing/2014/main" id="{BE91D672-D1B0-F835-A28F-88F1D608B13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415" name="Oval 1414">
                      <a:extLst>
                        <a:ext uri="{FF2B5EF4-FFF2-40B4-BE49-F238E27FC236}">
                          <a16:creationId xmlns:a16="http://schemas.microsoft.com/office/drawing/2014/main" id="{FE06DEC0-3BDF-A504-27D2-6D762178EFC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16" name="Oval 1415">
                      <a:extLst>
                        <a:ext uri="{FF2B5EF4-FFF2-40B4-BE49-F238E27FC236}">
                          <a16:creationId xmlns:a16="http://schemas.microsoft.com/office/drawing/2014/main" id="{90E7ACC1-44F5-7E23-7BB9-97265F4D22B5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17" name="Oval 1416">
                      <a:extLst>
                        <a:ext uri="{FF2B5EF4-FFF2-40B4-BE49-F238E27FC236}">
                          <a16:creationId xmlns:a16="http://schemas.microsoft.com/office/drawing/2014/main" id="{142C3852-70C1-9ABD-0425-58506F6AEA2A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18" name="Oval 1417">
                      <a:extLst>
                        <a:ext uri="{FF2B5EF4-FFF2-40B4-BE49-F238E27FC236}">
                          <a16:creationId xmlns:a16="http://schemas.microsoft.com/office/drawing/2014/main" id="{E266EF34-D87D-BD3E-3F13-4EC0D3039FC1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19" name="Arc 1418">
                      <a:extLst>
                        <a:ext uri="{FF2B5EF4-FFF2-40B4-BE49-F238E27FC236}">
                          <a16:creationId xmlns:a16="http://schemas.microsoft.com/office/drawing/2014/main" id="{DBCB00B8-B629-9F8D-1F9B-908A60FF42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20" name="Oval 1419">
                      <a:extLst>
                        <a:ext uri="{FF2B5EF4-FFF2-40B4-BE49-F238E27FC236}">
                          <a16:creationId xmlns:a16="http://schemas.microsoft.com/office/drawing/2014/main" id="{DA970D5B-C8A6-1176-E9E8-89BA78B2933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21" name="Arc 1420">
                      <a:extLst>
                        <a:ext uri="{FF2B5EF4-FFF2-40B4-BE49-F238E27FC236}">
                          <a16:creationId xmlns:a16="http://schemas.microsoft.com/office/drawing/2014/main" id="{73F7E8BE-499E-C15A-D343-1694208ABD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22" name="Arc 1421">
                      <a:extLst>
                        <a:ext uri="{FF2B5EF4-FFF2-40B4-BE49-F238E27FC236}">
                          <a16:creationId xmlns:a16="http://schemas.microsoft.com/office/drawing/2014/main" id="{443D2184-8369-B56F-877A-98F91CB7DC7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400" name="Group 1399">
                  <a:extLst>
                    <a:ext uri="{FF2B5EF4-FFF2-40B4-BE49-F238E27FC236}">
                      <a16:creationId xmlns:a16="http://schemas.microsoft.com/office/drawing/2014/main" id="{30963E6C-6165-4987-A448-D2AC7BB01B65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403" name="Oval 1402">
                    <a:extLst>
                      <a:ext uri="{FF2B5EF4-FFF2-40B4-BE49-F238E27FC236}">
                        <a16:creationId xmlns:a16="http://schemas.microsoft.com/office/drawing/2014/main" id="{C811F2BD-37DE-FF8E-615D-D46FDC157EB7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404" name="Group 1403">
                    <a:extLst>
                      <a:ext uri="{FF2B5EF4-FFF2-40B4-BE49-F238E27FC236}">
                        <a16:creationId xmlns:a16="http://schemas.microsoft.com/office/drawing/2014/main" id="{B8AC5BF2-2F22-19F2-6337-DD8EB1D4495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405" name="Oval 1404">
                      <a:extLst>
                        <a:ext uri="{FF2B5EF4-FFF2-40B4-BE49-F238E27FC236}">
                          <a16:creationId xmlns:a16="http://schemas.microsoft.com/office/drawing/2014/main" id="{E3BE018C-2749-12CE-6DB6-29D1D06890C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06" name="Oval 1405">
                      <a:extLst>
                        <a:ext uri="{FF2B5EF4-FFF2-40B4-BE49-F238E27FC236}">
                          <a16:creationId xmlns:a16="http://schemas.microsoft.com/office/drawing/2014/main" id="{1A7C2921-6C2C-1F15-9D07-726997AD2514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07" name="Oval 1406">
                      <a:extLst>
                        <a:ext uri="{FF2B5EF4-FFF2-40B4-BE49-F238E27FC236}">
                          <a16:creationId xmlns:a16="http://schemas.microsoft.com/office/drawing/2014/main" id="{C32013F2-DF87-65B2-F5FC-493717C72FE6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08" name="Oval 1407">
                      <a:extLst>
                        <a:ext uri="{FF2B5EF4-FFF2-40B4-BE49-F238E27FC236}">
                          <a16:creationId xmlns:a16="http://schemas.microsoft.com/office/drawing/2014/main" id="{885B7EE8-FB9E-91EE-1F5F-CFB46C230A3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09" name="Arc 1408">
                      <a:extLst>
                        <a:ext uri="{FF2B5EF4-FFF2-40B4-BE49-F238E27FC236}">
                          <a16:creationId xmlns:a16="http://schemas.microsoft.com/office/drawing/2014/main" id="{559C86B9-87A4-84E6-B42F-4F7FAB451B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10" name="Oval 1409">
                      <a:extLst>
                        <a:ext uri="{FF2B5EF4-FFF2-40B4-BE49-F238E27FC236}">
                          <a16:creationId xmlns:a16="http://schemas.microsoft.com/office/drawing/2014/main" id="{247DDB63-048D-B48C-A5D2-5628023C060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11" name="Arc 1410">
                      <a:extLst>
                        <a:ext uri="{FF2B5EF4-FFF2-40B4-BE49-F238E27FC236}">
                          <a16:creationId xmlns:a16="http://schemas.microsoft.com/office/drawing/2014/main" id="{E59B08D6-FAC6-48A5-493C-42FC4D8A79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12" name="Arc 1411">
                      <a:extLst>
                        <a:ext uri="{FF2B5EF4-FFF2-40B4-BE49-F238E27FC236}">
                          <a16:creationId xmlns:a16="http://schemas.microsoft.com/office/drawing/2014/main" id="{880606F2-F4A0-EA85-A83C-A75E28C6F3E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401" name="Straight Connector 1400">
                  <a:extLst>
                    <a:ext uri="{FF2B5EF4-FFF2-40B4-BE49-F238E27FC236}">
                      <a16:creationId xmlns:a16="http://schemas.microsoft.com/office/drawing/2014/main" id="{CABFB8A5-629C-5CDF-A73C-3963EF38C8EB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2" name="Straight Connector 1401">
                  <a:extLst>
                    <a:ext uri="{FF2B5EF4-FFF2-40B4-BE49-F238E27FC236}">
                      <a16:creationId xmlns:a16="http://schemas.microsoft.com/office/drawing/2014/main" id="{5330CEB3-F4CF-758A-6D14-B79340F203EF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65" name="Group 1364">
                <a:extLst>
                  <a:ext uri="{FF2B5EF4-FFF2-40B4-BE49-F238E27FC236}">
                    <a16:creationId xmlns:a16="http://schemas.microsoft.com/office/drawing/2014/main" id="{626F0D0B-59D3-3942-38E0-8FD47439575E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375" name="Group 1374">
                  <a:extLst>
                    <a:ext uri="{FF2B5EF4-FFF2-40B4-BE49-F238E27FC236}">
                      <a16:creationId xmlns:a16="http://schemas.microsoft.com/office/drawing/2014/main" id="{6A2CE018-082C-CE68-09A5-8EE47D17455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389" name="Oval 1388">
                    <a:extLst>
                      <a:ext uri="{FF2B5EF4-FFF2-40B4-BE49-F238E27FC236}">
                        <a16:creationId xmlns:a16="http://schemas.microsoft.com/office/drawing/2014/main" id="{B36D8717-F6ED-6EDF-A647-260CE628F50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390" name="Group 1389">
                    <a:extLst>
                      <a:ext uri="{FF2B5EF4-FFF2-40B4-BE49-F238E27FC236}">
                        <a16:creationId xmlns:a16="http://schemas.microsoft.com/office/drawing/2014/main" id="{498BBB57-5FC7-2AB3-008F-650F2B77BB3A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391" name="Oval 1390">
                      <a:extLst>
                        <a:ext uri="{FF2B5EF4-FFF2-40B4-BE49-F238E27FC236}">
                          <a16:creationId xmlns:a16="http://schemas.microsoft.com/office/drawing/2014/main" id="{E087B7D6-D985-F330-9F0B-EA796CBCA1A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92" name="Oval 1391">
                      <a:extLst>
                        <a:ext uri="{FF2B5EF4-FFF2-40B4-BE49-F238E27FC236}">
                          <a16:creationId xmlns:a16="http://schemas.microsoft.com/office/drawing/2014/main" id="{09BC68D0-073E-E6D3-DC9B-98C2505985D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93" name="Oval 1392">
                      <a:extLst>
                        <a:ext uri="{FF2B5EF4-FFF2-40B4-BE49-F238E27FC236}">
                          <a16:creationId xmlns:a16="http://schemas.microsoft.com/office/drawing/2014/main" id="{E61DB193-CDE3-DAEF-380B-BA8F0A19B4F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94" name="Oval 1393">
                      <a:extLst>
                        <a:ext uri="{FF2B5EF4-FFF2-40B4-BE49-F238E27FC236}">
                          <a16:creationId xmlns:a16="http://schemas.microsoft.com/office/drawing/2014/main" id="{69EF250E-7EF8-19A9-E3FA-AD4569338365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95" name="Arc 1394">
                      <a:extLst>
                        <a:ext uri="{FF2B5EF4-FFF2-40B4-BE49-F238E27FC236}">
                          <a16:creationId xmlns:a16="http://schemas.microsoft.com/office/drawing/2014/main" id="{C808373B-C384-FDD6-809A-D8831EC0C3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96" name="Oval 1395">
                      <a:extLst>
                        <a:ext uri="{FF2B5EF4-FFF2-40B4-BE49-F238E27FC236}">
                          <a16:creationId xmlns:a16="http://schemas.microsoft.com/office/drawing/2014/main" id="{641566F8-25F0-47D0-6371-BDF4ACC77E4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97" name="Arc 1396">
                      <a:extLst>
                        <a:ext uri="{FF2B5EF4-FFF2-40B4-BE49-F238E27FC236}">
                          <a16:creationId xmlns:a16="http://schemas.microsoft.com/office/drawing/2014/main" id="{67DA9F9E-E704-1639-EE25-734635FEC9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98" name="Arc 1397">
                      <a:extLst>
                        <a:ext uri="{FF2B5EF4-FFF2-40B4-BE49-F238E27FC236}">
                          <a16:creationId xmlns:a16="http://schemas.microsoft.com/office/drawing/2014/main" id="{6D153171-2448-7560-A58A-4E36E298086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76" name="Group 1375">
                  <a:extLst>
                    <a:ext uri="{FF2B5EF4-FFF2-40B4-BE49-F238E27FC236}">
                      <a16:creationId xmlns:a16="http://schemas.microsoft.com/office/drawing/2014/main" id="{DF709E02-8B87-23E3-CF2C-F3E5C11A554C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379" name="Oval 1378">
                    <a:extLst>
                      <a:ext uri="{FF2B5EF4-FFF2-40B4-BE49-F238E27FC236}">
                        <a16:creationId xmlns:a16="http://schemas.microsoft.com/office/drawing/2014/main" id="{17510EF4-6DA1-752E-E44C-4C393FC00E5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380" name="Group 1379">
                    <a:extLst>
                      <a:ext uri="{FF2B5EF4-FFF2-40B4-BE49-F238E27FC236}">
                        <a16:creationId xmlns:a16="http://schemas.microsoft.com/office/drawing/2014/main" id="{AC76637A-777A-615E-3E32-44816BD0FEF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381" name="Oval 1380">
                      <a:extLst>
                        <a:ext uri="{FF2B5EF4-FFF2-40B4-BE49-F238E27FC236}">
                          <a16:creationId xmlns:a16="http://schemas.microsoft.com/office/drawing/2014/main" id="{FF6CE713-4A0D-365A-6908-E079FA7776B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82" name="Oval 1381">
                      <a:extLst>
                        <a:ext uri="{FF2B5EF4-FFF2-40B4-BE49-F238E27FC236}">
                          <a16:creationId xmlns:a16="http://schemas.microsoft.com/office/drawing/2014/main" id="{5D7FA18C-E041-8139-FE19-2670EFC7913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83" name="Oval 1382">
                      <a:extLst>
                        <a:ext uri="{FF2B5EF4-FFF2-40B4-BE49-F238E27FC236}">
                          <a16:creationId xmlns:a16="http://schemas.microsoft.com/office/drawing/2014/main" id="{32B71AE6-A130-0F24-7264-0C90EA309B6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84" name="Oval 1383">
                      <a:extLst>
                        <a:ext uri="{FF2B5EF4-FFF2-40B4-BE49-F238E27FC236}">
                          <a16:creationId xmlns:a16="http://schemas.microsoft.com/office/drawing/2014/main" id="{39A21708-0595-2573-D406-6E06BD44BF3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85" name="Arc 1384">
                      <a:extLst>
                        <a:ext uri="{FF2B5EF4-FFF2-40B4-BE49-F238E27FC236}">
                          <a16:creationId xmlns:a16="http://schemas.microsoft.com/office/drawing/2014/main" id="{4FE6E386-12B8-FDBE-D1DB-7F7483B156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86" name="Oval 1385">
                      <a:extLst>
                        <a:ext uri="{FF2B5EF4-FFF2-40B4-BE49-F238E27FC236}">
                          <a16:creationId xmlns:a16="http://schemas.microsoft.com/office/drawing/2014/main" id="{96524249-3B40-F559-0F1F-830B549AB1C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87" name="Arc 1386">
                      <a:extLst>
                        <a:ext uri="{FF2B5EF4-FFF2-40B4-BE49-F238E27FC236}">
                          <a16:creationId xmlns:a16="http://schemas.microsoft.com/office/drawing/2014/main" id="{5A5EB1DC-C57C-265C-44A8-02F8CA1CCF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88" name="Arc 1387">
                      <a:extLst>
                        <a:ext uri="{FF2B5EF4-FFF2-40B4-BE49-F238E27FC236}">
                          <a16:creationId xmlns:a16="http://schemas.microsoft.com/office/drawing/2014/main" id="{A45C7FBE-B711-9758-3F2D-5D7395B005D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377" name="Straight Connector 1376">
                  <a:extLst>
                    <a:ext uri="{FF2B5EF4-FFF2-40B4-BE49-F238E27FC236}">
                      <a16:creationId xmlns:a16="http://schemas.microsoft.com/office/drawing/2014/main" id="{98BBA505-A2E1-C0E5-14F0-A4C5522D8A29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8" name="Straight Connector 1377">
                  <a:extLst>
                    <a:ext uri="{FF2B5EF4-FFF2-40B4-BE49-F238E27FC236}">
                      <a16:creationId xmlns:a16="http://schemas.microsoft.com/office/drawing/2014/main" id="{2C3A390D-03C1-F2A4-AE56-AE661F46331B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66" name="Group 1365">
                <a:extLst>
                  <a:ext uri="{FF2B5EF4-FFF2-40B4-BE49-F238E27FC236}">
                    <a16:creationId xmlns:a16="http://schemas.microsoft.com/office/drawing/2014/main" id="{3E3BFD7C-87E4-68D7-1C66-BA37121F205D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367" name="Moon 1366">
                  <a:extLst>
                    <a:ext uri="{FF2B5EF4-FFF2-40B4-BE49-F238E27FC236}">
                      <a16:creationId xmlns:a16="http://schemas.microsoft.com/office/drawing/2014/main" id="{658F84C1-B29A-D0D4-1A7A-8AA6C346C968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8" name="Oval 1367">
                  <a:extLst>
                    <a:ext uri="{FF2B5EF4-FFF2-40B4-BE49-F238E27FC236}">
                      <a16:creationId xmlns:a16="http://schemas.microsoft.com/office/drawing/2014/main" id="{06FA6219-219D-777B-3653-08FA839E101A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9" name="Oval 1368">
                  <a:extLst>
                    <a:ext uri="{FF2B5EF4-FFF2-40B4-BE49-F238E27FC236}">
                      <a16:creationId xmlns:a16="http://schemas.microsoft.com/office/drawing/2014/main" id="{341B136B-8749-17DC-5E8B-301F128D8520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0" name="Oval 1369">
                  <a:extLst>
                    <a:ext uri="{FF2B5EF4-FFF2-40B4-BE49-F238E27FC236}">
                      <a16:creationId xmlns:a16="http://schemas.microsoft.com/office/drawing/2014/main" id="{CAE209D9-FB59-D7B3-FCE5-BA9D8A173B6C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1" name="Oval 1370">
                  <a:extLst>
                    <a:ext uri="{FF2B5EF4-FFF2-40B4-BE49-F238E27FC236}">
                      <a16:creationId xmlns:a16="http://schemas.microsoft.com/office/drawing/2014/main" id="{65A56F0A-D4D7-460D-2FBC-6F3A4C3FB030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2" name="Oval 1371">
                  <a:extLst>
                    <a:ext uri="{FF2B5EF4-FFF2-40B4-BE49-F238E27FC236}">
                      <a16:creationId xmlns:a16="http://schemas.microsoft.com/office/drawing/2014/main" id="{D1622CD8-31CD-FB14-39C3-8C840CFF82FC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3" name="Oval 1372">
                  <a:extLst>
                    <a:ext uri="{FF2B5EF4-FFF2-40B4-BE49-F238E27FC236}">
                      <a16:creationId xmlns:a16="http://schemas.microsoft.com/office/drawing/2014/main" id="{76441FEF-3653-CB40-9E75-51FD6E372F8D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4" name="Oval 1373">
                  <a:extLst>
                    <a:ext uri="{FF2B5EF4-FFF2-40B4-BE49-F238E27FC236}">
                      <a16:creationId xmlns:a16="http://schemas.microsoft.com/office/drawing/2014/main" id="{66329CF5-F712-E0C5-E543-6B99B3A261DE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483" name="Group 1482">
              <a:extLst>
                <a:ext uri="{FF2B5EF4-FFF2-40B4-BE49-F238E27FC236}">
                  <a16:creationId xmlns:a16="http://schemas.microsoft.com/office/drawing/2014/main" id="{7F4D4423-26DB-312D-0688-073382AF075D}"/>
                </a:ext>
              </a:extLst>
            </p:cNvPr>
            <p:cNvGrpSpPr/>
            <p:nvPr/>
          </p:nvGrpSpPr>
          <p:grpSpPr>
            <a:xfrm rot="6571890" flipH="1" flipV="1">
              <a:off x="5654552" y="4235463"/>
              <a:ext cx="144704" cy="348791"/>
              <a:chOff x="8901293" y="933753"/>
              <a:chExt cx="2135899" cy="5148330"/>
            </a:xfrm>
            <a:solidFill>
              <a:srgbClr val="0432FF"/>
            </a:solidFill>
          </p:grpSpPr>
          <p:grpSp>
            <p:nvGrpSpPr>
              <p:cNvPr id="1484" name="Group 1483">
                <a:extLst>
                  <a:ext uri="{FF2B5EF4-FFF2-40B4-BE49-F238E27FC236}">
                    <a16:creationId xmlns:a16="http://schemas.microsoft.com/office/drawing/2014/main" id="{D2E22956-9953-0889-C93B-66DD2DFA9FB3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519" name="Group 1518">
                  <a:extLst>
                    <a:ext uri="{FF2B5EF4-FFF2-40B4-BE49-F238E27FC236}">
                      <a16:creationId xmlns:a16="http://schemas.microsoft.com/office/drawing/2014/main" id="{363F447A-185E-6F01-67DC-E30ADF30E79E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33" name="Oval 1532">
                    <a:extLst>
                      <a:ext uri="{FF2B5EF4-FFF2-40B4-BE49-F238E27FC236}">
                        <a16:creationId xmlns:a16="http://schemas.microsoft.com/office/drawing/2014/main" id="{84E72EF4-9100-502A-F704-CC89008E1A3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34" name="Group 1533">
                    <a:extLst>
                      <a:ext uri="{FF2B5EF4-FFF2-40B4-BE49-F238E27FC236}">
                        <a16:creationId xmlns:a16="http://schemas.microsoft.com/office/drawing/2014/main" id="{39B2FEDE-DFA2-1FAD-28CC-556D108B13C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35" name="Oval 1534">
                      <a:extLst>
                        <a:ext uri="{FF2B5EF4-FFF2-40B4-BE49-F238E27FC236}">
                          <a16:creationId xmlns:a16="http://schemas.microsoft.com/office/drawing/2014/main" id="{A8CAA554-1880-05DD-AD3F-4CA65A20B3C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36" name="Oval 1535">
                      <a:extLst>
                        <a:ext uri="{FF2B5EF4-FFF2-40B4-BE49-F238E27FC236}">
                          <a16:creationId xmlns:a16="http://schemas.microsoft.com/office/drawing/2014/main" id="{6710103B-CF38-1761-6701-93F5F5FA128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37" name="Oval 1536">
                      <a:extLst>
                        <a:ext uri="{FF2B5EF4-FFF2-40B4-BE49-F238E27FC236}">
                          <a16:creationId xmlns:a16="http://schemas.microsoft.com/office/drawing/2014/main" id="{9456426F-4544-8057-E882-1B635F41528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38" name="Oval 1537">
                      <a:extLst>
                        <a:ext uri="{FF2B5EF4-FFF2-40B4-BE49-F238E27FC236}">
                          <a16:creationId xmlns:a16="http://schemas.microsoft.com/office/drawing/2014/main" id="{5B6906F9-A221-B013-D5D2-6A18E0C8924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39" name="Arc 1538">
                      <a:extLst>
                        <a:ext uri="{FF2B5EF4-FFF2-40B4-BE49-F238E27FC236}">
                          <a16:creationId xmlns:a16="http://schemas.microsoft.com/office/drawing/2014/main" id="{14822E21-05DE-322A-5653-154A08FBEA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40" name="Oval 1539">
                      <a:extLst>
                        <a:ext uri="{FF2B5EF4-FFF2-40B4-BE49-F238E27FC236}">
                          <a16:creationId xmlns:a16="http://schemas.microsoft.com/office/drawing/2014/main" id="{DF2D5E76-10DA-C8E5-00E9-295CA9A8BBA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41" name="Arc 1540">
                      <a:extLst>
                        <a:ext uri="{FF2B5EF4-FFF2-40B4-BE49-F238E27FC236}">
                          <a16:creationId xmlns:a16="http://schemas.microsoft.com/office/drawing/2014/main" id="{7A1FC3E2-0442-B53D-637C-9C82E731A2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42" name="Arc 1541">
                      <a:extLst>
                        <a:ext uri="{FF2B5EF4-FFF2-40B4-BE49-F238E27FC236}">
                          <a16:creationId xmlns:a16="http://schemas.microsoft.com/office/drawing/2014/main" id="{A9FE4F66-A6A5-5C57-DAD6-C7C293B5136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20" name="Group 1519">
                  <a:extLst>
                    <a:ext uri="{FF2B5EF4-FFF2-40B4-BE49-F238E27FC236}">
                      <a16:creationId xmlns:a16="http://schemas.microsoft.com/office/drawing/2014/main" id="{364D2CD7-B131-FFAF-EEB0-B7F5FAD4216D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23" name="Oval 1522">
                    <a:extLst>
                      <a:ext uri="{FF2B5EF4-FFF2-40B4-BE49-F238E27FC236}">
                        <a16:creationId xmlns:a16="http://schemas.microsoft.com/office/drawing/2014/main" id="{32F4A586-3899-132F-8568-2B884322800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24" name="Group 1523">
                    <a:extLst>
                      <a:ext uri="{FF2B5EF4-FFF2-40B4-BE49-F238E27FC236}">
                        <a16:creationId xmlns:a16="http://schemas.microsoft.com/office/drawing/2014/main" id="{2587BBC6-DF82-3102-0669-86F351AEAC5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25" name="Oval 1524">
                      <a:extLst>
                        <a:ext uri="{FF2B5EF4-FFF2-40B4-BE49-F238E27FC236}">
                          <a16:creationId xmlns:a16="http://schemas.microsoft.com/office/drawing/2014/main" id="{508B25AC-F106-0758-93C2-E69EA820780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26" name="Oval 1525">
                      <a:extLst>
                        <a:ext uri="{FF2B5EF4-FFF2-40B4-BE49-F238E27FC236}">
                          <a16:creationId xmlns:a16="http://schemas.microsoft.com/office/drawing/2014/main" id="{36B7E62A-4203-1416-236E-D99345F33DF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27" name="Oval 1526">
                      <a:extLst>
                        <a:ext uri="{FF2B5EF4-FFF2-40B4-BE49-F238E27FC236}">
                          <a16:creationId xmlns:a16="http://schemas.microsoft.com/office/drawing/2014/main" id="{B62D828E-0B3E-897B-78E2-A10B17D46B9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28" name="Oval 1527">
                      <a:extLst>
                        <a:ext uri="{FF2B5EF4-FFF2-40B4-BE49-F238E27FC236}">
                          <a16:creationId xmlns:a16="http://schemas.microsoft.com/office/drawing/2014/main" id="{F4308811-67FE-3C5A-1F66-F6CFD3B2D52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29" name="Arc 1528">
                      <a:extLst>
                        <a:ext uri="{FF2B5EF4-FFF2-40B4-BE49-F238E27FC236}">
                          <a16:creationId xmlns:a16="http://schemas.microsoft.com/office/drawing/2014/main" id="{519A5414-AD53-6997-8B68-8FA08EBAD9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30" name="Oval 1529">
                      <a:extLst>
                        <a:ext uri="{FF2B5EF4-FFF2-40B4-BE49-F238E27FC236}">
                          <a16:creationId xmlns:a16="http://schemas.microsoft.com/office/drawing/2014/main" id="{72F73A9F-3C0A-A75A-8AA9-D9EFEB4A3D1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31" name="Arc 1530">
                      <a:extLst>
                        <a:ext uri="{FF2B5EF4-FFF2-40B4-BE49-F238E27FC236}">
                          <a16:creationId xmlns:a16="http://schemas.microsoft.com/office/drawing/2014/main" id="{00344DE3-1C63-8F18-427A-73C85D35F3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32" name="Arc 1531">
                      <a:extLst>
                        <a:ext uri="{FF2B5EF4-FFF2-40B4-BE49-F238E27FC236}">
                          <a16:creationId xmlns:a16="http://schemas.microsoft.com/office/drawing/2014/main" id="{121B95E6-AF8E-CE62-DB0B-FF8E29409518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521" name="Straight Connector 1520">
                  <a:extLst>
                    <a:ext uri="{FF2B5EF4-FFF2-40B4-BE49-F238E27FC236}">
                      <a16:creationId xmlns:a16="http://schemas.microsoft.com/office/drawing/2014/main" id="{699995F6-FDF4-7C42-7E97-C0F0A888534A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2" name="Straight Connector 1521">
                  <a:extLst>
                    <a:ext uri="{FF2B5EF4-FFF2-40B4-BE49-F238E27FC236}">
                      <a16:creationId xmlns:a16="http://schemas.microsoft.com/office/drawing/2014/main" id="{6D055FCC-707F-AA3C-6A32-D363682AA6C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85" name="Group 1484">
                <a:extLst>
                  <a:ext uri="{FF2B5EF4-FFF2-40B4-BE49-F238E27FC236}">
                    <a16:creationId xmlns:a16="http://schemas.microsoft.com/office/drawing/2014/main" id="{AE1F3F03-55DD-F37C-56FC-A9B189EA72AD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495" name="Group 1494">
                  <a:extLst>
                    <a:ext uri="{FF2B5EF4-FFF2-40B4-BE49-F238E27FC236}">
                      <a16:creationId xmlns:a16="http://schemas.microsoft.com/office/drawing/2014/main" id="{2CD1FF9B-905A-6C62-95B8-2B5215F1309A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09" name="Oval 1508">
                    <a:extLst>
                      <a:ext uri="{FF2B5EF4-FFF2-40B4-BE49-F238E27FC236}">
                        <a16:creationId xmlns:a16="http://schemas.microsoft.com/office/drawing/2014/main" id="{321503BD-8053-E4DE-C3D7-2DF01756B2F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10" name="Group 1509">
                    <a:extLst>
                      <a:ext uri="{FF2B5EF4-FFF2-40B4-BE49-F238E27FC236}">
                        <a16:creationId xmlns:a16="http://schemas.microsoft.com/office/drawing/2014/main" id="{345B62D7-BD78-CB27-AA7B-415BE6283D4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11" name="Oval 1510">
                      <a:extLst>
                        <a:ext uri="{FF2B5EF4-FFF2-40B4-BE49-F238E27FC236}">
                          <a16:creationId xmlns:a16="http://schemas.microsoft.com/office/drawing/2014/main" id="{9D23CDCF-B6BD-A089-F27D-15D51C79226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12" name="Oval 1511">
                      <a:extLst>
                        <a:ext uri="{FF2B5EF4-FFF2-40B4-BE49-F238E27FC236}">
                          <a16:creationId xmlns:a16="http://schemas.microsoft.com/office/drawing/2014/main" id="{58424FE7-5682-6B5E-6986-BBE922A9FAA9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13" name="Oval 1512">
                      <a:extLst>
                        <a:ext uri="{FF2B5EF4-FFF2-40B4-BE49-F238E27FC236}">
                          <a16:creationId xmlns:a16="http://schemas.microsoft.com/office/drawing/2014/main" id="{96E25ABD-07D2-1029-31F5-EE107B50C14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14" name="Oval 1513">
                      <a:extLst>
                        <a:ext uri="{FF2B5EF4-FFF2-40B4-BE49-F238E27FC236}">
                          <a16:creationId xmlns:a16="http://schemas.microsoft.com/office/drawing/2014/main" id="{14553F5B-C7FD-83F7-E9C5-80E0D797009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15" name="Arc 1514">
                      <a:extLst>
                        <a:ext uri="{FF2B5EF4-FFF2-40B4-BE49-F238E27FC236}">
                          <a16:creationId xmlns:a16="http://schemas.microsoft.com/office/drawing/2014/main" id="{D72B7A41-CA7C-C40E-416B-6F1E625CE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16" name="Oval 1515">
                      <a:extLst>
                        <a:ext uri="{FF2B5EF4-FFF2-40B4-BE49-F238E27FC236}">
                          <a16:creationId xmlns:a16="http://schemas.microsoft.com/office/drawing/2014/main" id="{50974C79-135D-3AC2-ADB3-2B8DE8156B2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17" name="Arc 1516">
                      <a:extLst>
                        <a:ext uri="{FF2B5EF4-FFF2-40B4-BE49-F238E27FC236}">
                          <a16:creationId xmlns:a16="http://schemas.microsoft.com/office/drawing/2014/main" id="{F5F6B92F-1BAE-3161-423F-9E3CD0426B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18" name="Arc 1517">
                      <a:extLst>
                        <a:ext uri="{FF2B5EF4-FFF2-40B4-BE49-F238E27FC236}">
                          <a16:creationId xmlns:a16="http://schemas.microsoft.com/office/drawing/2014/main" id="{41C74A67-1FC9-2336-EE69-5D7BEC87470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496" name="Group 1495">
                  <a:extLst>
                    <a:ext uri="{FF2B5EF4-FFF2-40B4-BE49-F238E27FC236}">
                      <a16:creationId xmlns:a16="http://schemas.microsoft.com/office/drawing/2014/main" id="{F2018E5E-E1A4-366B-679D-C73EFB52B7FD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499" name="Oval 1498">
                    <a:extLst>
                      <a:ext uri="{FF2B5EF4-FFF2-40B4-BE49-F238E27FC236}">
                        <a16:creationId xmlns:a16="http://schemas.microsoft.com/office/drawing/2014/main" id="{A72BD7B8-EE47-70F8-9082-AAED23796B4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00" name="Group 1499">
                    <a:extLst>
                      <a:ext uri="{FF2B5EF4-FFF2-40B4-BE49-F238E27FC236}">
                        <a16:creationId xmlns:a16="http://schemas.microsoft.com/office/drawing/2014/main" id="{8749675A-FD8B-4F87-EA52-5537F9CF5B5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01" name="Oval 1500">
                      <a:extLst>
                        <a:ext uri="{FF2B5EF4-FFF2-40B4-BE49-F238E27FC236}">
                          <a16:creationId xmlns:a16="http://schemas.microsoft.com/office/drawing/2014/main" id="{E5482551-D70C-A939-202E-794D35E76D2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02" name="Oval 1501">
                      <a:extLst>
                        <a:ext uri="{FF2B5EF4-FFF2-40B4-BE49-F238E27FC236}">
                          <a16:creationId xmlns:a16="http://schemas.microsoft.com/office/drawing/2014/main" id="{A9D6B8D0-C2FE-8A70-3D57-B502362D344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03" name="Oval 1502">
                      <a:extLst>
                        <a:ext uri="{FF2B5EF4-FFF2-40B4-BE49-F238E27FC236}">
                          <a16:creationId xmlns:a16="http://schemas.microsoft.com/office/drawing/2014/main" id="{99DDC8C7-943D-7D29-567C-C6F459BCDBC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04" name="Oval 1503">
                      <a:extLst>
                        <a:ext uri="{FF2B5EF4-FFF2-40B4-BE49-F238E27FC236}">
                          <a16:creationId xmlns:a16="http://schemas.microsoft.com/office/drawing/2014/main" id="{44023472-A558-05E7-29DD-E48A60F46A9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05" name="Arc 1504">
                      <a:extLst>
                        <a:ext uri="{FF2B5EF4-FFF2-40B4-BE49-F238E27FC236}">
                          <a16:creationId xmlns:a16="http://schemas.microsoft.com/office/drawing/2014/main" id="{E944C1E5-6BE8-16E0-A538-E3ACA80AFD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06" name="Oval 1505">
                      <a:extLst>
                        <a:ext uri="{FF2B5EF4-FFF2-40B4-BE49-F238E27FC236}">
                          <a16:creationId xmlns:a16="http://schemas.microsoft.com/office/drawing/2014/main" id="{E3B8B558-7ECE-A0A6-3FC8-62B036B52F4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07" name="Arc 1506">
                      <a:extLst>
                        <a:ext uri="{FF2B5EF4-FFF2-40B4-BE49-F238E27FC236}">
                          <a16:creationId xmlns:a16="http://schemas.microsoft.com/office/drawing/2014/main" id="{7F6282D0-3C78-4F25-09F7-3C8F523B80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08" name="Arc 1507">
                      <a:extLst>
                        <a:ext uri="{FF2B5EF4-FFF2-40B4-BE49-F238E27FC236}">
                          <a16:creationId xmlns:a16="http://schemas.microsoft.com/office/drawing/2014/main" id="{28D4146E-1CB8-7C77-8749-08AF1CCD1411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497" name="Straight Connector 1496">
                  <a:extLst>
                    <a:ext uri="{FF2B5EF4-FFF2-40B4-BE49-F238E27FC236}">
                      <a16:creationId xmlns:a16="http://schemas.microsoft.com/office/drawing/2014/main" id="{0CD6A7DA-0A81-8212-79F3-52C6A7668190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8" name="Straight Connector 1497">
                  <a:extLst>
                    <a:ext uri="{FF2B5EF4-FFF2-40B4-BE49-F238E27FC236}">
                      <a16:creationId xmlns:a16="http://schemas.microsoft.com/office/drawing/2014/main" id="{5215FF14-DB62-07D5-D71B-CA541D6F065D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86" name="Group 1485">
                <a:extLst>
                  <a:ext uri="{FF2B5EF4-FFF2-40B4-BE49-F238E27FC236}">
                    <a16:creationId xmlns:a16="http://schemas.microsoft.com/office/drawing/2014/main" id="{04F7CE2C-3185-7124-3D21-F1ACFBF4F41D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487" name="Moon 1486">
                  <a:extLst>
                    <a:ext uri="{FF2B5EF4-FFF2-40B4-BE49-F238E27FC236}">
                      <a16:creationId xmlns:a16="http://schemas.microsoft.com/office/drawing/2014/main" id="{421CC3D1-0B61-8EEE-4AA1-339AF1B3E6A5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8" name="Oval 1487">
                  <a:extLst>
                    <a:ext uri="{FF2B5EF4-FFF2-40B4-BE49-F238E27FC236}">
                      <a16:creationId xmlns:a16="http://schemas.microsoft.com/office/drawing/2014/main" id="{8DA1C948-7BA6-C9A3-23E6-354C027C554B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9" name="Oval 1488">
                  <a:extLst>
                    <a:ext uri="{FF2B5EF4-FFF2-40B4-BE49-F238E27FC236}">
                      <a16:creationId xmlns:a16="http://schemas.microsoft.com/office/drawing/2014/main" id="{8D21A511-B7EE-73C1-7CE8-959659E14DA4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0" name="Oval 1489">
                  <a:extLst>
                    <a:ext uri="{FF2B5EF4-FFF2-40B4-BE49-F238E27FC236}">
                      <a16:creationId xmlns:a16="http://schemas.microsoft.com/office/drawing/2014/main" id="{4BB940A4-E64C-E9AB-85F2-993ABB7A5699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1" name="Oval 1490">
                  <a:extLst>
                    <a:ext uri="{FF2B5EF4-FFF2-40B4-BE49-F238E27FC236}">
                      <a16:creationId xmlns:a16="http://schemas.microsoft.com/office/drawing/2014/main" id="{90D258B0-4698-14C4-3081-35452E06E7F2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Oval 1491">
                  <a:extLst>
                    <a:ext uri="{FF2B5EF4-FFF2-40B4-BE49-F238E27FC236}">
                      <a16:creationId xmlns:a16="http://schemas.microsoft.com/office/drawing/2014/main" id="{FF4C07B2-E615-37B9-4507-0046E79341EC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3" name="Oval 1492">
                  <a:extLst>
                    <a:ext uri="{FF2B5EF4-FFF2-40B4-BE49-F238E27FC236}">
                      <a16:creationId xmlns:a16="http://schemas.microsoft.com/office/drawing/2014/main" id="{B4AD2C43-0169-C909-4A5C-142B6B4726A2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4" name="Oval 1493">
                  <a:extLst>
                    <a:ext uri="{FF2B5EF4-FFF2-40B4-BE49-F238E27FC236}">
                      <a16:creationId xmlns:a16="http://schemas.microsoft.com/office/drawing/2014/main" id="{D9C1AFBE-C3EE-8397-8AE3-655C696F1A67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3" name="Group 1542">
              <a:extLst>
                <a:ext uri="{FF2B5EF4-FFF2-40B4-BE49-F238E27FC236}">
                  <a16:creationId xmlns:a16="http://schemas.microsoft.com/office/drawing/2014/main" id="{26C6F89F-A175-0E79-A947-EE43C76CBA42}"/>
                </a:ext>
              </a:extLst>
            </p:cNvPr>
            <p:cNvGrpSpPr/>
            <p:nvPr/>
          </p:nvGrpSpPr>
          <p:grpSpPr>
            <a:xfrm rot="7464527" flipH="1" flipV="1">
              <a:off x="6115277" y="4278889"/>
              <a:ext cx="144704" cy="348791"/>
              <a:chOff x="8901293" y="933753"/>
              <a:chExt cx="2135899" cy="5148330"/>
            </a:xfrm>
            <a:solidFill>
              <a:srgbClr val="FFFF00"/>
            </a:solidFill>
          </p:grpSpPr>
          <p:grpSp>
            <p:nvGrpSpPr>
              <p:cNvPr id="1544" name="Group 1543">
                <a:extLst>
                  <a:ext uri="{FF2B5EF4-FFF2-40B4-BE49-F238E27FC236}">
                    <a16:creationId xmlns:a16="http://schemas.microsoft.com/office/drawing/2014/main" id="{61080F29-9634-AFD8-5598-B23353E6FFB5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579" name="Group 1578">
                  <a:extLst>
                    <a:ext uri="{FF2B5EF4-FFF2-40B4-BE49-F238E27FC236}">
                      <a16:creationId xmlns:a16="http://schemas.microsoft.com/office/drawing/2014/main" id="{4EE2EFD9-42E3-E648-5B88-58940C0B04E2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93" name="Oval 1592">
                    <a:extLst>
                      <a:ext uri="{FF2B5EF4-FFF2-40B4-BE49-F238E27FC236}">
                        <a16:creationId xmlns:a16="http://schemas.microsoft.com/office/drawing/2014/main" id="{BD399ED6-7E8B-B4AD-0297-D8FD2799BEC5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94" name="Group 1593">
                    <a:extLst>
                      <a:ext uri="{FF2B5EF4-FFF2-40B4-BE49-F238E27FC236}">
                        <a16:creationId xmlns:a16="http://schemas.microsoft.com/office/drawing/2014/main" id="{EBADA7C5-067C-45DB-598F-99B8D2C6EF0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95" name="Oval 1594">
                      <a:extLst>
                        <a:ext uri="{FF2B5EF4-FFF2-40B4-BE49-F238E27FC236}">
                          <a16:creationId xmlns:a16="http://schemas.microsoft.com/office/drawing/2014/main" id="{73035A6F-F31D-46E8-939F-C87D04AA8F5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96" name="Oval 1595">
                      <a:extLst>
                        <a:ext uri="{FF2B5EF4-FFF2-40B4-BE49-F238E27FC236}">
                          <a16:creationId xmlns:a16="http://schemas.microsoft.com/office/drawing/2014/main" id="{B8E58645-DEB5-F7FB-144A-BC835780077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97" name="Oval 1596">
                      <a:extLst>
                        <a:ext uri="{FF2B5EF4-FFF2-40B4-BE49-F238E27FC236}">
                          <a16:creationId xmlns:a16="http://schemas.microsoft.com/office/drawing/2014/main" id="{2F94B5B3-047C-8C6B-92FD-E21637D0B2A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98" name="Oval 1597">
                      <a:extLst>
                        <a:ext uri="{FF2B5EF4-FFF2-40B4-BE49-F238E27FC236}">
                          <a16:creationId xmlns:a16="http://schemas.microsoft.com/office/drawing/2014/main" id="{53A71A3B-F9AA-8081-FA7B-E00494A060F1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99" name="Arc 1598">
                      <a:extLst>
                        <a:ext uri="{FF2B5EF4-FFF2-40B4-BE49-F238E27FC236}">
                          <a16:creationId xmlns:a16="http://schemas.microsoft.com/office/drawing/2014/main" id="{F6BF8954-EE81-1B0A-3D17-251715FC6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00" name="Oval 1599">
                      <a:extLst>
                        <a:ext uri="{FF2B5EF4-FFF2-40B4-BE49-F238E27FC236}">
                          <a16:creationId xmlns:a16="http://schemas.microsoft.com/office/drawing/2014/main" id="{EAB838D6-8B6E-FDED-7A2B-EBB80B57EF3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01" name="Arc 1600">
                      <a:extLst>
                        <a:ext uri="{FF2B5EF4-FFF2-40B4-BE49-F238E27FC236}">
                          <a16:creationId xmlns:a16="http://schemas.microsoft.com/office/drawing/2014/main" id="{9B333BBF-6C9F-0624-34A6-84BB55115A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02" name="Arc 1601">
                      <a:extLst>
                        <a:ext uri="{FF2B5EF4-FFF2-40B4-BE49-F238E27FC236}">
                          <a16:creationId xmlns:a16="http://schemas.microsoft.com/office/drawing/2014/main" id="{357ED2F7-FADB-1C0D-E71D-992554B1754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80" name="Group 1579">
                  <a:extLst>
                    <a:ext uri="{FF2B5EF4-FFF2-40B4-BE49-F238E27FC236}">
                      <a16:creationId xmlns:a16="http://schemas.microsoft.com/office/drawing/2014/main" id="{C9C3F7B4-C604-45D2-B596-44B38F078909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83" name="Oval 1582">
                    <a:extLst>
                      <a:ext uri="{FF2B5EF4-FFF2-40B4-BE49-F238E27FC236}">
                        <a16:creationId xmlns:a16="http://schemas.microsoft.com/office/drawing/2014/main" id="{0CB7E882-9430-6EC9-A5D2-4744DC10C77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84" name="Group 1583">
                    <a:extLst>
                      <a:ext uri="{FF2B5EF4-FFF2-40B4-BE49-F238E27FC236}">
                        <a16:creationId xmlns:a16="http://schemas.microsoft.com/office/drawing/2014/main" id="{2EF7AC0A-E22A-6B78-DFE5-51A06CDDB17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85" name="Oval 1584">
                      <a:extLst>
                        <a:ext uri="{FF2B5EF4-FFF2-40B4-BE49-F238E27FC236}">
                          <a16:creationId xmlns:a16="http://schemas.microsoft.com/office/drawing/2014/main" id="{6E45F001-B8C6-0768-8FDA-6112B610B71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86" name="Oval 1585">
                      <a:extLst>
                        <a:ext uri="{FF2B5EF4-FFF2-40B4-BE49-F238E27FC236}">
                          <a16:creationId xmlns:a16="http://schemas.microsoft.com/office/drawing/2014/main" id="{C0E6F7E5-3153-1195-53D6-00C45A4D0A8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87" name="Oval 1586">
                      <a:extLst>
                        <a:ext uri="{FF2B5EF4-FFF2-40B4-BE49-F238E27FC236}">
                          <a16:creationId xmlns:a16="http://schemas.microsoft.com/office/drawing/2014/main" id="{9F6E1828-5B04-A6E0-1A90-C3EEE6A3EE6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88" name="Oval 1587">
                      <a:extLst>
                        <a:ext uri="{FF2B5EF4-FFF2-40B4-BE49-F238E27FC236}">
                          <a16:creationId xmlns:a16="http://schemas.microsoft.com/office/drawing/2014/main" id="{D080C508-D857-4858-BE56-F771E63C5571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89" name="Arc 1588">
                      <a:extLst>
                        <a:ext uri="{FF2B5EF4-FFF2-40B4-BE49-F238E27FC236}">
                          <a16:creationId xmlns:a16="http://schemas.microsoft.com/office/drawing/2014/main" id="{FCF0B1AC-5FE9-2698-912A-4745773ED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0" name="Oval 1589">
                      <a:extLst>
                        <a:ext uri="{FF2B5EF4-FFF2-40B4-BE49-F238E27FC236}">
                          <a16:creationId xmlns:a16="http://schemas.microsoft.com/office/drawing/2014/main" id="{367504C8-7B84-8A04-13B8-4571C0073EA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91" name="Arc 1590">
                      <a:extLst>
                        <a:ext uri="{FF2B5EF4-FFF2-40B4-BE49-F238E27FC236}">
                          <a16:creationId xmlns:a16="http://schemas.microsoft.com/office/drawing/2014/main" id="{A5ADDB0A-BA47-5760-665A-243E46DB63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2" name="Arc 1591">
                      <a:extLst>
                        <a:ext uri="{FF2B5EF4-FFF2-40B4-BE49-F238E27FC236}">
                          <a16:creationId xmlns:a16="http://schemas.microsoft.com/office/drawing/2014/main" id="{9C4DD617-BCBD-427E-7D9E-350A0F2CD22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581" name="Straight Connector 1580">
                  <a:extLst>
                    <a:ext uri="{FF2B5EF4-FFF2-40B4-BE49-F238E27FC236}">
                      <a16:creationId xmlns:a16="http://schemas.microsoft.com/office/drawing/2014/main" id="{983BA9BA-F456-21BD-E2A9-62AFD71EB6BA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2" name="Straight Connector 1581">
                  <a:extLst>
                    <a:ext uri="{FF2B5EF4-FFF2-40B4-BE49-F238E27FC236}">
                      <a16:creationId xmlns:a16="http://schemas.microsoft.com/office/drawing/2014/main" id="{2F7EE3FF-8D3E-7339-2895-772A03A0D989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45" name="Group 1544">
                <a:extLst>
                  <a:ext uri="{FF2B5EF4-FFF2-40B4-BE49-F238E27FC236}">
                    <a16:creationId xmlns:a16="http://schemas.microsoft.com/office/drawing/2014/main" id="{8A719E6C-3176-4939-DC82-848D5226BC5F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555" name="Group 1554">
                  <a:extLst>
                    <a:ext uri="{FF2B5EF4-FFF2-40B4-BE49-F238E27FC236}">
                      <a16:creationId xmlns:a16="http://schemas.microsoft.com/office/drawing/2014/main" id="{A432142F-5395-197D-0685-FA1859CC3E29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69" name="Oval 1568">
                    <a:extLst>
                      <a:ext uri="{FF2B5EF4-FFF2-40B4-BE49-F238E27FC236}">
                        <a16:creationId xmlns:a16="http://schemas.microsoft.com/office/drawing/2014/main" id="{40ABE860-C1A3-65C8-3EE2-85EADB44281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70" name="Group 1569">
                    <a:extLst>
                      <a:ext uri="{FF2B5EF4-FFF2-40B4-BE49-F238E27FC236}">
                        <a16:creationId xmlns:a16="http://schemas.microsoft.com/office/drawing/2014/main" id="{1BDC9DE5-6E80-62BC-3A9C-35D5D24F4E7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71" name="Oval 1570">
                      <a:extLst>
                        <a:ext uri="{FF2B5EF4-FFF2-40B4-BE49-F238E27FC236}">
                          <a16:creationId xmlns:a16="http://schemas.microsoft.com/office/drawing/2014/main" id="{28C48E03-5494-BF69-07C7-6803EC0F4C0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72" name="Oval 1571">
                      <a:extLst>
                        <a:ext uri="{FF2B5EF4-FFF2-40B4-BE49-F238E27FC236}">
                          <a16:creationId xmlns:a16="http://schemas.microsoft.com/office/drawing/2014/main" id="{F4058D75-0551-E1C0-43A2-354E612DD214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73" name="Oval 1572">
                      <a:extLst>
                        <a:ext uri="{FF2B5EF4-FFF2-40B4-BE49-F238E27FC236}">
                          <a16:creationId xmlns:a16="http://schemas.microsoft.com/office/drawing/2014/main" id="{F7062FD7-F5D4-3458-5A72-A29A6A4A04D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74" name="Oval 1573">
                      <a:extLst>
                        <a:ext uri="{FF2B5EF4-FFF2-40B4-BE49-F238E27FC236}">
                          <a16:creationId xmlns:a16="http://schemas.microsoft.com/office/drawing/2014/main" id="{91A2A9B5-C206-D9B0-C479-04C1F54EF31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75" name="Arc 1574">
                      <a:extLst>
                        <a:ext uri="{FF2B5EF4-FFF2-40B4-BE49-F238E27FC236}">
                          <a16:creationId xmlns:a16="http://schemas.microsoft.com/office/drawing/2014/main" id="{063D5F4A-2E8D-F79A-B867-BD0FC6479F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76" name="Oval 1575">
                      <a:extLst>
                        <a:ext uri="{FF2B5EF4-FFF2-40B4-BE49-F238E27FC236}">
                          <a16:creationId xmlns:a16="http://schemas.microsoft.com/office/drawing/2014/main" id="{421793E6-1D32-94A5-5190-3E83B37DB52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77" name="Arc 1576">
                      <a:extLst>
                        <a:ext uri="{FF2B5EF4-FFF2-40B4-BE49-F238E27FC236}">
                          <a16:creationId xmlns:a16="http://schemas.microsoft.com/office/drawing/2014/main" id="{20105241-C028-E4D8-4AD4-570D17B0E0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78" name="Arc 1577">
                      <a:extLst>
                        <a:ext uri="{FF2B5EF4-FFF2-40B4-BE49-F238E27FC236}">
                          <a16:creationId xmlns:a16="http://schemas.microsoft.com/office/drawing/2014/main" id="{BA8B74BD-69F2-75B0-5EEE-85A8A937349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56" name="Group 1555">
                  <a:extLst>
                    <a:ext uri="{FF2B5EF4-FFF2-40B4-BE49-F238E27FC236}">
                      <a16:creationId xmlns:a16="http://schemas.microsoft.com/office/drawing/2014/main" id="{FC0E17DF-2C47-4E89-AC3E-153F2080E2F1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59" name="Oval 1558">
                    <a:extLst>
                      <a:ext uri="{FF2B5EF4-FFF2-40B4-BE49-F238E27FC236}">
                        <a16:creationId xmlns:a16="http://schemas.microsoft.com/office/drawing/2014/main" id="{5319CBFA-3BED-5528-B076-48499FD2B207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60" name="Group 1559">
                    <a:extLst>
                      <a:ext uri="{FF2B5EF4-FFF2-40B4-BE49-F238E27FC236}">
                        <a16:creationId xmlns:a16="http://schemas.microsoft.com/office/drawing/2014/main" id="{AF67E413-2C56-AA6A-2E51-B07706867FE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61" name="Oval 1560">
                      <a:extLst>
                        <a:ext uri="{FF2B5EF4-FFF2-40B4-BE49-F238E27FC236}">
                          <a16:creationId xmlns:a16="http://schemas.microsoft.com/office/drawing/2014/main" id="{DFD06B30-C28A-FC67-3D2A-3D3CC71413E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62" name="Oval 1561">
                      <a:extLst>
                        <a:ext uri="{FF2B5EF4-FFF2-40B4-BE49-F238E27FC236}">
                          <a16:creationId xmlns:a16="http://schemas.microsoft.com/office/drawing/2014/main" id="{AAA17B79-64C9-B8FA-50F0-F60FA40C36A9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63" name="Oval 1562">
                      <a:extLst>
                        <a:ext uri="{FF2B5EF4-FFF2-40B4-BE49-F238E27FC236}">
                          <a16:creationId xmlns:a16="http://schemas.microsoft.com/office/drawing/2014/main" id="{FC2D7591-4C26-7BC9-54F5-B4374528137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64" name="Oval 1563">
                      <a:extLst>
                        <a:ext uri="{FF2B5EF4-FFF2-40B4-BE49-F238E27FC236}">
                          <a16:creationId xmlns:a16="http://schemas.microsoft.com/office/drawing/2014/main" id="{783D8972-0913-CCDB-3748-E31C9A836EDB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65" name="Arc 1564">
                      <a:extLst>
                        <a:ext uri="{FF2B5EF4-FFF2-40B4-BE49-F238E27FC236}">
                          <a16:creationId xmlns:a16="http://schemas.microsoft.com/office/drawing/2014/main" id="{80AA5729-81F8-531A-26D3-8AA9FD0DEA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66" name="Oval 1565">
                      <a:extLst>
                        <a:ext uri="{FF2B5EF4-FFF2-40B4-BE49-F238E27FC236}">
                          <a16:creationId xmlns:a16="http://schemas.microsoft.com/office/drawing/2014/main" id="{8149FBEE-E6E4-1C23-4F56-18082C18240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67" name="Arc 1566">
                      <a:extLst>
                        <a:ext uri="{FF2B5EF4-FFF2-40B4-BE49-F238E27FC236}">
                          <a16:creationId xmlns:a16="http://schemas.microsoft.com/office/drawing/2014/main" id="{CE200521-EEEB-7D57-EC30-68CE84377D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68" name="Arc 1567">
                      <a:extLst>
                        <a:ext uri="{FF2B5EF4-FFF2-40B4-BE49-F238E27FC236}">
                          <a16:creationId xmlns:a16="http://schemas.microsoft.com/office/drawing/2014/main" id="{7D25EB3D-7019-689C-0A30-E1DDBE18F41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557" name="Straight Connector 1556">
                  <a:extLst>
                    <a:ext uri="{FF2B5EF4-FFF2-40B4-BE49-F238E27FC236}">
                      <a16:creationId xmlns:a16="http://schemas.microsoft.com/office/drawing/2014/main" id="{0B84D1D8-870D-A8EA-F308-840B1B15F6C5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8" name="Straight Connector 1557">
                  <a:extLst>
                    <a:ext uri="{FF2B5EF4-FFF2-40B4-BE49-F238E27FC236}">
                      <a16:creationId xmlns:a16="http://schemas.microsoft.com/office/drawing/2014/main" id="{64C8083D-E1C2-C1E8-641D-9AF7B723F76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46" name="Group 1545">
                <a:extLst>
                  <a:ext uri="{FF2B5EF4-FFF2-40B4-BE49-F238E27FC236}">
                    <a16:creationId xmlns:a16="http://schemas.microsoft.com/office/drawing/2014/main" id="{6742785A-9A36-59A1-6810-8FAED274211E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547" name="Moon 1546">
                  <a:extLst>
                    <a:ext uri="{FF2B5EF4-FFF2-40B4-BE49-F238E27FC236}">
                      <a16:creationId xmlns:a16="http://schemas.microsoft.com/office/drawing/2014/main" id="{E0CC3E5E-BC97-7C84-DD60-FE100DDF4863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8" name="Oval 1547">
                  <a:extLst>
                    <a:ext uri="{FF2B5EF4-FFF2-40B4-BE49-F238E27FC236}">
                      <a16:creationId xmlns:a16="http://schemas.microsoft.com/office/drawing/2014/main" id="{32A9C12D-76BE-83FD-412D-0409812BCEE3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9" name="Oval 1548">
                  <a:extLst>
                    <a:ext uri="{FF2B5EF4-FFF2-40B4-BE49-F238E27FC236}">
                      <a16:creationId xmlns:a16="http://schemas.microsoft.com/office/drawing/2014/main" id="{25C2CC40-B063-BB03-BE09-44E40302754F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0" name="Oval 1549">
                  <a:extLst>
                    <a:ext uri="{FF2B5EF4-FFF2-40B4-BE49-F238E27FC236}">
                      <a16:creationId xmlns:a16="http://schemas.microsoft.com/office/drawing/2014/main" id="{A17F8C00-2987-BEE9-A44F-AEC967F5349B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1" name="Oval 1550">
                  <a:extLst>
                    <a:ext uri="{FF2B5EF4-FFF2-40B4-BE49-F238E27FC236}">
                      <a16:creationId xmlns:a16="http://schemas.microsoft.com/office/drawing/2014/main" id="{E7D3ADC5-8C0A-10DB-00E9-67E30653391C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2" name="Oval 1551">
                  <a:extLst>
                    <a:ext uri="{FF2B5EF4-FFF2-40B4-BE49-F238E27FC236}">
                      <a16:creationId xmlns:a16="http://schemas.microsoft.com/office/drawing/2014/main" id="{F432DC92-82F7-866E-6D5A-93A9EE834F66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3" name="Oval 1552">
                  <a:extLst>
                    <a:ext uri="{FF2B5EF4-FFF2-40B4-BE49-F238E27FC236}">
                      <a16:creationId xmlns:a16="http://schemas.microsoft.com/office/drawing/2014/main" id="{188EABF6-6C64-2774-E437-2898E9A82D48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Oval 1553">
                  <a:extLst>
                    <a:ext uri="{FF2B5EF4-FFF2-40B4-BE49-F238E27FC236}">
                      <a16:creationId xmlns:a16="http://schemas.microsoft.com/office/drawing/2014/main" id="{4D1BC7FD-28A8-072D-4D2E-FA06D9FF3BE4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7D3CB104-4345-DC0E-1BD4-F000B4409181}"/>
                </a:ext>
              </a:extLst>
            </p:cNvPr>
            <p:cNvGrpSpPr/>
            <p:nvPr/>
          </p:nvGrpSpPr>
          <p:grpSpPr>
            <a:xfrm rot="5400000" flipH="1" flipV="1">
              <a:off x="7085891" y="5109544"/>
              <a:ext cx="144704" cy="348791"/>
              <a:chOff x="8901293" y="933753"/>
              <a:chExt cx="2135899" cy="5148330"/>
            </a:xfrm>
            <a:solidFill>
              <a:srgbClr val="FFFF00"/>
            </a:solidFill>
          </p:grpSpPr>
          <p:grpSp>
            <p:nvGrpSpPr>
              <p:cNvPr id="1604" name="Group 1603">
                <a:extLst>
                  <a:ext uri="{FF2B5EF4-FFF2-40B4-BE49-F238E27FC236}">
                    <a16:creationId xmlns:a16="http://schemas.microsoft.com/office/drawing/2014/main" id="{79952BBF-8374-0802-FDC5-BF0C15289292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639" name="Group 1638">
                  <a:extLst>
                    <a:ext uri="{FF2B5EF4-FFF2-40B4-BE49-F238E27FC236}">
                      <a16:creationId xmlns:a16="http://schemas.microsoft.com/office/drawing/2014/main" id="{63A9CDB7-7307-EB01-10B3-BA69EB86C8AE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53" name="Oval 1652">
                    <a:extLst>
                      <a:ext uri="{FF2B5EF4-FFF2-40B4-BE49-F238E27FC236}">
                        <a16:creationId xmlns:a16="http://schemas.microsoft.com/office/drawing/2014/main" id="{5605C8D9-4141-6B64-FBF7-D67B57EA709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54" name="Group 1653">
                    <a:extLst>
                      <a:ext uri="{FF2B5EF4-FFF2-40B4-BE49-F238E27FC236}">
                        <a16:creationId xmlns:a16="http://schemas.microsoft.com/office/drawing/2014/main" id="{B44A0B85-D7A2-25C2-B58D-ABEB8F20919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55" name="Oval 1654">
                      <a:extLst>
                        <a:ext uri="{FF2B5EF4-FFF2-40B4-BE49-F238E27FC236}">
                          <a16:creationId xmlns:a16="http://schemas.microsoft.com/office/drawing/2014/main" id="{0A6C9D45-1B73-2B9E-F524-0CA8BE52C9C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6" name="Oval 1655">
                      <a:extLst>
                        <a:ext uri="{FF2B5EF4-FFF2-40B4-BE49-F238E27FC236}">
                          <a16:creationId xmlns:a16="http://schemas.microsoft.com/office/drawing/2014/main" id="{B5698B0D-2E06-F90B-4EF8-356B0D91ED0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7" name="Oval 1656">
                      <a:extLst>
                        <a:ext uri="{FF2B5EF4-FFF2-40B4-BE49-F238E27FC236}">
                          <a16:creationId xmlns:a16="http://schemas.microsoft.com/office/drawing/2014/main" id="{D28F9745-601B-68CF-C302-CE0CFDEACE00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8" name="Oval 1657">
                      <a:extLst>
                        <a:ext uri="{FF2B5EF4-FFF2-40B4-BE49-F238E27FC236}">
                          <a16:creationId xmlns:a16="http://schemas.microsoft.com/office/drawing/2014/main" id="{67A67EE1-3C41-B896-A903-9DC4C1D7AEE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9" name="Arc 1658">
                      <a:extLst>
                        <a:ext uri="{FF2B5EF4-FFF2-40B4-BE49-F238E27FC236}">
                          <a16:creationId xmlns:a16="http://schemas.microsoft.com/office/drawing/2014/main" id="{C2A1D9DC-E0CD-29BD-8977-54EE07B040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60" name="Oval 1659">
                      <a:extLst>
                        <a:ext uri="{FF2B5EF4-FFF2-40B4-BE49-F238E27FC236}">
                          <a16:creationId xmlns:a16="http://schemas.microsoft.com/office/drawing/2014/main" id="{C8D27BA5-E68A-C7D4-A77D-D67B8DF9EF7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61" name="Arc 1660">
                      <a:extLst>
                        <a:ext uri="{FF2B5EF4-FFF2-40B4-BE49-F238E27FC236}">
                          <a16:creationId xmlns:a16="http://schemas.microsoft.com/office/drawing/2014/main" id="{9D43B9F6-7A98-ADAC-45EE-7B2D33614F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62" name="Arc 1661">
                      <a:extLst>
                        <a:ext uri="{FF2B5EF4-FFF2-40B4-BE49-F238E27FC236}">
                          <a16:creationId xmlns:a16="http://schemas.microsoft.com/office/drawing/2014/main" id="{40E6A152-3792-1372-D7BC-B64F71F95B5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40" name="Group 1639">
                  <a:extLst>
                    <a:ext uri="{FF2B5EF4-FFF2-40B4-BE49-F238E27FC236}">
                      <a16:creationId xmlns:a16="http://schemas.microsoft.com/office/drawing/2014/main" id="{260CD173-E91B-21F5-1AFE-FFCA7D76A919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43" name="Oval 1642">
                    <a:extLst>
                      <a:ext uri="{FF2B5EF4-FFF2-40B4-BE49-F238E27FC236}">
                        <a16:creationId xmlns:a16="http://schemas.microsoft.com/office/drawing/2014/main" id="{D14F9467-6EA2-B44B-BB3B-581D7B27C8F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44" name="Group 1643">
                    <a:extLst>
                      <a:ext uri="{FF2B5EF4-FFF2-40B4-BE49-F238E27FC236}">
                        <a16:creationId xmlns:a16="http://schemas.microsoft.com/office/drawing/2014/main" id="{BEEE45FC-B4B4-B2A5-7235-C15FED81B39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45" name="Oval 1644">
                      <a:extLst>
                        <a:ext uri="{FF2B5EF4-FFF2-40B4-BE49-F238E27FC236}">
                          <a16:creationId xmlns:a16="http://schemas.microsoft.com/office/drawing/2014/main" id="{BBBB4996-A2DF-D284-ADFC-39336D2843F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6" name="Oval 1645">
                      <a:extLst>
                        <a:ext uri="{FF2B5EF4-FFF2-40B4-BE49-F238E27FC236}">
                          <a16:creationId xmlns:a16="http://schemas.microsoft.com/office/drawing/2014/main" id="{C444339C-B5B5-6138-DE9C-12E5F41CCC9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7" name="Oval 1646">
                      <a:extLst>
                        <a:ext uri="{FF2B5EF4-FFF2-40B4-BE49-F238E27FC236}">
                          <a16:creationId xmlns:a16="http://schemas.microsoft.com/office/drawing/2014/main" id="{7F12E46C-8E75-589A-C836-EEE4D130181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8" name="Oval 1647">
                      <a:extLst>
                        <a:ext uri="{FF2B5EF4-FFF2-40B4-BE49-F238E27FC236}">
                          <a16:creationId xmlns:a16="http://schemas.microsoft.com/office/drawing/2014/main" id="{76E842B0-6D37-D92B-2EBE-A840417C49DA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9" name="Arc 1648">
                      <a:extLst>
                        <a:ext uri="{FF2B5EF4-FFF2-40B4-BE49-F238E27FC236}">
                          <a16:creationId xmlns:a16="http://schemas.microsoft.com/office/drawing/2014/main" id="{9C15520E-1E03-9D42-7D68-E2937EF581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50" name="Oval 1649">
                      <a:extLst>
                        <a:ext uri="{FF2B5EF4-FFF2-40B4-BE49-F238E27FC236}">
                          <a16:creationId xmlns:a16="http://schemas.microsoft.com/office/drawing/2014/main" id="{9497F7A3-56C0-7F49-E16F-4B628D8C32BF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1" name="Arc 1650">
                      <a:extLst>
                        <a:ext uri="{FF2B5EF4-FFF2-40B4-BE49-F238E27FC236}">
                          <a16:creationId xmlns:a16="http://schemas.microsoft.com/office/drawing/2014/main" id="{13094225-2F0C-0E12-1B8E-EBF00608F5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52" name="Arc 1651">
                      <a:extLst>
                        <a:ext uri="{FF2B5EF4-FFF2-40B4-BE49-F238E27FC236}">
                          <a16:creationId xmlns:a16="http://schemas.microsoft.com/office/drawing/2014/main" id="{38638516-79D5-4ACE-DDEF-D4A4516E94F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641" name="Straight Connector 1640">
                  <a:extLst>
                    <a:ext uri="{FF2B5EF4-FFF2-40B4-BE49-F238E27FC236}">
                      <a16:creationId xmlns:a16="http://schemas.microsoft.com/office/drawing/2014/main" id="{4C3DB462-A11F-6F7E-F29D-6BA3A1BB55E2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2" name="Straight Connector 1641">
                  <a:extLst>
                    <a:ext uri="{FF2B5EF4-FFF2-40B4-BE49-F238E27FC236}">
                      <a16:creationId xmlns:a16="http://schemas.microsoft.com/office/drawing/2014/main" id="{771845D5-EB1B-69A7-C43F-48191A3A119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813D2497-DDEF-9E30-B50E-89160FDFCE9A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615" name="Group 1614">
                  <a:extLst>
                    <a:ext uri="{FF2B5EF4-FFF2-40B4-BE49-F238E27FC236}">
                      <a16:creationId xmlns:a16="http://schemas.microsoft.com/office/drawing/2014/main" id="{321A2747-116B-5A1A-0F50-4C8A5A735E1E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29" name="Oval 1628">
                    <a:extLst>
                      <a:ext uri="{FF2B5EF4-FFF2-40B4-BE49-F238E27FC236}">
                        <a16:creationId xmlns:a16="http://schemas.microsoft.com/office/drawing/2014/main" id="{6712EF7A-11D6-1A28-261A-632F97CC65B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30" name="Group 1629">
                    <a:extLst>
                      <a:ext uri="{FF2B5EF4-FFF2-40B4-BE49-F238E27FC236}">
                        <a16:creationId xmlns:a16="http://schemas.microsoft.com/office/drawing/2014/main" id="{67D31E4C-5108-4C7A-EE2E-7D2287C1BAD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31" name="Oval 1630">
                      <a:extLst>
                        <a:ext uri="{FF2B5EF4-FFF2-40B4-BE49-F238E27FC236}">
                          <a16:creationId xmlns:a16="http://schemas.microsoft.com/office/drawing/2014/main" id="{478E888D-6049-467C-C3CC-88DBCF49E9F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2" name="Oval 1631">
                      <a:extLst>
                        <a:ext uri="{FF2B5EF4-FFF2-40B4-BE49-F238E27FC236}">
                          <a16:creationId xmlns:a16="http://schemas.microsoft.com/office/drawing/2014/main" id="{BBBCC6F6-1C0C-50EC-8A14-0807B8452B95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3" name="Oval 1632">
                      <a:extLst>
                        <a:ext uri="{FF2B5EF4-FFF2-40B4-BE49-F238E27FC236}">
                          <a16:creationId xmlns:a16="http://schemas.microsoft.com/office/drawing/2014/main" id="{EA64811C-D9A8-6401-E04E-D2FB4201906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4" name="Oval 1633">
                      <a:extLst>
                        <a:ext uri="{FF2B5EF4-FFF2-40B4-BE49-F238E27FC236}">
                          <a16:creationId xmlns:a16="http://schemas.microsoft.com/office/drawing/2014/main" id="{3037736C-B4B6-D474-1521-0B911FB9793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5" name="Arc 1634">
                      <a:extLst>
                        <a:ext uri="{FF2B5EF4-FFF2-40B4-BE49-F238E27FC236}">
                          <a16:creationId xmlns:a16="http://schemas.microsoft.com/office/drawing/2014/main" id="{313AB32E-F751-4194-0D0F-AF13F8070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6" name="Oval 1635">
                      <a:extLst>
                        <a:ext uri="{FF2B5EF4-FFF2-40B4-BE49-F238E27FC236}">
                          <a16:creationId xmlns:a16="http://schemas.microsoft.com/office/drawing/2014/main" id="{F51CDD77-2587-9A3B-B10F-005F53CDB34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7" name="Arc 1636">
                      <a:extLst>
                        <a:ext uri="{FF2B5EF4-FFF2-40B4-BE49-F238E27FC236}">
                          <a16:creationId xmlns:a16="http://schemas.microsoft.com/office/drawing/2014/main" id="{B3F70680-2AD6-0190-68B2-39AA404F32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8" name="Arc 1637">
                      <a:extLst>
                        <a:ext uri="{FF2B5EF4-FFF2-40B4-BE49-F238E27FC236}">
                          <a16:creationId xmlns:a16="http://schemas.microsoft.com/office/drawing/2014/main" id="{C5F5E170-F7E9-779B-A61C-D437DD3B445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16" name="Group 1615">
                  <a:extLst>
                    <a:ext uri="{FF2B5EF4-FFF2-40B4-BE49-F238E27FC236}">
                      <a16:creationId xmlns:a16="http://schemas.microsoft.com/office/drawing/2014/main" id="{228F7E56-0428-10D4-7F66-B2DA7AE7E7DD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19" name="Oval 1618">
                    <a:extLst>
                      <a:ext uri="{FF2B5EF4-FFF2-40B4-BE49-F238E27FC236}">
                        <a16:creationId xmlns:a16="http://schemas.microsoft.com/office/drawing/2014/main" id="{DE21D5C8-42FD-6915-405F-E75AC95DE79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20" name="Group 1619">
                    <a:extLst>
                      <a:ext uri="{FF2B5EF4-FFF2-40B4-BE49-F238E27FC236}">
                        <a16:creationId xmlns:a16="http://schemas.microsoft.com/office/drawing/2014/main" id="{2BC3D9A4-14E4-0537-2B63-99C9FF2AB838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21" name="Oval 1620">
                      <a:extLst>
                        <a:ext uri="{FF2B5EF4-FFF2-40B4-BE49-F238E27FC236}">
                          <a16:creationId xmlns:a16="http://schemas.microsoft.com/office/drawing/2014/main" id="{91DCB4E6-32C8-D511-27E1-084CC0C30C6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22" name="Oval 1621">
                      <a:extLst>
                        <a:ext uri="{FF2B5EF4-FFF2-40B4-BE49-F238E27FC236}">
                          <a16:creationId xmlns:a16="http://schemas.microsoft.com/office/drawing/2014/main" id="{276273DF-19D7-FCAD-F941-817E56A32F0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23" name="Oval 1622">
                      <a:extLst>
                        <a:ext uri="{FF2B5EF4-FFF2-40B4-BE49-F238E27FC236}">
                          <a16:creationId xmlns:a16="http://schemas.microsoft.com/office/drawing/2014/main" id="{5BB8E000-3309-9019-CEFE-6DF0910DEC2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24" name="Oval 1623">
                      <a:extLst>
                        <a:ext uri="{FF2B5EF4-FFF2-40B4-BE49-F238E27FC236}">
                          <a16:creationId xmlns:a16="http://schemas.microsoft.com/office/drawing/2014/main" id="{D69EAF68-F2E4-18D6-CA09-062B8B60B9A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25" name="Arc 1624">
                      <a:extLst>
                        <a:ext uri="{FF2B5EF4-FFF2-40B4-BE49-F238E27FC236}">
                          <a16:creationId xmlns:a16="http://schemas.microsoft.com/office/drawing/2014/main" id="{8C5663D3-872B-EFF6-F402-19B25D360A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26" name="Oval 1625">
                      <a:extLst>
                        <a:ext uri="{FF2B5EF4-FFF2-40B4-BE49-F238E27FC236}">
                          <a16:creationId xmlns:a16="http://schemas.microsoft.com/office/drawing/2014/main" id="{5D86890C-5676-9D78-8911-70A2AD7F2D4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27" name="Arc 1626">
                      <a:extLst>
                        <a:ext uri="{FF2B5EF4-FFF2-40B4-BE49-F238E27FC236}">
                          <a16:creationId xmlns:a16="http://schemas.microsoft.com/office/drawing/2014/main" id="{A2C4704A-0926-FE36-9E9F-83C42E7FD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28" name="Arc 1627">
                      <a:extLst>
                        <a:ext uri="{FF2B5EF4-FFF2-40B4-BE49-F238E27FC236}">
                          <a16:creationId xmlns:a16="http://schemas.microsoft.com/office/drawing/2014/main" id="{1EA3CBAF-C6B9-27B1-1DB2-1115B6EBCE8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617" name="Straight Connector 1616">
                  <a:extLst>
                    <a:ext uri="{FF2B5EF4-FFF2-40B4-BE49-F238E27FC236}">
                      <a16:creationId xmlns:a16="http://schemas.microsoft.com/office/drawing/2014/main" id="{51EB4D25-13B7-A2D6-5D25-EC1090B8E90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8" name="Straight Connector 1617">
                  <a:extLst>
                    <a:ext uri="{FF2B5EF4-FFF2-40B4-BE49-F238E27FC236}">
                      <a16:creationId xmlns:a16="http://schemas.microsoft.com/office/drawing/2014/main" id="{4C68DFB3-FD4D-E50A-B7A4-9C3C9916C0DA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6" name="Group 1605">
                <a:extLst>
                  <a:ext uri="{FF2B5EF4-FFF2-40B4-BE49-F238E27FC236}">
                    <a16:creationId xmlns:a16="http://schemas.microsoft.com/office/drawing/2014/main" id="{9E643E52-9550-5BC5-FD70-A8E93158B572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607" name="Moon 1606">
                  <a:extLst>
                    <a:ext uri="{FF2B5EF4-FFF2-40B4-BE49-F238E27FC236}">
                      <a16:creationId xmlns:a16="http://schemas.microsoft.com/office/drawing/2014/main" id="{C9E66BB9-BB2A-C358-4147-027D38133049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8" name="Oval 1607">
                  <a:extLst>
                    <a:ext uri="{FF2B5EF4-FFF2-40B4-BE49-F238E27FC236}">
                      <a16:creationId xmlns:a16="http://schemas.microsoft.com/office/drawing/2014/main" id="{9E35A3A3-A8E4-E601-DC3D-73EE05563859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9" name="Oval 1608">
                  <a:extLst>
                    <a:ext uri="{FF2B5EF4-FFF2-40B4-BE49-F238E27FC236}">
                      <a16:creationId xmlns:a16="http://schemas.microsoft.com/office/drawing/2014/main" id="{1A0113E0-7399-B932-127E-7C36A5AE1504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0" name="Oval 1609">
                  <a:extLst>
                    <a:ext uri="{FF2B5EF4-FFF2-40B4-BE49-F238E27FC236}">
                      <a16:creationId xmlns:a16="http://schemas.microsoft.com/office/drawing/2014/main" id="{7490C811-F483-7D46-37FD-364DA2BE5EDD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1" name="Oval 1610">
                  <a:extLst>
                    <a:ext uri="{FF2B5EF4-FFF2-40B4-BE49-F238E27FC236}">
                      <a16:creationId xmlns:a16="http://schemas.microsoft.com/office/drawing/2014/main" id="{E3E8F8AF-0DB8-3663-6B15-531E33648A51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2" name="Oval 1611">
                  <a:extLst>
                    <a:ext uri="{FF2B5EF4-FFF2-40B4-BE49-F238E27FC236}">
                      <a16:creationId xmlns:a16="http://schemas.microsoft.com/office/drawing/2014/main" id="{31C3A00E-0B8F-6614-1987-52322C6F920E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3" name="Oval 1612">
                  <a:extLst>
                    <a:ext uri="{FF2B5EF4-FFF2-40B4-BE49-F238E27FC236}">
                      <a16:creationId xmlns:a16="http://schemas.microsoft.com/office/drawing/2014/main" id="{6A2205A6-87B0-835B-41C9-1BD9160E44C1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4" name="Oval 1613">
                  <a:extLst>
                    <a:ext uri="{FF2B5EF4-FFF2-40B4-BE49-F238E27FC236}">
                      <a16:creationId xmlns:a16="http://schemas.microsoft.com/office/drawing/2014/main" id="{89B810BA-FE8F-EED5-4BE3-DD94DDC2CBF5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663" name="Group 1662">
              <a:extLst>
                <a:ext uri="{FF2B5EF4-FFF2-40B4-BE49-F238E27FC236}">
                  <a16:creationId xmlns:a16="http://schemas.microsoft.com/office/drawing/2014/main" id="{583713BF-4DC7-C7B0-853A-22F142F9245C}"/>
                </a:ext>
              </a:extLst>
            </p:cNvPr>
            <p:cNvGrpSpPr/>
            <p:nvPr/>
          </p:nvGrpSpPr>
          <p:grpSpPr>
            <a:xfrm rot="7464527" flipH="1" flipV="1">
              <a:off x="6145899" y="4510359"/>
              <a:ext cx="144704" cy="348791"/>
              <a:chOff x="8901293" y="933753"/>
              <a:chExt cx="2135899" cy="5148330"/>
            </a:xfrm>
            <a:solidFill>
              <a:srgbClr val="0432FF"/>
            </a:solidFill>
          </p:grpSpPr>
          <p:grpSp>
            <p:nvGrpSpPr>
              <p:cNvPr id="1664" name="Group 1663">
                <a:extLst>
                  <a:ext uri="{FF2B5EF4-FFF2-40B4-BE49-F238E27FC236}">
                    <a16:creationId xmlns:a16="http://schemas.microsoft.com/office/drawing/2014/main" id="{3E00F5D4-A91B-0B6D-B3BF-A3E632ADD8E8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699" name="Group 1698">
                  <a:extLst>
                    <a:ext uri="{FF2B5EF4-FFF2-40B4-BE49-F238E27FC236}">
                      <a16:creationId xmlns:a16="http://schemas.microsoft.com/office/drawing/2014/main" id="{9B66CE74-E4F9-5D01-286F-2F35E03275D8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13" name="Oval 1712">
                    <a:extLst>
                      <a:ext uri="{FF2B5EF4-FFF2-40B4-BE49-F238E27FC236}">
                        <a16:creationId xmlns:a16="http://schemas.microsoft.com/office/drawing/2014/main" id="{D6B2A7BA-B347-DB87-EA22-2512C7727A9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714" name="Group 1713">
                    <a:extLst>
                      <a:ext uri="{FF2B5EF4-FFF2-40B4-BE49-F238E27FC236}">
                        <a16:creationId xmlns:a16="http://schemas.microsoft.com/office/drawing/2014/main" id="{CB27E829-5E05-1254-CE83-F0E04679E79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715" name="Oval 1714">
                      <a:extLst>
                        <a:ext uri="{FF2B5EF4-FFF2-40B4-BE49-F238E27FC236}">
                          <a16:creationId xmlns:a16="http://schemas.microsoft.com/office/drawing/2014/main" id="{7478AF31-C066-A300-78CA-4AE196BA325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6" name="Oval 1715">
                      <a:extLst>
                        <a:ext uri="{FF2B5EF4-FFF2-40B4-BE49-F238E27FC236}">
                          <a16:creationId xmlns:a16="http://schemas.microsoft.com/office/drawing/2014/main" id="{65153E4C-AD95-181D-DFBB-25B006BB013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7" name="Oval 1716">
                      <a:extLst>
                        <a:ext uri="{FF2B5EF4-FFF2-40B4-BE49-F238E27FC236}">
                          <a16:creationId xmlns:a16="http://schemas.microsoft.com/office/drawing/2014/main" id="{22B0FA99-8892-2D46-9578-7B6052E40B4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8" name="Oval 1717">
                      <a:extLst>
                        <a:ext uri="{FF2B5EF4-FFF2-40B4-BE49-F238E27FC236}">
                          <a16:creationId xmlns:a16="http://schemas.microsoft.com/office/drawing/2014/main" id="{C4D9DE06-AAA8-4399-F60E-02771C140949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9" name="Arc 1718">
                      <a:extLst>
                        <a:ext uri="{FF2B5EF4-FFF2-40B4-BE49-F238E27FC236}">
                          <a16:creationId xmlns:a16="http://schemas.microsoft.com/office/drawing/2014/main" id="{FE817B27-EE22-E8C9-E16E-2EC41EE785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20" name="Oval 1719">
                      <a:extLst>
                        <a:ext uri="{FF2B5EF4-FFF2-40B4-BE49-F238E27FC236}">
                          <a16:creationId xmlns:a16="http://schemas.microsoft.com/office/drawing/2014/main" id="{9BC2EFE8-F551-E33D-CAFF-A0A5D7F060F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21" name="Arc 1720">
                      <a:extLst>
                        <a:ext uri="{FF2B5EF4-FFF2-40B4-BE49-F238E27FC236}">
                          <a16:creationId xmlns:a16="http://schemas.microsoft.com/office/drawing/2014/main" id="{7C647239-30AD-4A64-8267-6570DE945B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22" name="Arc 1721">
                      <a:extLst>
                        <a:ext uri="{FF2B5EF4-FFF2-40B4-BE49-F238E27FC236}">
                          <a16:creationId xmlns:a16="http://schemas.microsoft.com/office/drawing/2014/main" id="{33B48DD9-4CEE-5124-0F68-F56FF8AABDA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00" name="Group 1699">
                  <a:extLst>
                    <a:ext uri="{FF2B5EF4-FFF2-40B4-BE49-F238E27FC236}">
                      <a16:creationId xmlns:a16="http://schemas.microsoft.com/office/drawing/2014/main" id="{3E0FE502-6435-CABD-F7E0-F2E9250FF44C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03" name="Oval 1702">
                    <a:extLst>
                      <a:ext uri="{FF2B5EF4-FFF2-40B4-BE49-F238E27FC236}">
                        <a16:creationId xmlns:a16="http://schemas.microsoft.com/office/drawing/2014/main" id="{D502FF91-EADA-F78B-6B7A-CF489AFA506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704" name="Group 1703">
                    <a:extLst>
                      <a:ext uri="{FF2B5EF4-FFF2-40B4-BE49-F238E27FC236}">
                        <a16:creationId xmlns:a16="http://schemas.microsoft.com/office/drawing/2014/main" id="{9217482F-D364-CA64-3425-EC4CD647039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705" name="Oval 1704">
                      <a:extLst>
                        <a:ext uri="{FF2B5EF4-FFF2-40B4-BE49-F238E27FC236}">
                          <a16:creationId xmlns:a16="http://schemas.microsoft.com/office/drawing/2014/main" id="{D108AFA3-573D-E5B8-F865-05CBC01B5FB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06" name="Oval 1705">
                      <a:extLst>
                        <a:ext uri="{FF2B5EF4-FFF2-40B4-BE49-F238E27FC236}">
                          <a16:creationId xmlns:a16="http://schemas.microsoft.com/office/drawing/2014/main" id="{CE2F57D5-4547-F8EF-1738-7442FE854DC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07" name="Oval 1706">
                      <a:extLst>
                        <a:ext uri="{FF2B5EF4-FFF2-40B4-BE49-F238E27FC236}">
                          <a16:creationId xmlns:a16="http://schemas.microsoft.com/office/drawing/2014/main" id="{EBFA17F1-E27E-D26A-F4EB-AFB03B97A4D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08" name="Oval 1707">
                      <a:extLst>
                        <a:ext uri="{FF2B5EF4-FFF2-40B4-BE49-F238E27FC236}">
                          <a16:creationId xmlns:a16="http://schemas.microsoft.com/office/drawing/2014/main" id="{38E35828-9F2E-4B35-9E5D-FFADAEB47C4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09" name="Arc 1708">
                      <a:extLst>
                        <a:ext uri="{FF2B5EF4-FFF2-40B4-BE49-F238E27FC236}">
                          <a16:creationId xmlns:a16="http://schemas.microsoft.com/office/drawing/2014/main" id="{48612220-9A93-C08E-7C22-886504FBBD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10" name="Oval 1709">
                      <a:extLst>
                        <a:ext uri="{FF2B5EF4-FFF2-40B4-BE49-F238E27FC236}">
                          <a16:creationId xmlns:a16="http://schemas.microsoft.com/office/drawing/2014/main" id="{A2407640-BB9C-AA05-FC9C-BE4035A74E3F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1" name="Arc 1710">
                      <a:extLst>
                        <a:ext uri="{FF2B5EF4-FFF2-40B4-BE49-F238E27FC236}">
                          <a16:creationId xmlns:a16="http://schemas.microsoft.com/office/drawing/2014/main" id="{6D93C921-3789-45CD-D0D3-00E1F6693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12" name="Arc 1711">
                      <a:extLst>
                        <a:ext uri="{FF2B5EF4-FFF2-40B4-BE49-F238E27FC236}">
                          <a16:creationId xmlns:a16="http://schemas.microsoft.com/office/drawing/2014/main" id="{5A929584-8B33-7AB8-4EA6-F67D049EF07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701" name="Straight Connector 1700">
                  <a:extLst>
                    <a:ext uri="{FF2B5EF4-FFF2-40B4-BE49-F238E27FC236}">
                      <a16:creationId xmlns:a16="http://schemas.microsoft.com/office/drawing/2014/main" id="{595DAC58-812E-F420-EC47-CA4C4E54A57A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2" name="Straight Connector 1701">
                  <a:extLst>
                    <a:ext uri="{FF2B5EF4-FFF2-40B4-BE49-F238E27FC236}">
                      <a16:creationId xmlns:a16="http://schemas.microsoft.com/office/drawing/2014/main" id="{16DEA71D-5240-5660-EEFE-2C52CB805D9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5" name="Group 1664">
                <a:extLst>
                  <a:ext uri="{FF2B5EF4-FFF2-40B4-BE49-F238E27FC236}">
                    <a16:creationId xmlns:a16="http://schemas.microsoft.com/office/drawing/2014/main" id="{C3E03BBB-A529-000B-CCA3-1B71D97758FA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675" name="Group 1674">
                  <a:extLst>
                    <a:ext uri="{FF2B5EF4-FFF2-40B4-BE49-F238E27FC236}">
                      <a16:creationId xmlns:a16="http://schemas.microsoft.com/office/drawing/2014/main" id="{E608F598-32D1-1508-9E6C-B6A6E09B54C3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89" name="Oval 1688">
                    <a:extLst>
                      <a:ext uri="{FF2B5EF4-FFF2-40B4-BE49-F238E27FC236}">
                        <a16:creationId xmlns:a16="http://schemas.microsoft.com/office/drawing/2014/main" id="{700FDA31-9B4A-6062-71D1-760D40030DB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90" name="Group 1689">
                    <a:extLst>
                      <a:ext uri="{FF2B5EF4-FFF2-40B4-BE49-F238E27FC236}">
                        <a16:creationId xmlns:a16="http://schemas.microsoft.com/office/drawing/2014/main" id="{5F29E8DD-EB18-3345-45F2-1007812FA69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91" name="Oval 1690">
                      <a:extLst>
                        <a:ext uri="{FF2B5EF4-FFF2-40B4-BE49-F238E27FC236}">
                          <a16:creationId xmlns:a16="http://schemas.microsoft.com/office/drawing/2014/main" id="{A92354FC-BAD1-DD94-81B0-1121126DF811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2" name="Oval 1691">
                      <a:extLst>
                        <a:ext uri="{FF2B5EF4-FFF2-40B4-BE49-F238E27FC236}">
                          <a16:creationId xmlns:a16="http://schemas.microsoft.com/office/drawing/2014/main" id="{5EBF2FF1-ED1D-211C-EF58-EF8B71DEBEA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3" name="Oval 1692">
                      <a:extLst>
                        <a:ext uri="{FF2B5EF4-FFF2-40B4-BE49-F238E27FC236}">
                          <a16:creationId xmlns:a16="http://schemas.microsoft.com/office/drawing/2014/main" id="{DFD23289-C8E6-EAE1-F94F-757E4EEC2358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4" name="Oval 1693">
                      <a:extLst>
                        <a:ext uri="{FF2B5EF4-FFF2-40B4-BE49-F238E27FC236}">
                          <a16:creationId xmlns:a16="http://schemas.microsoft.com/office/drawing/2014/main" id="{906838CB-B78B-2876-2978-CAC55E04C5D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5" name="Arc 1694">
                      <a:extLst>
                        <a:ext uri="{FF2B5EF4-FFF2-40B4-BE49-F238E27FC236}">
                          <a16:creationId xmlns:a16="http://schemas.microsoft.com/office/drawing/2014/main" id="{922D6170-D97A-01E6-34E6-4D6C275A29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96" name="Oval 1695">
                      <a:extLst>
                        <a:ext uri="{FF2B5EF4-FFF2-40B4-BE49-F238E27FC236}">
                          <a16:creationId xmlns:a16="http://schemas.microsoft.com/office/drawing/2014/main" id="{E9342510-610B-8FD4-6B00-437FFC8C317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7" name="Arc 1696">
                      <a:extLst>
                        <a:ext uri="{FF2B5EF4-FFF2-40B4-BE49-F238E27FC236}">
                          <a16:creationId xmlns:a16="http://schemas.microsoft.com/office/drawing/2014/main" id="{C075C486-AC1A-A712-2766-F37D8D35D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98" name="Arc 1697">
                      <a:extLst>
                        <a:ext uri="{FF2B5EF4-FFF2-40B4-BE49-F238E27FC236}">
                          <a16:creationId xmlns:a16="http://schemas.microsoft.com/office/drawing/2014/main" id="{EE063802-BE62-4085-CA55-D86580516BA8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76" name="Group 1675">
                  <a:extLst>
                    <a:ext uri="{FF2B5EF4-FFF2-40B4-BE49-F238E27FC236}">
                      <a16:creationId xmlns:a16="http://schemas.microsoft.com/office/drawing/2014/main" id="{3CEE4C82-A2ED-7C2B-913C-96CCFA368E00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79" name="Oval 1678">
                    <a:extLst>
                      <a:ext uri="{FF2B5EF4-FFF2-40B4-BE49-F238E27FC236}">
                        <a16:creationId xmlns:a16="http://schemas.microsoft.com/office/drawing/2014/main" id="{E040AA82-533B-7BE4-6280-E2C8DA3F370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80" name="Group 1679">
                    <a:extLst>
                      <a:ext uri="{FF2B5EF4-FFF2-40B4-BE49-F238E27FC236}">
                        <a16:creationId xmlns:a16="http://schemas.microsoft.com/office/drawing/2014/main" id="{804872CB-A4F1-F241-21DB-E4FE0AB44C3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81" name="Oval 1680">
                      <a:extLst>
                        <a:ext uri="{FF2B5EF4-FFF2-40B4-BE49-F238E27FC236}">
                          <a16:creationId xmlns:a16="http://schemas.microsoft.com/office/drawing/2014/main" id="{A117C6CA-9097-8DDF-67B0-3A0AED9CBDE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82" name="Oval 1681">
                      <a:extLst>
                        <a:ext uri="{FF2B5EF4-FFF2-40B4-BE49-F238E27FC236}">
                          <a16:creationId xmlns:a16="http://schemas.microsoft.com/office/drawing/2014/main" id="{32507C7D-42F1-D21B-8928-3C4D0F740F85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83" name="Oval 1682">
                      <a:extLst>
                        <a:ext uri="{FF2B5EF4-FFF2-40B4-BE49-F238E27FC236}">
                          <a16:creationId xmlns:a16="http://schemas.microsoft.com/office/drawing/2014/main" id="{F1334747-A06D-29C7-7235-CE85037B2A0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84" name="Oval 1683">
                      <a:extLst>
                        <a:ext uri="{FF2B5EF4-FFF2-40B4-BE49-F238E27FC236}">
                          <a16:creationId xmlns:a16="http://schemas.microsoft.com/office/drawing/2014/main" id="{F4E0295F-257C-1679-C3DF-80751A1DA719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85" name="Arc 1684">
                      <a:extLst>
                        <a:ext uri="{FF2B5EF4-FFF2-40B4-BE49-F238E27FC236}">
                          <a16:creationId xmlns:a16="http://schemas.microsoft.com/office/drawing/2014/main" id="{585C9CFC-19DE-58A8-7FF0-74C410983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86" name="Oval 1685">
                      <a:extLst>
                        <a:ext uri="{FF2B5EF4-FFF2-40B4-BE49-F238E27FC236}">
                          <a16:creationId xmlns:a16="http://schemas.microsoft.com/office/drawing/2014/main" id="{A1C1798A-87DB-7F20-19D0-AE31F851AE1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87" name="Arc 1686">
                      <a:extLst>
                        <a:ext uri="{FF2B5EF4-FFF2-40B4-BE49-F238E27FC236}">
                          <a16:creationId xmlns:a16="http://schemas.microsoft.com/office/drawing/2014/main" id="{4E0302A0-53BC-DC22-59F8-CBDAE07C34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88" name="Arc 1687">
                      <a:extLst>
                        <a:ext uri="{FF2B5EF4-FFF2-40B4-BE49-F238E27FC236}">
                          <a16:creationId xmlns:a16="http://schemas.microsoft.com/office/drawing/2014/main" id="{37E7883C-DCE2-7F61-90E2-C5A840CB918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677" name="Straight Connector 1676">
                  <a:extLst>
                    <a:ext uri="{FF2B5EF4-FFF2-40B4-BE49-F238E27FC236}">
                      <a16:creationId xmlns:a16="http://schemas.microsoft.com/office/drawing/2014/main" id="{F00A564B-1614-5663-B9F6-38BC8B1379C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8" name="Straight Connector 1677">
                  <a:extLst>
                    <a:ext uri="{FF2B5EF4-FFF2-40B4-BE49-F238E27FC236}">
                      <a16:creationId xmlns:a16="http://schemas.microsoft.com/office/drawing/2014/main" id="{AF11A9BF-A81C-7EB3-5C0E-7CB7D0DDD1BE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6" name="Group 1665">
                <a:extLst>
                  <a:ext uri="{FF2B5EF4-FFF2-40B4-BE49-F238E27FC236}">
                    <a16:creationId xmlns:a16="http://schemas.microsoft.com/office/drawing/2014/main" id="{45EEB913-9C8A-D63F-CD99-A9DD18E2A405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667" name="Moon 1666">
                  <a:extLst>
                    <a:ext uri="{FF2B5EF4-FFF2-40B4-BE49-F238E27FC236}">
                      <a16:creationId xmlns:a16="http://schemas.microsoft.com/office/drawing/2014/main" id="{7B6FC96E-EB77-6FCF-7C20-ED3C47C1CA69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8" name="Oval 1667">
                  <a:extLst>
                    <a:ext uri="{FF2B5EF4-FFF2-40B4-BE49-F238E27FC236}">
                      <a16:creationId xmlns:a16="http://schemas.microsoft.com/office/drawing/2014/main" id="{1EE480CB-781F-5771-EA0A-AFFFC89D03FF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9" name="Oval 1668">
                  <a:extLst>
                    <a:ext uri="{FF2B5EF4-FFF2-40B4-BE49-F238E27FC236}">
                      <a16:creationId xmlns:a16="http://schemas.microsoft.com/office/drawing/2014/main" id="{8DCAC305-4A8B-0A4B-1179-DCBC69FFA6C1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0" name="Oval 1669">
                  <a:extLst>
                    <a:ext uri="{FF2B5EF4-FFF2-40B4-BE49-F238E27FC236}">
                      <a16:creationId xmlns:a16="http://schemas.microsoft.com/office/drawing/2014/main" id="{C166E05D-80EC-50BC-DD85-007C37C101DC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1" name="Oval 1670">
                  <a:extLst>
                    <a:ext uri="{FF2B5EF4-FFF2-40B4-BE49-F238E27FC236}">
                      <a16:creationId xmlns:a16="http://schemas.microsoft.com/office/drawing/2014/main" id="{27724FCF-36A2-BDA9-1C22-AFA4C4638C1C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2" name="Oval 1671">
                  <a:extLst>
                    <a:ext uri="{FF2B5EF4-FFF2-40B4-BE49-F238E27FC236}">
                      <a16:creationId xmlns:a16="http://schemas.microsoft.com/office/drawing/2014/main" id="{D4CB774F-C66A-C3E4-1ADE-6A05022A1F83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3" name="Oval 1672">
                  <a:extLst>
                    <a:ext uri="{FF2B5EF4-FFF2-40B4-BE49-F238E27FC236}">
                      <a16:creationId xmlns:a16="http://schemas.microsoft.com/office/drawing/2014/main" id="{84CEDE33-CD89-4E09-5BC7-CC920DD6420E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4" name="Oval 1673">
                  <a:extLst>
                    <a:ext uri="{FF2B5EF4-FFF2-40B4-BE49-F238E27FC236}">
                      <a16:creationId xmlns:a16="http://schemas.microsoft.com/office/drawing/2014/main" id="{75EA7045-D58A-9399-440C-2AF873DB4D3F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23" name="Group 1722">
              <a:extLst>
                <a:ext uri="{FF2B5EF4-FFF2-40B4-BE49-F238E27FC236}">
                  <a16:creationId xmlns:a16="http://schemas.microsoft.com/office/drawing/2014/main" id="{A33B3EB9-3E21-E51D-5011-5CD129E4D80F}"/>
                </a:ext>
              </a:extLst>
            </p:cNvPr>
            <p:cNvGrpSpPr/>
            <p:nvPr/>
          </p:nvGrpSpPr>
          <p:grpSpPr>
            <a:xfrm rot="1312654" flipH="1" flipV="1">
              <a:off x="5769534" y="4682035"/>
              <a:ext cx="180828" cy="348790"/>
              <a:chOff x="8901293" y="933753"/>
              <a:chExt cx="2135899" cy="5148330"/>
            </a:xfrm>
            <a:solidFill>
              <a:srgbClr val="00B050"/>
            </a:solidFill>
          </p:grpSpPr>
          <p:grpSp>
            <p:nvGrpSpPr>
              <p:cNvPr id="1724" name="Group 1723">
                <a:extLst>
                  <a:ext uri="{FF2B5EF4-FFF2-40B4-BE49-F238E27FC236}">
                    <a16:creationId xmlns:a16="http://schemas.microsoft.com/office/drawing/2014/main" id="{86A9034B-FEFD-6F50-E4A3-0DDA229EC8F2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759" name="Group 1758">
                  <a:extLst>
                    <a:ext uri="{FF2B5EF4-FFF2-40B4-BE49-F238E27FC236}">
                      <a16:creationId xmlns:a16="http://schemas.microsoft.com/office/drawing/2014/main" id="{6F4EEFB6-6D1E-B2F1-AEC4-E3D2904FACD8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73" name="Oval 1772">
                    <a:extLst>
                      <a:ext uri="{FF2B5EF4-FFF2-40B4-BE49-F238E27FC236}">
                        <a16:creationId xmlns:a16="http://schemas.microsoft.com/office/drawing/2014/main" id="{3E47FC67-AB41-A5A7-6F2D-E0D2AEDD7E5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774" name="Group 1773">
                    <a:extLst>
                      <a:ext uri="{FF2B5EF4-FFF2-40B4-BE49-F238E27FC236}">
                        <a16:creationId xmlns:a16="http://schemas.microsoft.com/office/drawing/2014/main" id="{FC8E8B09-1C6F-9D17-AE8D-629AB25BA65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775" name="Oval 1774">
                      <a:extLst>
                        <a:ext uri="{FF2B5EF4-FFF2-40B4-BE49-F238E27FC236}">
                          <a16:creationId xmlns:a16="http://schemas.microsoft.com/office/drawing/2014/main" id="{9FD45AAC-C20A-650E-B382-37B343E07FB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76" name="Oval 1775">
                      <a:extLst>
                        <a:ext uri="{FF2B5EF4-FFF2-40B4-BE49-F238E27FC236}">
                          <a16:creationId xmlns:a16="http://schemas.microsoft.com/office/drawing/2014/main" id="{E02B9DCA-2A54-BD9D-BE55-F140EE85DF3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77" name="Oval 1776">
                      <a:extLst>
                        <a:ext uri="{FF2B5EF4-FFF2-40B4-BE49-F238E27FC236}">
                          <a16:creationId xmlns:a16="http://schemas.microsoft.com/office/drawing/2014/main" id="{6E5D3B4C-1FFB-66F9-C0F2-60730494FBB6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78" name="Oval 1777">
                      <a:extLst>
                        <a:ext uri="{FF2B5EF4-FFF2-40B4-BE49-F238E27FC236}">
                          <a16:creationId xmlns:a16="http://schemas.microsoft.com/office/drawing/2014/main" id="{186E0381-47DD-19C5-5035-C1FB99B42489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79" name="Arc 1778">
                      <a:extLst>
                        <a:ext uri="{FF2B5EF4-FFF2-40B4-BE49-F238E27FC236}">
                          <a16:creationId xmlns:a16="http://schemas.microsoft.com/office/drawing/2014/main" id="{5789BA33-1148-40AB-A7C3-BCE7B360D9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80" name="Oval 1779">
                      <a:extLst>
                        <a:ext uri="{FF2B5EF4-FFF2-40B4-BE49-F238E27FC236}">
                          <a16:creationId xmlns:a16="http://schemas.microsoft.com/office/drawing/2014/main" id="{2C949767-1F97-84D3-FE89-3C8BEF39DE5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81" name="Arc 1780">
                      <a:extLst>
                        <a:ext uri="{FF2B5EF4-FFF2-40B4-BE49-F238E27FC236}">
                          <a16:creationId xmlns:a16="http://schemas.microsoft.com/office/drawing/2014/main" id="{33CFCFE8-0BF9-8165-2D0D-A63FF3D107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82" name="Arc 1781">
                      <a:extLst>
                        <a:ext uri="{FF2B5EF4-FFF2-40B4-BE49-F238E27FC236}">
                          <a16:creationId xmlns:a16="http://schemas.microsoft.com/office/drawing/2014/main" id="{ED484E63-61FF-BC33-4844-69BB1FC8CBD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60" name="Group 1759">
                  <a:extLst>
                    <a:ext uri="{FF2B5EF4-FFF2-40B4-BE49-F238E27FC236}">
                      <a16:creationId xmlns:a16="http://schemas.microsoft.com/office/drawing/2014/main" id="{BF7D690C-CAAE-13C8-77C3-907F11AEBD05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63" name="Oval 1762">
                    <a:extLst>
                      <a:ext uri="{FF2B5EF4-FFF2-40B4-BE49-F238E27FC236}">
                        <a16:creationId xmlns:a16="http://schemas.microsoft.com/office/drawing/2014/main" id="{0C4F9C54-C0E0-CEA9-1D4D-43320A8FE26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764" name="Group 1763">
                    <a:extLst>
                      <a:ext uri="{FF2B5EF4-FFF2-40B4-BE49-F238E27FC236}">
                        <a16:creationId xmlns:a16="http://schemas.microsoft.com/office/drawing/2014/main" id="{011B6475-A21F-720D-9F44-3488216CAE4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765" name="Oval 1764">
                      <a:extLst>
                        <a:ext uri="{FF2B5EF4-FFF2-40B4-BE49-F238E27FC236}">
                          <a16:creationId xmlns:a16="http://schemas.microsoft.com/office/drawing/2014/main" id="{E39AE492-6C13-6CEA-876D-06D4093C35A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66" name="Oval 1765">
                      <a:extLst>
                        <a:ext uri="{FF2B5EF4-FFF2-40B4-BE49-F238E27FC236}">
                          <a16:creationId xmlns:a16="http://schemas.microsoft.com/office/drawing/2014/main" id="{B8D45A4D-35A6-B82F-F51A-9B9E2C52C49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67" name="Oval 1766">
                      <a:extLst>
                        <a:ext uri="{FF2B5EF4-FFF2-40B4-BE49-F238E27FC236}">
                          <a16:creationId xmlns:a16="http://schemas.microsoft.com/office/drawing/2014/main" id="{A4A9A9CE-5C92-4E94-6A28-8AF5254CD52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68" name="Oval 1767">
                      <a:extLst>
                        <a:ext uri="{FF2B5EF4-FFF2-40B4-BE49-F238E27FC236}">
                          <a16:creationId xmlns:a16="http://schemas.microsoft.com/office/drawing/2014/main" id="{E6CACD9A-1EB2-7DA6-4092-53941F5DEA2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69" name="Arc 1768">
                      <a:extLst>
                        <a:ext uri="{FF2B5EF4-FFF2-40B4-BE49-F238E27FC236}">
                          <a16:creationId xmlns:a16="http://schemas.microsoft.com/office/drawing/2014/main" id="{961E77F5-A330-5AF4-4801-52BE2EDD57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70" name="Oval 1769">
                      <a:extLst>
                        <a:ext uri="{FF2B5EF4-FFF2-40B4-BE49-F238E27FC236}">
                          <a16:creationId xmlns:a16="http://schemas.microsoft.com/office/drawing/2014/main" id="{64C4EB15-4E0D-6216-72CB-323CC85C65C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71" name="Arc 1770">
                      <a:extLst>
                        <a:ext uri="{FF2B5EF4-FFF2-40B4-BE49-F238E27FC236}">
                          <a16:creationId xmlns:a16="http://schemas.microsoft.com/office/drawing/2014/main" id="{154A0BC3-C3BA-5E06-E578-A12455921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72" name="Arc 1771">
                      <a:extLst>
                        <a:ext uri="{FF2B5EF4-FFF2-40B4-BE49-F238E27FC236}">
                          <a16:creationId xmlns:a16="http://schemas.microsoft.com/office/drawing/2014/main" id="{216EFEE4-CB57-6372-BD17-238AB0BBA2E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761" name="Straight Connector 1760">
                  <a:extLst>
                    <a:ext uri="{FF2B5EF4-FFF2-40B4-BE49-F238E27FC236}">
                      <a16:creationId xmlns:a16="http://schemas.microsoft.com/office/drawing/2014/main" id="{2031B9D3-4925-73CC-EE18-8215E5C0FE64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2" name="Straight Connector 1761">
                  <a:extLst>
                    <a:ext uri="{FF2B5EF4-FFF2-40B4-BE49-F238E27FC236}">
                      <a16:creationId xmlns:a16="http://schemas.microsoft.com/office/drawing/2014/main" id="{A59EB828-760B-8C22-62E3-2962B236DF79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5" name="Group 1724">
                <a:extLst>
                  <a:ext uri="{FF2B5EF4-FFF2-40B4-BE49-F238E27FC236}">
                    <a16:creationId xmlns:a16="http://schemas.microsoft.com/office/drawing/2014/main" id="{BED32B0B-509D-2C59-D2FA-830D5588252F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735" name="Group 1734">
                  <a:extLst>
                    <a:ext uri="{FF2B5EF4-FFF2-40B4-BE49-F238E27FC236}">
                      <a16:creationId xmlns:a16="http://schemas.microsoft.com/office/drawing/2014/main" id="{BE1A85D7-78F0-588E-CFA2-75DF3128D2F0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49" name="Oval 1748">
                    <a:extLst>
                      <a:ext uri="{FF2B5EF4-FFF2-40B4-BE49-F238E27FC236}">
                        <a16:creationId xmlns:a16="http://schemas.microsoft.com/office/drawing/2014/main" id="{F8809E18-5244-C088-091F-F4774A5A194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750" name="Group 1749">
                    <a:extLst>
                      <a:ext uri="{FF2B5EF4-FFF2-40B4-BE49-F238E27FC236}">
                        <a16:creationId xmlns:a16="http://schemas.microsoft.com/office/drawing/2014/main" id="{A12C0811-8586-1849-3AD8-B75E53EA204A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751" name="Oval 1750">
                      <a:extLst>
                        <a:ext uri="{FF2B5EF4-FFF2-40B4-BE49-F238E27FC236}">
                          <a16:creationId xmlns:a16="http://schemas.microsoft.com/office/drawing/2014/main" id="{81F0A4FC-3775-1BA5-53BD-3E13A2BEC79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52" name="Oval 1751">
                      <a:extLst>
                        <a:ext uri="{FF2B5EF4-FFF2-40B4-BE49-F238E27FC236}">
                          <a16:creationId xmlns:a16="http://schemas.microsoft.com/office/drawing/2014/main" id="{5810781B-D225-0F15-A723-DE68D0C0246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53" name="Oval 1752">
                      <a:extLst>
                        <a:ext uri="{FF2B5EF4-FFF2-40B4-BE49-F238E27FC236}">
                          <a16:creationId xmlns:a16="http://schemas.microsoft.com/office/drawing/2014/main" id="{7197A140-4F3F-30CE-17D1-039E91BF81C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54" name="Oval 1753">
                      <a:extLst>
                        <a:ext uri="{FF2B5EF4-FFF2-40B4-BE49-F238E27FC236}">
                          <a16:creationId xmlns:a16="http://schemas.microsoft.com/office/drawing/2014/main" id="{A30993CD-CE20-2661-576B-032C2F98541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55" name="Arc 1754">
                      <a:extLst>
                        <a:ext uri="{FF2B5EF4-FFF2-40B4-BE49-F238E27FC236}">
                          <a16:creationId xmlns:a16="http://schemas.microsoft.com/office/drawing/2014/main" id="{048DF9EE-A34B-B488-CDB6-8AA41FD279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56" name="Oval 1755">
                      <a:extLst>
                        <a:ext uri="{FF2B5EF4-FFF2-40B4-BE49-F238E27FC236}">
                          <a16:creationId xmlns:a16="http://schemas.microsoft.com/office/drawing/2014/main" id="{0EEAB754-CEAC-2570-C5FE-D004F3BB63A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57" name="Arc 1756">
                      <a:extLst>
                        <a:ext uri="{FF2B5EF4-FFF2-40B4-BE49-F238E27FC236}">
                          <a16:creationId xmlns:a16="http://schemas.microsoft.com/office/drawing/2014/main" id="{1AD7A170-FBDE-A08B-25B3-BBEA4CC752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58" name="Arc 1757">
                      <a:extLst>
                        <a:ext uri="{FF2B5EF4-FFF2-40B4-BE49-F238E27FC236}">
                          <a16:creationId xmlns:a16="http://schemas.microsoft.com/office/drawing/2014/main" id="{33DED9FD-630C-9AB2-9F3A-96DF4CB0DD2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36" name="Group 1735">
                  <a:extLst>
                    <a:ext uri="{FF2B5EF4-FFF2-40B4-BE49-F238E27FC236}">
                      <a16:creationId xmlns:a16="http://schemas.microsoft.com/office/drawing/2014/main" id="{B75770A3-379B-771A-C26C-2B866E12FB26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39" name="Oval 1738">
                    <a:extLst>
                      <a:ext uri="{FF2B5EF4-FFF2-40B4-BE49-F238E27FC236}">
                        <a16:creationId xmlns:a16="http://schemas.microsoft.com/office/drawing/2014/main" id="{D8F00AD5-147F-A167-255E-04D88E88EF5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740" name="Group 1739">
                    <a:extLst>
                      <a:ext uri="{FF2B5EF4-FFF2-40B4-BE49-F238E27FC236}">
                        <a16:creationId xmlns:a16="http://schemas.microsoft.com/office/drawing/2014/main" id="{DD770898-7F5F-4033-4D9F-B3DA8A017ACA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741" name="Oval 1740">
                      <a:extLst>
                        <a:ext uri="{FF2B5EF4-FFF2-40B4-BE49-F238E27FC236}">
                          <a16:creationId xmlns:a16="http://schemas.microsoft.com/office/drawing/2014/main" id="{4F0113A9-85BE-5A2B-0B43-700D5327C02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42" name="Oval 1741">
                      <a:extLst>
                        <a:ext uri="{FF2B5EF4-FFF2-40B4-BE49-F238E27FC236}">
                          <a16:creationId xmlns:a16="http://schemas.microsoft.com/office/drawing/2014/main" id="{3E35681E-93E4-2631-687A-77D4BEF942B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43" name="Oval 1742">
                      <a:extLst>
                        <a:ext uri="{FF2B5EF4-FFF2-40B4-BE49-F238E27FC236}">
                          <a16:creationId xmlns:a16="http://schemas.microsoft.com/office/drawing/2014/main" id="{F6614CFB-1C91-4603-BB26-5EDBBE1C8DFA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44" name="Oval 1743">
                      <a:extLst>
                        <a:ext uri="{FF2B5EF4-FFF2-40B4-BE49-F238E27FC236}">
                          <a16:creationId xmlns:a16="http://schemas.microsoft.com/office/drawing/2014/main" id="{F3111078-9FCB-4EFD-6F48-F92A53A803D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45" name="Arc 1744">
                      <a:extLst>
                        <a:ext uri="{FF2B5EF4-FFF2-40B4-BE49-F238E27FC236}">
                          <a16:creationId xmlns:a16="http://schemas.microsoft.com/office/drawing/2014/main" id="{A9781541-22F5-56D9-B444-390ECE1ACB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46" name="Oval 1745">
                      <a:extLst>
                        <a:ext uri="{FF2B5EF4-FFF2-40B4-BE49-F238E27FC236}">
                          <a16:creationId xmlns:a16="http://schemas.microsoft.com/office/drawing/2014/main" id="{99F2BD76-4F5F-E387-5E21-AFB1C59E225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47" name="Arc 1746">
                      <a:extLst>
                        <a:ext uri="{FF2B5EF4-FFF2-40B4-BE49-F238E27FC236}">
                          <a16:creationId xmlns:a16="http://schemas.microsoft.com/office/drawing/2014/main" id="{5BAB48F7-1463-3621-E825-CDE7850D66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48" name="Arc 1747">
                      <a:extLst>
                        <a:ext uri="{FF2B5EF4-FFF2-40B4-BE49-F238E27FC236}">
                          <a16:creationId xmlns:a16="http://schemas.microsoft.com/office/drawing/2014/main" id="{9981A726-9D31-19D2-A8D3-71C99F7FB65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737" name="Straight Connector 1736">
                  <a:extLst>
                    <a:ext uri="{FF2B5EF4-FFF2-40B4-BE49-F238E27FC236}">
                      <a16:creationId xmlns:a16="http://schemas.microsoft.com/office/drawing/2014/main" id="{87E0C255-2777-7C65-9187-08A37158B8C3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8" name="Straight Connector 1737">
                  <a:extLst>
                    <a:ext uri="{FF2B5EF4-FFF2-40B4-BE49-F238E27FC236}">
                      <a16:creationId xmlns:a16="http://schemas.microsoft.com/office/drawing/2014/main" id="{2CEC9A26-CD3E-4E4F-4991-08F1AA0FD256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6" name="Group 1725">
                <a:extLst>
                  <a:ext uri="{FF2B5EF4-FFF2-40B4-BE49-F238E27FC236}">
                    <a16:creationId xmlns:a16="http://schemas.microsoft.com/office/drawing/2014/main" id="{3F9B7C15-2C9D-5501-9B26-020FEADF9704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727" name="Moon 1726">
                  <a:extLst>
                    <a:ext uri="{FF2B5EF4-FFF2-40B4-BE49-F238E27FC236}">
                      <a16:creationId xmlns:a16="http://schemas.microsoft.com/office/drawing/2014/main" id="{84197174-6B45-4FFB-991F-E7827DD86B02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8" name="Oval 1727">
                  <a:extLst>
                    <a:ext uri="{FF2B5EF4-FFF2-40B4-BE49-F238E27FC236}">
                      <a16:creationId xmlns:a16="http://schemas.microsoft.com/office/drawing/2014/main" id="{3ED8BBC1-6E46-D819-3E65-2DF0EECD62D9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9" name="Oval 1728">
                  <a:extLst>
                    <a:ext uri="{FF2B5EF4-FFF2-40B4-BE49-F238E27FC236}">
                      <a16:creationId xmlns:a16="http://schemas.microsoft.com/office/drawing/2014/main" id="{83B60385-2033-5EB8-7046-692B51CF5DCF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0" name="Oval 1729">
                  <a:extLst>
                    <a:ext uri="{FF2B5EF4-FFF2-40B4-BE49-F238E27FC236}">
                      <a16:creationId xmlns:a16="http://schemas.microsoft.com/office/drawing/2014/main" id="{267D3222-B53A-7135-D440-AB5A526C26AF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1" name="Oval 1730">
                  <a:extLst>
                    <a:ext uri="{FF2B5EF4-FFF2-40B4-BE49-F238E27FC236}">
                      <a16:creationId xmlns:a16="http://schemas.microsoft.com/office/drawing/2014/main" id="{7EA618A5-06E9-1A0A-592F-6A69FC5E2C61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2" name="Oval 1731">
                  <a:extLst>
                    <a:ext uri="{FF2B5EF4-FFF2-40B4-BE49-F238E27FC236}">
                      <a16:creationId xmlns:a16="http://schemas.microsoft.com/office/drawing/2014/main" id="{E762ACDD-879F-4299-9150-E5E07C7A73A4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3" name="Oval 1732">
                  <a:extLst>
                    <a:ext uri="{FF2B5EF4-FFF2-40B4-BE49-F238E27FC236}">
                      <a16:creationId xmlns:a16="http://schemas.microsoft.com/office/drawing/2014/main" id="{8E1B1D94-D732-4110-F8B7-81898A6A69AC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4" name="Oval 1733">
                  <a:extLst>
                    <a:ext uri="{FF2B5EF4-FFF2-40B4-BE49-F238E27FC236}">
                      <a16:creationId xmlns:a16="http://schemas.microsoft.com/office/drawing/2014/main" id="{09AF009E-261D-1E56-BF28-C6D21A01FD59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3" name="Group 1782">
              <a:extLst>
                <a:ext uri="{FF2B5EF4-FFF2-40B4-BE49-F238E27FC236}">
                  <a16:creationId xmlns:a16="http://schemas.microsoft.com/office/drawing/2014/main" id="{D9DB7FED-5D21-E057-C7FE-5837F2FB1D15}"/>
                </a:ext>
              </a:extLst>
            </p:cNvPr>
            <p:cNvGrpSpPr/>
            <p:nvPr/>
          </p:nvGrpSpPr>
          <p:grpSpPr>
            <a:xfrm rot="5400000" flipH="1" flipV="1">
              <a:off x="6090314" y="4782024"/>
              <a:ext cx="144704" cy="348791"/>
              <a:chOff x="8901293" y="933753"/>
              <a:chExt cx="2135899" cy="5148330"/>
            </a:xfrm>
            <a:solidFill>
              <a:schemeClr val="accent5">
                <a:lumMod val="75000"/>
              </a:schemeClr>
            </a:solidFill>
          </p:grpSpPr>
          <p:grpSp>
            <p:nvGrpSpPr>
              <p:cNvPr id="1784" name="Group 1783">
                <a:extLst>
                  <a:ext uri="{FF2B5EF4-FFF2-40B4-BE49-F238E27FC236}">
                    <a16:creationId xmlns:a16="http://schemas.microsoft.com/office/drawing/2014/main" id="{9AC0267F-E999-B6CF-EAD9-53A3F34DE9F1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819" name="Group 1818">
                  <a:extLst>
                    <a:ext uri="{FF2B5EF4-FFF2-40B4-BE49-F238E27FC236}">
                      <a16:creationId xmlns:a16="http://schemas.microsoft.com/office/drawing/2014/main" id="{4A2C8DAB-B31A-C910-E162-B0AED400131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833" name="Oval 1832">
                    <a:extLst>
                      <a:ext uri="{FF2B5EF4-FFF2-40B4-BE49-F238E27FC236}">
                        <a16:creationId xmlns:a16="http://schemas.microsoft.com/office/drawing/2014/main" id="{19DFF4DF-428D-B65D-CCA2-A63C2F2B596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34" name="Group 1833">
                    <a:extLst>
                      <a:ext uri="{FF2B5EF4-FFF2-40B4-BE49-F238E27FC236}">
                        <a16:creationId xmlns:a16="http://schemas.microsoft.com/office/drawing/2014/main" id="{C74AFF05-5B1A-B571-F564-EB97EF97DD4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835" name="Oval 1834">
                      <a:extLst>
                        <a:ext uri="{FF2B5EF4-FFF2-40B4-BE49-F238E27FC236}">
                          <a16:creationId xmlns:a16="http://schemas.microsoft.com/office/drawing/2014/main" id="{A1CCD563-4719-21B5-1708-4BC09E05C17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36" name="Oval 1835">
                      <a:extLst>
                        <a:ext uri="{FF2B5EF4-FFF2-40B4-BE49-F238E27FC236}">
                          <a16:creationId xmlns:a16="http://schemas.microsoft.com/office/drawing/2014/main" id="{8AB326C1-1EF5-E300-582D-B089CFCCEAE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37" name="Oval 1836">
                      <a:extLst>
                        <a:ext uri="{FF2B5EF4-FFF2-40B4-BE49-F238E27FC236}">
                          <a16:creationId xmlns:a16="http://schemas.microsoft.com/office/drawing/2014/main" id="{81D12A49-62CA-3F29-26E4-95619955FA1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38" name="Oval 1837">
                      <a:extLst>
                        <a:ext uri="{FF2B5EF4-FFF2-40B4-BE49-F238E27FC236}">
                          <a16:creationId xmlns:a16="http://schemas.microsoft.com/office/drawing/2014/main" id="{E277912F-449D-45A5-4243-3161657A4C4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39" name="Arc 1838">
                      <a:extLst>
                        <a:ext uri="{FF2B5EF4-FFF2-40B4-BE49-F238E27FC236}">
                          <a16:creationId xmlns:a16="http://schemas.microsoft.com/office/drawing/2014/main" id="{854DCC76-EA6F-1B91-1BB6-05DBAC9E3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40" name="Oval 1839">
                      <a:extLst>
                        <a:ext uri="{FF2B5EF4-FFF2-40B4-BE49-F238E27FC236}">
                          <a16:creationId xmlns:a16="http://schemas.microsoft.com/office/drawing/2014/main" id="{9EC60CCE-9B8E-7D65-4980-98E78AB0159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41" name="Arc 1840">
                      <a:extLst>
                        <a:ext uri="{FF2B5EF4-FFF2-40B4-BE49-F238E27FC236}">
                          <a16:creationId xmlns:a16="http://schemas.microsoft.com/office/drawing/2014/main" id="{A48A42F5-D928-61E7-4036-59EA88D4E0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42" name="Arc 1841">
                      <a:extLst>
                        <a:ext uri="{FF2B5EF4-FFF2-40B4-BE49-F238E27FC236}">
                          <a16:creationId xmlns:a16="http://schemas.microsoft.com/office/drawing/2014/main" id="{4501BDAD-4287-2751-C894-4E19FD68598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20" name="Group 1819">
                  <a:extLst>
                    <a:ext uri="{FF2B5EF4-FFF2-40B4-BE49-F238E27FC236}">
                      <a16:creationId xmlns:a16="http://schemas.microsoft.com/office/drawing/2014/main" id="{2BE9C892-6647-62C3-BD85-60611C411F67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823" name="Oval 1822">
                    <a:extLst>
                      <a:ext uri="{FF2B5EF4-FFF2-40B4-BE49-F238E27FC236}">
                        <a16:creationId xmlns:a16="http://schemas.microsoft.com/office/drawing/2014/main" id="{E3AEA6F8-9084-492C-277D-880BB2E538F5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24" name="Group 1823">
                    <a:extLst>
                      <a:ext uri="{FF2B5EF4-FFF2-40B4-BE49-F238E27FC236}">
                        <a16:creationId xmlns:a16="http://schemas.microsoft.com/office/drawing/2014/main" id="{775CD6A8-6426-5E6D-CB81-8F5A98C4C1B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825" name="Oval 1824">
                      <a:extLst>
                        <a:ext uri="{FF2B5EF4-FFF2-40B4-BE49-F238E27FC236}">
                          <a16:creationId xmlns:a16="http://schemas.microsoft.com/office/drawing/2014/main" id="{A43EFB8E-1B25-0B52-579A-226A140E3EB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26" name="Oval 1825">
                      <a:extLst>
                        <a:ext uri="{FF2B5EF4-FFF2-40B4-BE49-F238E27FC236}">
                          <a16:creationId xmlns:a16="http://schemas.microsoft.com/office/drawing/2014/main" id="{27FBFB44-7AC7-9A47-BA5B-F473BF9AE00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27" name="Oval 1826">
                      <a:extLst>
                        <a:ext uri="{FF2B5EF4-FFF2-40B4-BE49-F238E27FC236}">
                          <a16:creationId xmlns:a16="http://schemas.microsoft.com/office/drawing/2014/main" id="{FB02186A-59C2-F778-4121-A68F1567249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28" name="Oval 1827">
                      <a:extLst>
                        <a:ext uri="{FF2B5EF4-FFF2-40B4-BE49-F238E27FC236}">
                          <a16:creationId xmlns:a16="http://schemas.microsoft.com/office/drawing/2014/main" id="{0081C7C1-3DF8-9F2D-95C4-5A00DABBAFA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29" name="Arc 1828">
                      <a:extLst>
                        <a:ext uri="{FF2B5EF4-FFF2-40B4-BE49-F238E27FC236}">
                          <a16:creationId xmlns:a16="http://schemas.microsoft.com/office/drawing/2014/main" id="{19372472-E4B5-9C44-AD1A-9D6E314BC8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30" name="Oval 1829">
                      <a:extLst>
                        <a:ext uri="{FF2B5EF4-FFF2-40B4-BE49-F238E27FC236}">
                          <a16:creationId xmlns:a16="http://schemas.microsoft.com/office/drawing/2014/main" id="{333D68C4-236A-CC32-B3D0-D9677F964D2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31" name="Arc 1830">
                      <a:extLst>
                        <a:ext uri="{FF2B5EF4-FFF2-40B4-BE49-F238E27FC236}">
                          <a16:creationId xmlns:a16="http://schemas.microsoft.com/office/drawing/2014/main" id="{25543231-3D2B-9676-6D6D-D2218C5F21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32" name="Arc 1831">
                      <a:extLst>
                        <a:ext uri="{FF2B5EF4-FFF2-40B4-BE49-F238E27FC236}">
                          <a16:creationId xmlns:a16="http://schemas.microsoft.com/office/drawing/2014/main" id="{73C7F4B0-CF7E-AE10-356B-E2056EB8641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821" name="Straight Connector 1820">
                  <a:extLst>
                    <a:ext uri="{FF2B5EF4-FFF2-40B4-BE49-F238E27FC236}">
                      <a16:creationId xmlns:a16="http://schemas.microsoft.com/office/drawing/2014/main" id="{764D170D-B9C3-E7D0-1779-278F6977FA1A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2" name="Straight Connector 1821">
                  <a:extLst>
                    <a:ext uri="{FF2B5EF4-FFF2-40B4-BE49-F238E27FC236}">
                      <a16:creationId xmlns:a16="http://schemas.microsoft.com/office/drawing/2014/main" id="{3BA2FA60-57CF-2B83-5FA8-EA9FB9F1B98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5" name="Group 1784">
                <a:extLst>
                  <a:ext uri="{FF2B5EF4-FFF2-40B4-BE49-F238E27FC236}">
                    <a16:creationId xmlns:a16="http://schemas.microsoft.com/office/drawing/2014/main" id="{52849598-247C-3530-5C83-8C94D8D89B98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795" name="Group 1794">
                  <a:extLst>
                    <a:ext uri="{FF2B5EF4-FFF2-40B4-BE49-F238E27FC236}">
                      <a16:creationId xmlns:a16="http://schemas.microsoft.com/office/drawing/2014/main" id="{52111126-1351-6F86-BB46-EE7ED1ADB23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809" name="Oval 1808">
                    <a:extLst>
                      <a:ext uri="{FF2B5EF4-FFF2-40B4-BE49-F238E27FC236}">
                        <a16:creationId xmlns:a16="http://schemas.microsoft.com/office/drawing/2014/main" id="{BBC7DE47-88DB-5329-EBB6-E17F5EDA32E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10" name="Group 1809">
                    <a:extLst>
                      <a:ext uri="{FF2B5EF4-FFF2-40B4-BE49-F238E27FC236}">
                        <a16:creationId xmlns:a16="http://schemas.microsoft.com/office/drawing/2014/main" id="{AA750FB0-BE63-5DEB-CCF2-B4A784F6C5E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811" name="Oval 1810">
                      <a:extLst>
                        <a:ext uri="{FF2B5EF4-FFF2-40B4-BE49-F238E27FC236}">
                          <a16:creationId xmlns:a16="http://schemas.microsoft.com/office/drawing/2014/main" id="{8287DA94-6876-4779-56F1-62D331E8518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12" name="Oval 1811">
                      <a:extLst>
                        <a:ext uri="{FF2B5EF4-FFF2-40B4-BE49-F238E27FC236}">
                          <a16:creationId xmlns:a16="http://schemas.microsoft.com/office/drawing/2014/main" id="{BD42476D-B223-5757-5A2F-C183BF0C3FD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13" name="Oval 1812">
                      <a:extLst>
                        <a:ext uri="{FF2B5EF4-FFF2-40B4-BE49-F238E27FC236}">
                          <a16:creationId xmlns:a16="http://schemas.microsoft.com/office/drawing/2014/main" id="{96D9F7F1-7FF0-D118-3F6A-A752D7A3D8B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14" name="Oval 1813">
                      <a:extLst>
                        <a:ext uri="{FF2B5EF4-FFF2-40B4-BE49-F238E27FC236}">
                          <a16:creationId xmlns:a16="http://schemas.microsoft.com/office/drawing/2014/main" id="{0B1FF9AB-C039-A089-9D3B-11622A0FBFF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15" name="Arc 1814">
                      <a:extLst>
                        <a:ext uri="{FF2B5EF4-FFF2-40B4-BE49-F238E27FC236}">
                          <a16:creationId xmlns:a16="http://schemas.microsoft.com/office/drawing/2014/main" id="{C9AED6D9-A1AC-8BDC-97A5-D266E613C3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16" name="Oval 1815">
                      <a:extLst>
                        <a:ext uri="{FF2B5EF4-FFF2-40B4-BE49-F238E27FC236}">
                          <a16:creationId xmlns:a16="http://schemas.microsoft.com/office/drawing/2014/main" id="{B456B506-9AF9-8BA4-CAA2-EA2250565D21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17" name="Arc 1816">
                      <a:extLst>
                        <a:ext uri="{FF2B5EF4-FFF2-40B4-BE49-F238E27FC236}">
                          <a16:creationId xmlns:a16="http://schemas.microsoft.com/office/drawing/2014/main" id="{28DE321B-8788-62E0-7927-392D82748D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18" name="Arc 1817">
                      <a:extLst>
                        <a:ext uri="{FF2B5EF4-FFF2-40B4-BE49-F238E27FC236}">
                          <a16:creationId xmlns:a16="http://schemas.microsoft.com/office/drawing/2014/main" id="{40E19610-A5ED-5985-12CB-B9AE8CF4E4B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96" name="Group 1795">
                  <a:extLst>
                    <a:ext uri="{FF2B5EF4-FFF2-40B4-BE49-F238E27FC236}">
                      <a16:creationId xmlns:a16="http://schemas.microsoft.com/office/drawing/2014/main" id="{5EB487FA-D1DE-0536-51F2-7751958332D6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99" name="Oval 1798">
                    <a:extLst>
                      <a:ext uri="{FF2B5EF4-FFF2-40B4-BE49-F238E27FC236}">
                        <a16:creationId xmlns:a16="http://schemas.microsoft.com/office/drawing/2014/main" id="{0B2A7088-29A2-D2F9-0BB2-08EEC8DAB9A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00" name="Group 1799">
                    <a:extLst>
                      <a:ext uri="{FF2B5EF4-FFF2-40B4-BE49-F238E27FC236}">
                        <a16:creationId xmlns:a16="http://schemas.microsoft.com/office/drawing/2014/main" id="{87E9FF5E-725F-81AA-1B47-0D9BF01DA24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801" name="Oval 1800">
                      <a:extLst>
                        <a:ext uri="{FF2B5EF4-FFF2-40B4-BE49-F238E27FC236}">
                          <a16:creationId xmlns:a16="http://schemas.microsoft.com/office/drawing/2014/main" id="{02F60C1F-E4A3-41B3-3743-B4A617B1456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02" name="Oval 1801">
                      <a:extLst>
                        <a:ext uri="{FF2B5EF4-FFF2-40B4-BE49-F238E27FC236}">
                          <a16:creationId xmlns:a16="http://schemas.microsoft.com/office/drawing/2014/main" id="{03A17796-EBFB-9E3A-DA22-1B07831A8A25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03" name="Oval 1802">
                      <a:extLst>
                        <a:ext uri="{FF2B5EF4-FFF2-40B4-BE49-F238E27FC236}">
                          <a16:creationId xmlns:a16="http://schemas.microsoft.com/office/drawing/2014/main" id="{BAF38551-A289-3601-59BF-E6F8C455606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04" name="Oval 1803">
                      <a:extLst>
                        <a:ext uri="{FF2B5EF4-FFF2-40B4-BE49-F238E27FC236}">
                          <a16:creationId xmlns:a16="http://schemas.microsoft.com/office/drawing/2014/main" id="{CE0CF911-1DC0-7568-90C6-509671DBFFD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05" name="Arc 1804">
                      <a:extLst>
                        <a:ext uri="{FF2B5EF4-FFF2-40B4-BE49-F238E27FC236}">
                          <a16:creationId xmlns:a16="http://schemas.microsoft.com/office/drawing/2014/main" id="{BD3C4D78-2A3E-3385-0650-40381CFEB6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06" name="Oval 1805">
                      <a:extLst>
                        <a:ext uri="{FF2B5EF4-FFF2-40B4-BE49-F238E27FC236}">
                          <a16:creationId xmlns:a16="http://schemas.microsoft.com/office/drawing/2014/main" id="{2CD8F8E9-72D1-BADE-11D7-BE0A71DB5BF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07" name="Arc 1806">
                      <a:extLst>
                        <a:ext uri="{FF2B5EF4-FFF2-40B4-BE49-F238E27FC236}">
                          <a16:creationId xmlns:a16="http://schemas.microsoft.com/office/drawing/2014/main" id="{9DB05594-B06E-D88D-B4A4-B7D0055C9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08" name="Arc 1807">
                      <a:extLst>
                        <a:ext uri="{FF2B5EF4-FFF2-40B4-BE49-F238E27FC236}">
                          <a16:creationId xmlns:a16="http://schemas.microsoft.com/office/drawing/2014/main" id="{8072818A-7047-CA41-3514-745193DA0DD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797" name="Straight Connector 1796">
                  <a:extLst>
                    <a:ext uri="{FF2B5EF4-FFF2-40B4-BE49-F238E27FC236}">
                      <a16:creationId xmlns:a16="http://schemas.microsoft.com/office/drawing/2014/main" id="{090B1975-6DC3-314B-7614-9F694425A697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8" name="Straight Connector 1797">
                  <a:extLst>
                    <a:ext uri="{FF2B5EF4-FFF2-40B4-BE49-F238E27FC236}">
                      <a16:creationId xmlns:a16="http://schemas.microsoft.com/office/drawing/2014/main" id="{7C6424B2-1DCA-6784-8EF1-79DE6EC11BF0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6" name="Group 1785">
                <a:extLst>
                  <a:ext uri="{FF2B5EF4-FFF2-40B4-BE49-F238E27FC236}">
                    <a16:creationId xmlns:a16="http://schemas.microsoft.com/office/drawing/2014/main" id="{8B75254D-B171-466D-5073-276387979B48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787" name="Moon 1786">
                  <a:extLst>
                    <a:ext uri="{FF2B5EF4-FFF2-40B4-BE49-F238E27FC236}">
                      <a16:creationId xmlns:a16="http://schemas.microsoft.com/office/drawing/2014/main" id="{D41F2DFA-3F1B-AA28-7685-188842E53150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8" name="Oval 1787">
                  <a:extLst>
                    <a:ext uri="{FF2B5EF4-FFF2-40B4-BE49-F238E27FC236}">
                      <a16:creationId xmlns:a16="http://schemas.microsoft.com/office/drawing/2014/main" id="{418A5CAD-1B28-6856-290F-4B605C840DBD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9" name="Oval 1788">
                  <a:extLst>
                    <a:ext uri="{FF2B5EF4-FFF2-40B4-BE49-F238E27FC236}">
                      <a16:creationId xmlns:a16="http://schemas.microsoft.com/office/drawing/2014/main" id="{F8DBAD92-5A2E-3B47-F6C2-B2900F6962B2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0" name="Oval 1789">
                  <a:extLst>
                    <a:ext uri="{FF2B5EF4-FFF2-40B4-BE49-F238E27FC236}">
                      <a16:creationId xmlns:a16="http://schemas.microsoft.com/office/drawing/2014/main" id="{DBA921B9-8DBA-6754-A7E0-5B79C4E9A47A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1" name="Oval 1790">
                  <a:extLst>
                    <a:ext uri="{FF2B5EF4-FFF2-40B4-BE49-F238E27FC236}">
                      <a16:creationId xmlns:a16="http://schemas.microsoft.com/office/drawing/2014/main" id="{55208F3C-89A3-4365-DF17-2F8DE7E2BABC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2" name="Oval 1791">
                  <a:extLst>
                    <a:ext uri="{FF2B5EF4-FFF2-40B4-BE49-F238E27FC236}">
                      <a16:creationId xmlns:a16="http://schemas.microsoft.com/office/drawing/2014/main" id="{A0DDB9AF-5A8E-9DD0-43B6-7CD14BA8F9D0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3" name="Oval 1792">
                  <a:extLst>
                    <a:ext uri="{FF2B5EF4-FFF2-40B4-BE49-F238E27FC236}">
                      <a16:creationId xmlns:a16="http://schemas.microsoft.com/office/drawing/2014/main" id="{670AA93B-9035-5CF0-9FAA-ECE9C4036130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4" name="Oval 1793">
                  <a:extLst>
                    <a:ext uri="{FF2B5EF4-FFF2-40B4-BE49-F238E27FC236}">
                      <a16:creationId xmlns:a16="http://schemas.microsoft.com/office/drawing/2014/main" id="{FC9155AA-1E80-EA76-6126-6D515A93A39A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843" name="TextBox 1842">
              <a:extLst>
                <a:ext uri="{FF2B5EF4-FFF2-40B4-BE49-F238E27FC236}">
                  <a16:creationId xmlns:a16="http://schemas.microsoft.com/office/drawing/2014/main" id="{E60C0265-B86B-07C0-D707-D6D34BD8B19B}"/>
                </a:ext>
              </a:extLst>
            </p:cNvPr>
            <p:cNvSpPr txBox="1"/>
            <p:nvPr/>
          </p:nvSpPr>
          <p:spPr>
            <a:xfrm>
              <a:off x="5096640" y="2188533"/>
              <a:ext cx="18191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antibody to </a:t>
              </a:r>
              <a:r>
                <a:rPr lang="en-US" sz="1600" dirty="0">
                  <a:solidFill>
                    <a:srgbClr val="FF0000"/>
                  </a:solidFill>
                </a:rPr>
                <a:t>new infections</a:t>
              </a:r>
            </a:p>
          </p:txBody>
        </p:sp>
        <p:sp>
          <p:nvSpPr>
            <p:cNvPr id="1844" name="TextBox 1843">
              <a:extLst>
                <a:ext uri="{FF2B5EF4-FFF2-40B4-BE49-F238E27FC236}">
                  <a16:creationId xmlns:a16="http://schemas.microsoft.com/office/drawing/2014/main" id="{4829D7B9-4BB1-4A8E-0FF4-3580631C4E06}"/>
                </a:ext>
              </a:extLst>
            </p:cNvPr>
            <p:cNvSpPr txBox="1"/>
            <p:nvPr/>
          </p:nvSpPr>
          <p:spPr>
            <a:xfrm>
              <a:off x="5164473" y="3627817"/>
              <a:ext cx="18328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competes for transport with</a:t>
              </a:r>
            </a:p>
          </p:txBody>
        </p:sp>
        <p:sp>
          <p:nvSpPr>
            <p:cNvPr id="1845" name="TextBox 1844">
              <a:extLst>
                <a:ext uri="{FF2B5EF4-FFF2-40B4-BE49-F238E27FC236}">
                  <a16:creationId xmlns:a16="http://schemas.microsoft.com/office/drawing/2014/main" id="{CFCA26C2-9D69-0DD1-A839-D821E03D2403}"/>
                </a:ext>
              </a:extLst>
            </p:cNvPr>
            <p:cNvSpPr txBox="1"/>
            <p:nvPr/>
          </p:nvSpPr>
          <p:spPr>
            <a:xfrm>
              <a:off x="5096640" y="5089896"/>
              <a:ext cx="18191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antibodies to </a:t>
              </a:r>
              <a:r>
                <a:rPr lang="en-US" sz="1600" dirty="0">
                  <a:solidFill>
                    <a:srgbClr val="0432FF"/>
                  </a:solidFill>
                </a:rPr>
                <a:t>earlier </a:t>
              </a:r>
              <a:r>
                <a:rPr lang="en-US" sz="1600" dirty="0">
                  <a:solidFill>
                    <a:srgbClr val="00B100"/>
                  </a:solidFill>
                </a:rPr>
                <a:t>infections</a:t>
              </a:r>
            </a:p>
          </p:txBody>
        </p:sp>
        <p:sp>
          <p:nvSpPr>
            <p:cNvPr id="1846" name="Down Arrow 1845">
              <a:extLst>
                <a:ext uri="{FF2B5EF4-FFF2-40B4-BE49-F238E27FC236}">
                  <a16:creationId xmlns:a16="http://schemas.microsoft.com/office/drawing/2014/main" id="{0E461FAC-FA54-D417-70EF-191D04337FA8}"/>
                </a:ext>
              </a:extLst>
            </p:cNvPr>
            <p:cNvSpPr/>
            <p:nvPr/>
          </p:nvSpPr>
          <p:spPr>
            <a:xfrm rot="15969114">
              <a:off x="9018068" y="4514008"/>
              <a:ext cx="176985" cy="944688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7" name="Down Arrow 1846">
              <a:extLst>
                <a:ext uri="{FF2B5EF4-FFF2-40B4-BE49-F238E27FC236}">
                  <a16:creationId xmlns:a16="http://schemas.microsoft.com/office/drawing/2014/main" id="{EF88B9AD-BD09-6739-E691-4AFAE6D8588C}"/>
                </a:ext>
              </a:extLst>
            </p:cNvPr>
            <p:cNvSpPr/>
            <p:nvPr/>
          </p:nvSpPr>
          <p:spPr>
            <a:xfrm rot="15863091">
              <a:off x="7602289" y="5026392"/>
              <a:ext cx="162427" cy="344503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48" name="Group 1847">
              <a:extLst>
                <a:ext uri="{FF2B5EF4-FFF2-40B4-BE49-F238E27FC236}">
                  <a16:creationId xmlns:a16="http://schemas.microsoft.com/office/drawing/2014/main" id="{D40E4446-4766-5886-5802-82102AF9B44E}"/>
                </a:ext>
              </a:extLst>
            </p:cNvPr>
            <p:cNvGrpSpPr/>
            <p:nvPr/>
          </p:nvGrpSpPr>
          <p:grpSpPr>
            <a:xfrm rot="5400000" flipH="1" flipV="1">
              <a:off x="9756818" y="3437915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849" name="Group 1848">
                <a:extLst>
                  <a:ext uri="{FF2B5EF4-FFF2-40B4-BE49-F238E27FC236}">
                    <a16:creationId xmlns:a16="http://schemas.microsoft.com/office/drawing/2014/main" id="{12763EE4-FF19-586D-B5D3-04AFC28C09DD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884" name="Group 1883">
                  <a:extLst>
                    <a:ext uri="{FF2B5EF4-FFF2-40B4-BE49-F238E27FC236}">
                      <a16:creationId xmlns:a16="http://schemas.microsoft.com/office/drawing/2014/main" id="{5DDE7CD2-A9DA-AA76-EB27-9B7E397D0633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898" name="Oval 1897">
                    <a:extLst>
                      <a:ext uri="{FF2B5EF4-FFF2-40B4-BE49-F238E27FC236}">
                        <a16:creationId xmlns:a16="http://schemas.microsoft.com/office/drawing/2014/main" id="{95653C2D-5698-83DC-7C6A-DA6D18444DD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99" name="Group 1898">
                    <a:extLst>
                      <a:ext uri="{FF2B5EF4-FFF2-40B4-BE49-F238E27FC236}">
                        <a16:creationId xmlns:a16="http://schemas.microsoft.com/office/drawing/2014/main" id="{CCF83B6B-DFE2-7C85-85C4-B5A8C06C933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900" name="Oval 1899">
                      <a:extLst>
                        <a:ext uri="{FF2B5EF4-FFF2-40B4-BE49-F238E27FC236}">
                          <a16:creationId xmlns:a16="http://schemas.microsoft.com/office/drawing/2014/main" id="{A990721F-2BDD-3C93-5D33-93946E6DAC2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01" name="Oval 1900">
                      <a:extLst>
                        <a:ext uri="{FF2B5EF4-FFF2-40B4-BE49-F238E27FC236}">
                          <a16:creationId xmlns:a16="http://schemas.microsoft.com/office/drawing/2014/main" id="{1DBBEB45-AFCD-17AB-BB0E-21D1FFC5516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02" name="Oval 1901">
                      <a:extLst>
                        <a:ext uri="{FF2B5EF4-FFF2-40B4-BE49-F238E27FC236}">
                          <a16:creationId xmlns:a16="http://schemas.microsoft.com/office/drawing/2014/main" id="{EF7B618E-EC41-D29D-AE83-5FBA00C8FD4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03" name="Oval 1902">
                      <a:extLst>
                        <a:ext uri="{FF2B5EF4-FFF2-40B4-BE49-F238E27FC236}">
                          <a16:creationId xmlns:a16="http://schemas.microsoft.com/office/drawing/2014/main" id="{70794A57-3DAF-4684-4613-3E2DB00FA1C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04" name="Arc 1903">
                      <a:extLst>
                        <a:ext uri="{FF2B5EF4-FFF2-40B4-BE49-F238E27FC236}">
                          <a16:creationId xmlns:a16="http://schemas.microsoft.com/office/drawing/2014/main" id="{E7B6B87A-4DAA-B3B5-DCF9-3019689009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05" name="Oval 1904">
                      <a:extLst>
                        <a:ext uri="{FF2B5EF4-FFF2-40B4-BE49-F238E27FC236}">
                          <a16:creationId xmlns:a16="http://schemas.microsoft.com/office/drawing/2014/main" id="{AFCB574E-402F-B558-1BB7-7B7A45A8E2F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06" name="Arc 1905">
                      <a:extLst>
                        <a:ext uri="{FF2B5EF4-FFF2-40B4-BE49-F238E27FC236}">
                          <a16:creationId xmlns:a16="http://schemas.microsoft.com/office/drawing/2014/main" id="{5FDA7930-6EDB-19FD-924C-468A45D013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07" name="Arc 1906">
                      <a:extLst>
                        <a:ext uri="{FF2B5EF4-FFF2-40B4-BE49-F238E27FC236}">
                          <a16:creationId xmlns:a16="http://schemas.microsoft.com/office/drawing/2014/main" id="{4DC2523E-8AE5-DD30-F67B-F7370B453B7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85" name="Group 1884">
                  <a:extLst>
                    <a:ext uri="{FF2B5EF4-FFF2-40B4-BE49-F238E27FC236}">
                      <a16:creationId xmlns:a16="http://schemas.microsoft.com/office/drawing/2014/main" id="{EECB2D9C-302C-8E3B-E35F-8438877A5726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888" name="Oval 1887">
                    <a:extLst>
                      <a:ext uri="{FF2B5EF4-FFF2-40B4-BE49-F238E27FC236}">
                        <a16:creationId xmlns:a16="http://schemas.microsoft.com/office/drawing/2014/main" id="{0A701F9C-0A8A-8334-4C4C-057526D14CC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89" name="Group 1888">
                    <a:extLst>
                      <a:ext uri="{FF2B5EF4-FFF2-40B4-BE49-F238E27FC236}">
                        <a16:creationId xmlns:a16="http://schemas.microsoft.com/office/drawing/2014/main" id="{F90A7B31-2938-7F2A-597A-BC313E9E059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890" name="Oval 1889">
                      <a:extLst>
                        <a:ext uri="{FF2B5EF4-FFF2-40B4-BE49-F238E27FC236}">
                          <a16:creationId xmlns:a16="http://schemas.microsoft.com/office/drawing/2014/main" id="{3452A78A-2854-2CFC-553E-182FFD8577B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91" name="Oval 1890">
                      <a:extLst>
                        <a:ext uri="{FF2B5EF4-FFF2-40B4-BE49-F238E27FC236}">
                          <a16:creationId xmlns:a16="http://schemas.microsoft.com/office/drawing/2014/main" id="{7745C5C3-B549-DE7E-1743-7F067E2AB5B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92" name="Oval 1891">
                      <a:extLst>
                        <a:ext uri="{FF2B5EF4-FFF2-40B4-BE49-F238E27FC236}">
                          <a16:creationId xmlns:a16="http://schemas.microsoft.com/office/drawing/2014/main" id="{D8CC6E79-3C12-BEA2-A67F-4D6D41F98A2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93" name="Oval 1892">
                      <a:extLst>
                        <a:ext uri="{FF2B5EF4-FFF2-40B4-BE49-F238E27FC236}">
                          <a16:creationId xmlns:a16="http://schemas.microsoft.com/office/drawing/2014/main" id="{DA3538A8-EDB5-6A9E-8AF8-05B5A95FEF59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94" name="Arc 1893">
                      <a:extLst>
                        <a:ext uri="{FF2B5EF4-FFF2-40B4-BE49-F238E27FC236}">
                          <a16:creationId xmlns:a16="http://schemas.microsoft.com/office/drawing/2014/main" id="{33AE8D15-29BE-BAF2-812C-F005E367F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95" name="Oval 1894">
                      <a:extLst>
                        <a:ext uri="{FF2B5EF4-FFF2-40B4-BE49-F238E27FC236}">
                          <a16:creationId xmlns:a16="http://schemas.microsoft.com/office/drawing/2014/main" id="{370793D3-75E5-6688-9E99-FB5471D343B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96" name="Arc 1895">
                      <a:extLst>
                        <a:ext uri="{FF2B5EF4-FFF2-40B4-BE49-F238E27FC236}">
                          <a16:creationId xmlns:a16="http://schemas.microsoft.com/office/drawing/2014/main" id="{09DEB046-5DFE-EEDB-A780-2FD3134309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97" name="Arc 1896">
                      <a:extLst>
                        <a:ext uri="{FF2B5EF4-FFF2-40B4-BE49-F238E27FC236}">
                          <a16:creationId xmlns:a16="http://schemas.microsoft.com/office/drawing/2014/main" id="{3B7DFD89-2033-ADAC-B6F0-F7D83A478B5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886" name="Straight Connector 1885">
                  <a:extLst>
                    <a:ext uri="{FF2B5EF4-FFF2-40B4-BE49-F238E27FC236}">
                      <a16:creationId xmlns:a16="http://schemas.microsoft.com/office/drawing/2014/main" id="{FCA05C18-D10F-CA0C-565E-F888696239BB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7" name="Straight Connector 1886">
                  <a:extLst>
                    <a:ext uri="{FF2B5EF4-FFF2-40B4-BE49-F238E27FC236}">
                      <a16:creationId xmlns:a16="http://schemas.microsoft.com/office/drawing/2014/main" id="{AA20C1F3-08DD-555D-C20C-3B54CA8B08C3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0" name="Group 1849">
                <a:extLst>
                  <a:ext uri="{FF2B5EF4-FFF2-40B4-BE49-F238E27FC236}">
                    <a16:creationId xmlns:a16="http://schemas.microsoft.com/office/drawing/2014/main" id="{5DD52956-00F0-3973-4FC8-46F708513FDA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860" name="Group 1859">
                  <a:extLst>
                    <a:ext uri="{FF2B5EF4-FFF2-40B4-BE49-F238E27FC236}">
                      <a16:creationId xmlns:a16="http://schemas.microsoft.com/office/drawing/2014/main" id="{8AC76FEA-D092-DCD6-3182-63F2E37AC02A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874" name="Oval 1873">
                    <a:extLst>
                      <a:ext uri="{FF2B5EF4-FFF2-40B4-BE49-F238E27FC236}">
                        <a16:creationId xmlns:a16="http://schemas.microsoft.com/office/drawing/2014/main" id="{4D989A87-6F3A-6CB0-BE30-37A1EDE8EFB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75" name="Group 1874">
                    <a:extLst>
                      <a:ext uri="{FF2B5EF4-FFF2-40B4-BE49-F238E27FC236}">
                        <a16:creationId xmlns:a16="http://schemas.microsoft.com/office/drawing/2014/main" id="{C2FA6808-C1C3-C379-88DF-FBA19A46E8A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876" name="Oval 1875">
                      <a:extLst>
                        <a:ext uri="{FF2B5EF4-FFF2-40B4-BE49-F238E27FC236}">
                          <a16:creationId xmlns:a16="http://schemas.microsoft.com/office/drawing/2014/main" id="{E1BC9265-49B2-A073-7675-B7D7375A5421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77" name="Oval 1876">
                      <a:extLst>
                        <a:ext uri="{FF2B5EF4-FFF2-40B4-BE49-F238E27FC236}">
                          <a16:creationId xmlns:a16="http://schemas.microsoft.com/office/drawing/2014/main" id="{5448C450-1D8E-B13A-D3C7-EE1877636F2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78" name="Oval 1877">
                      <a:extLst>
                        <a:ext uri="{FF2B5EF4-FFF2-40B4-BE49-F238E27FC236}">
                          <a16:creationId xmlns:a16="http://schemas.microsoft.com/office/drawing/2014/main" id="{EE3A6530-06E8-E84A-958E-CF46942ABD4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79" name="Oval 1878">
                      <a:extLst>
                        <a:ext uri="{FF2B5EF4-FFF2-40B4-BE49-F238E27FC236}">
                          <a16:creationId xmlns:a16="http://schemas.microsoft.com/office/drawing/2014/main" id="{B1940F85-54E3-CC0F-8B5D-00B9388D929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80" name="Arc 1879">
                      <a:extLst>
                        <a:ext uri="{FF2B5EF4-FFF2-40B4-BE49-F238E27FC236}">
                          <a16:creationId xmlns:a16="http://schemas.microsoft.com/office/drawing/2014/main" id="{F321B51F-EC87-9CDC-DF5F-BC5A14E7ED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81" name="Oval 1880">
                      <a:extLst>
                        <a:ext uri="{FF2B5EF4-FFF2-40B4-BE49-F238E27FC236}">
                          <a16:creationId xmlns:a16="http://schemas.microsoft.com/office/drawing/2014/main" id="{DAE9FC46-0B06-AEBB-1B6D-D9F985B4515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82" name="Arc 1881">
                      <a:extLst>
                        <a:ext uri="{FF2B5EF4-FFF2-40B4-BE49-F238E27FC236}">
                          <a16:creationId xmlns:a16="http://schemas.microsoft.com/office/drawing/2014/main" id="{CD0130D8-BB9D-9FBE-F625-05B43483DA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83" name="Arc 1882">
                      <a:extLst>
                        <a:ext uri="{FF2B5EF4-FFF2-40B4-BE49-F238E27FC236}">
                          <a16:creationId xmlns:a16="http://schemas.microsoft.com/office/drawing/2014/main" id="{4BFDD339-1800-DBCC-88EB-A1974F1B858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61" name="Group 1860">
                  <a:extLst>
                    <a:ext uri="{FF2B5EF4-FFF2-40B4-BE49-F238E27FC236}">
                      <a16:creationId xmlns:a16="http://schemas.microsoft.com/office/drawing/2014/main" id="{95A256A0-08ED-3466-A9EC-4E4AD8045941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864" name="Oval 1863">
                    <a:extLst>
                      <a:ext uri="{FF2B5EF4-FFF2-40B4-BE49-F238E27FC236}">
                        <a16:creationId xmlns:a16="http://schemas.microsoft.com/office/drawing/2014/main" id="{8013732E-557D-D5C8-6271-5013EDCE2A9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865" name="Group 1864">
                    <a:extLst>
                      <a:ext uri="{FF2B5EF4-FFF2-40B4-BE49-F238E27FC236}">
                        <a16:creationId xmlns:a16="http://schemas.microsoft.com/office/drawing/2014/main" id="{FAF231F4-DD7F-138C-C777-47D4FC1DEC6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866" name="Oval 1865">
                      <a:extLst>
                        <a:ext uri="{FF2B5EF4-FFF2-40B4-BE49-F238E27FC236}">
                          <a16:creationId xmlns:a16="http://schemas.microsoft.com/office/drawing/2014/main" id="{53D0A5A4-4F73-2A64-B139-18A64DCBCFF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67" name="Oval 1866">
                      <a:extLst>
                        <a:ext uri="{FF2B5EF4-FFF2-40B4-BE49-F238E27FC236}">
                          <a16:creationId xmlns:a16="http://schemas.microsoft.com/office/drawing/2014/main" id="{C5F3B30E-8336-F141-C1E7-37F2D49E028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68" name="Oval 1867">
                      <a:extLst>
                        <a:ext uri="{FF2B5EF4-FFF2-40B4-BE49-F238E27FC236}">
                          <a16:creationId xmlns:a16="http://schemas.microsoft.com/office/drawing/2014/main" id="{7828985E-D471-30C5-CBBB-C202192E8488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69" name="Oval 1868">
                      <a:extLst>
                        <a:ext uri="{FF2B5EF4-FFF2-40B4-BE49-F238E27FC236}">
                          <a16:creationId xmlns:a16="http://schemas.microsoft.com/office/drawing/2014/main" id="{FB10E21F-02DC-568B-0CF8-30072E177FB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70" name="Arc 1869">
                      <a:extLst>
                        <a:ext uri="{FF2B5EF4-FFF2-40B4-BE49-F238E27FC236}">
                          <a16:creationId xmlns:a16="http://schemas.microsoft.com/office/drawing/2014/main" id="{DE41E5F1-0EA9-B937-78B0-F44700F3F3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71" name="Oval 1870">
                      <a:extLst>
                        <a:ext uri="{FF2B5EF4-FFF2-40B4-BE49-F238E27FC236}">
                          <a16:creationId xmlns:a16="http://schemas.microsoft.com/office/drawing/2014/main" id="{FDF5F17C-6E47-A652-F58B-DD52892F551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72" name="Arc 1871">
                      <a:extLst>
                        <a:ext uri="{FF2B5EF4-FFF2-40B4-BE49-F238E27FC236}">
                          <a16:creationId xmlns:a16="http://schemas.microsoft.com/office/drawing/2014/main" id="{47010231-805A-4169-2D12-83E3D4E086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73" name="Arc 1872">
                      <a:extLst>
                        <a:ext uri="{FF2B5EF4-FFF2-40B4-BE49-F238E27FC236}">
                          <a16:creationId xmlns:a16="http://schemas.microsoft.com/office/drawing/2014/main" id="{025AEC70-86C9-EB22-3A7E-054A89472E0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862" name="Straight Connector 1861">
                  <a:extLst>
                    <a:ext uri="{FF2B5EF4-FFF2-40B4-BE49-F238E27FC236}">
                      <a16:creationId xmlns:a16="http://schemas.microsoft.com/office/drawing/2014/main" id="{3D55F6B7-51D8-9791-13CC-E6791F8CCCDB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3" name="Straight Connector 1862">
                  <a:extLst>
                    <a:ext uri="{FF2B5EF4-FFF2-40B4-BE49-F238E27FC236}">
                      <a16:creationId xmlns:a16="http://schemas.microsoft.com/office/drawing/2014/main" id="{932103A0-BFD1-CBDC-9247-2F4394F1857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1" name="Group 1850">
                <a:extLst>
                  <a:ext uri="{FF2B5EF4-FFF2-40B4-BE49-F238E27FC236}">
                    <a16:creationId xmlns:a16="http://schemas.microsoft.com/office/drawing/2014/main" id="{7C9A9546-A715-50F0-0766-A9E4A853B3CE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852" name="Moon 1851">
                  <a:extLst>
                    <a:ext uri="{FF2B5EF4-FFF2-40B4-BE49-F238E27FC236}">
                      <a16:creationId xmlns:a16="http://schemas.microsoft.com/office/drawing/2014/main" id="{63B39094-C223-69BC-2C58-C7A28B906A51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3" name="Oval 1852">
                  <a:extLst>
                    <a:ext uri="{FF2B5EF4-FFF2-40B4-BE49-F238E27FC236}">
                      <a16:creationId xmlns:a16="http://schemas.microsoft.com/office/drawing/2014/main" id="{DD8E966F-42A5-07E1-7ED1-B71EF5C6D1C0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4" name="Oval 1853">
                  <a:extLst>
                    <a:ext uri="{FF2B5EF4-FFF2-40B4-BE49-F238E27FC236}">
                      <a16:creationId xmlns:a16="http://schemas.microsoft.com/office/drawing/2014/main" id="{0F8D10D0-0AB3-57D4-5F8E-BC273BDFAF5C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5" name="Oval 1854">
                  <a:extLst>
                    <a:ext uri="{FF2B5EF4-FFF2-40B4-BE49-F238E27FC236}">
                      <a16:creationId xmlns:a16="http://schemas.microsoft.com/office/drawing/2014/main" id="{B6F28F70-DF06-E8C5-270B-8F22E464DB5B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6" name="Oval 1855">
                  <a:extLst>
                    <a:ext uri="{FF2B5EF4-FFF2-40B4-BE49-F238E27FC236}">
                      <a16:creationId xmlns:a16="http://schemas.microsoft.com/office/drawing/2014/main" id="{A9F90017-EAF4-E9B9-A58D-50D423B88355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7" name="Oval 1856">
                  <a:extLst>
                    <a:ext uri="{FF2B5EF4-FFF2-40B4-BE49-F238E27FC236}">
                      <a16:creationId xmlns:a16="http://schemas.microsoft.com/office/drawing/2014/main" id="{E30525E7-4C28-0EA0-F5EC-A4B8EE8EA236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8" name="Oval 1857">
                  <a:extLst>
                    <a:ext uri="{FF2B5EF4-FFF2-40B4-BE49-F238E27FC236}">
                      <a16:creationId xmlns:a16="http://schemas.microsoft.com/office/drawing/2014/main" id="{24196E42-86EF-F225-05DC-D0B32F0E9CFF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9" name="Oval 1858">
                  <a:extLst>
                    <a:ext uri="{FF2B5EF4-FFF2-40B4-BE49-F238E27FC236}">
                      <a16:creationId xmlns:a16="http://schemas.microsoft.com/office/drawing/2014/main" id="{3ADCFFD1-986A-159B-193A-3BE0ECD08A15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08" name="Group 1907">
              <a:extLst>
                <a:ext uri="{FF2B5EF4-FFF2-40B4-BE49-F238E27FC236}">
                  <a16:creationId xmlns:a16="http://schemas.microsoft.com/office/drawing/2014/main" id="{8EA772D0-AEF0-7728-9862-F2C56C2B3493}"/>
                </a:ext>
              </a:extLst>
            </p:cNvPr>
            <p:cNvGrpSpPr/>
            <p:nvPr/>
          </p:nvGrpSpPr>
          <p:grpSpPr>
            <a:xfrm rot="7464527" flipH="1" flipV="1">
              <a:off x="9728086" y="2475094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909" name="Group 1908">
                <a:extLst>
                  <a:ext uri="{FF2B5EF4-FFF2-40B4-BE49-F238E27FC236}">
                    <a16:creationId xmlns:a16="http://schemas.microsoft.com/office/drawing/2014/main" id="{001801EF-1BC3-C302-C2B2-FA18D419AD9C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944" name="Group 1943">
                  <a:extLst>
                    <a:ext uri="{FF2B5EF4-FFF2-40B4-BE49-F238E27FC236}">
                      <a16:creationId xmlns:a16="http://schemas.microsoft.com/office/drawing/2014/main" id="{2E73D2FC-F136-24D0-0BE9-917D5DBA19AB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958" name="Oval 1957">
                    <a:extLst>
                      <a:ext uri="{FF2B5EF4-FFF2-40B4-BE49-F238E27FC236}">
                        <a16:creationId xmlns:a16="http://schemas.microsoft.com/office/drawing/2014/main" id="{8EAFFD8D-0BE2-220F-F90C-2F216316818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959" name="Group 1958">
                    <a:extLst>
                      <a:ext uri="{FF2B5EF4-FFF2-40B4-BE49-F238E27FC236}">
                        <a16:creationId xmlns:a16="http://schemas.microsoft.com/office/drawing/2014/main" id="{E44643BF-215A-3ECE-6379-71247179E1E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960" name="Oval 1959">
                      <a:extLst>
                        <a:ext uri="{FF2B5EF4-FFF2-40B4-BE49-F238E27FC236}">
                          <a16:creationId xmlns:a16="http://schemas.microsoft.com/office/drawing/2014/main" id="{AFDEFC37-7E0F-7BDA-9D41-23B88BC6EE5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61" name="Oval 1960">
                      <a:extLst>
                        <a:ext uri="{FF2B5EF4-FFF2-40B4-BE49-F238E27FC236}">
                          <a16:creationId xmlns:a16="http://schemas.microsoft.com/office/drawing/2014/main" id="{B2744607-7350-93EF-41B8-F92BDB12D22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62" name="Oval 1961">
                      <a:extLst>
                        <a:ext uri="{FF2B5EF4-FFF2-40B4-BE49-F238E27FC236}">
                          <a16:creationId xmlns:a16="http://schemas.microsoft.com/office/drawing/2014/main" id="{742B4B58-2D63-5D69-2D9C-58D3DCE7E11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63" name="Oval 1962">
                      <a:extLst>
                        <a:ext uri="{FF2B5EF4-FFF2-40B4-BE49-F238E27FC236}">
                          <a16:creationId xmlns:a16="http://schemas.microsoft.com/office/drawing/2014/main" id="{610B369E-BD1A-A675-6AF3-750A1FB434E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64" name="Arc 1963">
                      <a:extLst>
                        <a:ext uri="{FF2B5EF4-FFF2-40B4-BE49-F238E27FC236}">
                          <a16:creationId xmlns:a16="http://schemas.microsoft.com/office/drawing/2014/main" id="{B89A9E67-DD68-73EE-C10F-3930D915B2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65" name="Oval 1964">
                      <a:extLst>
                        <a:ext uri="{FF2B5EF4-FFF2-40B4-BE49-F238E27FC236}">
                          <a16:creationId xmlns:a16="http://schemas.microsoft.com/office/drawing/2014/main" id="{9FFBEE6E-92C1-CAA2-4B85-D32198E0239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66" name="Arc 1965">
                      <a:extLst>
                        <a:ext uri="{FF2B5EF4-FFF2-40B4-BE49-F238E27FC236}">
                          <a16:creationId xmlns:a16="http://schemas.microsoft.com/office/drawing/2014/main" id="{D10EA0A5-8214-DADF-9CF6-C5FD54E594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67" name="Arc 1966">
                      <a:extLst>
                        <a:ext uri="{FF2B5EF4-FFF2-40B4-BE49-F238E27FC236}">
                          <a16:creationId xmlns:a16="http://schemas.microsoft.com/office/drawing/2014/main" id="{209F4FE9-25DD-43B6-DCFF-D8820F2B753F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945" name="Group 1944">
                  <a:extLst>
                    <a:ext uri="{FF2B5EF4-FFF2-40B4-BE49-F238E27FC236}">
                      <a16:creationId xmlns:a16="http://schemas.microsoft.com/office/drawing/2014/main" id="{16E50F19-6C56-0428-25F9-4CF2B92C94A7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948" name="Oval 1947">
                    <a:extLst>
                      <a:ext uri="{FF2B5EF4-FFF2-40B4-BE49-F238E27FC236}">
                        <a16:creationId xmlns:a16="http://schemas.microsoft.com/office/drawing/2014/main" id="{B100D052-E959-F72C-9125-DC9E0D2A2F5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949" name="Group 1948">
                    <a:extLst>
                      <a:ext uri="{FF2B5EF4-FFF2-40B4-BE49-F238E27FC236}">
                        <a16:creationId xmlns:a16="http://schemas.microsoft.com/office/drawing/2014/main" id="{442D23DD-4ADA-04A5-C167-ACD23DB13DA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950" name="Oval 1949">
                      <a:extLst>
                        <a:ext uri="{FF2B5EF4-FFF2-40B4-BE49-F238E27FC236}">
                          <a16:creationId xmlns:a16="http://schemas.microsoft.com/office/drawing/2014/main" id="{D1725862-8EE8-9C0B-D9F4-013C79D7ACB4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51" name="Oval 1950">
                      <a:extLst>
                        <a:ext uri="{FF2B5EF4-FFF2-40B4-BE49-F238E27FC236}">
                          <a16:creationId xmlns:a16="http://schemas.microsoft.com/office/drawing/2014/main" id="{1CA64253-D47B-3E01-89C3-B5B12DCD5DB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52" name="Oval 1951">
                      <a:extLst>
                        <a:ext uri="{FF2B5EF4-FFF2-40B4-BE49-F238E27FC236}">
                          <a16:creationId xmlns:a16="http://schemas.microsoft.com/office/drawing/2014/main" id="{69827CD7-ED2B-79C1-DCD4-B44DA94A336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53" name="Oval 1952">
                      <a:extLst>
                        <a:ext uri="{FF2B5EF4-FFF2-40B4-BE49-F238E27FC236}">
                          <a16:creationId xmlns:a16="http://schemas.microsoft.com/office/drawing/2014/main" id="{D3A2DE39-244B-B59C-1C91-D71CA3FD773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54" name="Arc 1953">
                      <a:extLst>
                        <a:ext uri="{FF2B5EF4-FFF2-40B4-BE49-F238E27FC236}">
                          <a16:creationId xmlns:a16="http://schemas.microsoft.com/office/drawing/2014/main" id="{DF8E0796-1893-ED0C-45CF-BDC4105767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55" name="Oval 1954">
                      <a:extLst>
                        <a:ext uri="{FF2B5EF4-FFF2-40B4-BE49-F238E27FC236}">
                          <a16:creationId xmlns:a16="http://schemas.microsoft.com/office/drawing/2014/main" id="{4E3F1327-0C72-B7D0-A4B4-538D85C9D151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56" name="Arc 1955">
                      <a:extLst>
                        <a:ext uri="{FF2B5EF4-FFF2-40B4-BE49-F238E27FC236}">
                          <a16:creationId xmlns:a16="http://schemas.microsoft.com/office/drawing/2014/main" id="{BCFC2CD0-E7E6-4A4C-B14C-D0DB45B182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57" name="Arc 1956">
                      <a:extLst>
                        <a:ext uri="{FF2B5EF4-FFF2-40B4-BE49-F238E27FC236}">
                          <a16:creationId xmlns:a16="http://schemas.microsoft.com/office/drawing/2014/main" id="{B3721AB9-D971-9FD0-2C84-8DF551B3D521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946" name="Straight Connector 1945">
                  <a:extLst>
                    <a:ext uri="{FF2B5EF4-FFF2-40B4-BE49-F238E27FC236}">
                      <a16:creationId xmlns:a16="http://schemas.microsoft.com/office/drawing/2014/main" id="{459D3AB2-D58B-9F29-66AC-6833CC8D2FF6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7" name="Straight Connector 1946">
                  <a:extLst>
                    <a:ext uri="{FF2B5EF4-FFF2-40B4-BE49-F238E27FC236}">
                      <a16:creationId xmlns:a16="http://schemas.microsoft.com/office/drawing/2014/main" id="{B3FBBECA-4F3C-2B60-DA82-04C6C76360E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0" name="Group 1909">
                <a:extLst>
                  <a:ext uri="{FF2B5EF4-FFF2-40B4-BE49-F238E27FC236}">
                    <a16:creationId xmlns:a16="http://schemas.microsoft.com/office/drawing/2014/main" id="{C2D1CAE2-6BE9-A3F2-590B-EA5692CAC67F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920" name="Group 1919">
                  <a:extLst>
                    <a:ext uri="{FF2B5EF4-FFF2-40B4-BE49-F238E27FC236}">
                      <a16:creationId xmlns:a16="http://schemas.microsoft.com/office/drawing/2014/main" id="{2290D1D4-6B0B-99CA-22B5-F12F59E4E9E6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934" name="Oval 1933">
                    <a:extLst>
                      <a:ext uri="{FF2B5EF4-FFF2-40B4-BE49-F238E27FC236}">
                        <a16:creationId xmlns:a16="http://schemas.microsoft.com/office/drawing/2014/main" id="{FD95DB81-2CBC-4C33-1FB5-78B86442D8A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935" name="Group 1934">
                    <a:extLst>
                      <a:ext uri="{FF2B5EF4-FFF2-40B4-BE49-F238E27FC236}">
                        <a16:creationId xmlns:a16="http://schemas.microsoft.com/office/drawing/2014/main" id="{AB903E4A-5878-CC58-691C-040284F6E43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936" name="Oval 1935">
                      <a:extLst>
                        <a:ext uri="{FF2B5EF4-FFF2-40B4-BE49-F238E27FC236}">
                          <a16:creationId xmlns:a16="http://schemas.microsoft.com/office/drawing/2014/main" id="{0E084A23-9B2B-5C87-2443-38D808F77BC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37" name="Oval 1936">
                      <a:extLst>
                        <a:ext uri="{FF2B5EF4-FFF2-40B4-BE49-F238E27FC236}">
                          <a16:creationId xmlns:a16="http://schemas.microsoft.com/office/drawing/2014/main" id="{83890B2C-E3F2-0DB3-560F-1301CD53C208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38" name="Oval 1937">
                      <a:extLst>
                        <a:ext uri="{FF2B5EF4-FFF2-40B4-BE49-F238E27FC236}">
                          <a16:creationId xmlns:a16="http://schemas.microsoft.com/office/drawing/2014/main" id="{A00BDDD4-D334-366A-8188-21A295D8C43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39" name="Oval 1938">
                      <a:extLst>
                        <a:ext uri="{FF2B5EF4-FFF2-40B4-BE49-F238E27FC236}">
                          <a16:creationId xmlns:a16="http://schemas.microsoft.com/office/drawing/2014/main" id="{8732B8C6-CBB1-73AD-0F1E-FF1BE612E53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40" name="Arc 1939">
                      <a:extLst>
                        <a:ext uri="{FF2B5EF4-FFF2-40B4-BE49-F238E27FC236}">
                          <a16:creationId xmlns:a16="http://schemas.microsoft.com/office/drawing/2014/main" id="{A02DD5B2-980A-FD29-6009-35669EEA91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41" name="Oval 1940">
                      <a:extLst>
                        <a:ext uri="{FF2B5EF4-FFF2-40B4-BE49-F238E27FC236}">
                          <a16:creationId xmlns:a16="http://schemas.microsoft.com/office/drawing/2014/main" id="{369AA96C-C484-20E9-221F-DB09C2524B9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42" name="Arc 1941">
                      <a:extLst>
                        <a:ext uri="{FF2B5EF4-FFF2-40B4-BE49-F238E27FC236}">
                          <a16:creationId xmlns:a16="http://schemas.microsoft.com/office/drawing/2014/main" id="{E5834F11-ECB1-B2F8-E049-B598F725FE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43" name="Arc 1942">
                      <a:extLst>
                        <a:ext uri="{FF2B5EF4-FFF2-40B4-BE49-F238E27FC236}">
                          <a16:creationId xmlns:a16="http://schemas.microsoft.com/office/drawing/2014/main" id="{4A86C76C-E8D2-C8FE-3056-9A2185824A51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921" name="Group 1920">
                  <a:extLst>
                    <a:ext uri="{FF2B5EF4-FFF2-40B4-BE49-F238E27FC236}">
                      <a16:creationId xmlns:a16="http://schemas.microsoft.com/office/drawing/2014/main" id="{9D2085C4-C72E-2ED5-B32E-8D7CFA5B2330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924" name="Oval 1923">
                    <a:extLst>
                      <a:ext uri="{FF2B5EF4-FFF2-40B4-BE49-F238E27FC236}">
                        <a16:creationId xmlns:a16="http://schemas.microsoft.com/office/drawing/2014/main" id="{B0DE516E-8C08-80B6-1498-5A67B25A57F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925" name="Group 1924">
                    <a:extLst>
                      <a:ext uri="{FF2B5EF4-FFF2-40B4-BE49-F238E27FC236}">
                        <a16:creationId xmlns:a16="http://schemas.microsoft.com/office/drawing/2014/main" id="{1C0EAE3E-E936-5640-6A54-CD151F93D1D8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926" name="Oval 1925">
                      <a:extLst>
                        <a:ext uri="{FF2B5EF4-FFF2-40B4-BE49-F238E27FC236}">
                          <a16:creationId xmlns:a16="http://schemas.microsoft.com/office/drawing/2014/main" id="{0C0B06A1-6848-E403-4ACA-0E40C6CBF6F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27" name="Oval 1926">
                      <a:extLst>
                        <a:ext uri="{FF2B5EF4-FFF2-40B4-BE49-F238E27FC236}">
                          <a16:creationId xmlns:a16="http://schemas.microsoft.com/office/drawing/2014/main" id="{10E51459-6D8A-CD77-F38D-71EA93D75AE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28" name="Oval 1927">
                      <a:extLst>
                        <a:ext uri="{FF2B5EF4-FFF2-40B4-BE49-F238E27FC236}">
                          <a16:creationId xmlns:a16="http://schemas.microsoft.com/office/drawing/2014/main" id="{B34B45E6-0FF1-2B65-6514-C3E95FDF3B0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29" name="Oval 1928">
                      <a:extLst>
                        <a:ext uri="{FF2B5EF4-FFF2-40B4-BE49-F238E27FC236}">
                          <a16:creationId xmlns:a16="http://schemas.microsoft.com/office/drawing/2014/main" id="{D9F2ABAB-A140-BB8D-4F16-24A93B3A677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30" name="Arc 1929">
                      <a:extLst>
                        <a:ext uri="{FF2B5EF4-FFF2-40B4-BE49-F238E27FC236}">
                          <a16:creationId xmlns:a16="http://schemas.microsoft.com/office/drawing/2014/main" id="{5F1570BA-FEF6-5A3E-0D38-517C359FEB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31" name="Oval 1930">
                      <a:extLst>
                        <a:ext uri="{FF2B5EF4-FFF2-40B4-BE49-F238E27FC236}">
                          <a16:creationId xmlns:a16="http://schemas.microsoft.com/office/drawing/2014/main" id="{AD4E030F-4DFB-0673-8D26-EA8DC69B41B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32" name="Arc 1931">
                      <a:extLst>
                        <a:ext uri="{FF2B5EF4-FFF2-40B4-BE49-F238E27FC236}">
                          <a16:creationId xmlns:a16="http://schemas.microsoft.com/office/drawing/2014/main" id="{77E3B7E9-53C0-E489-E779-EAEEA6D7DA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33" name="Arc 1932">
                      <a:extLst>
                        <a:ext uri="{FF2B5EF4-FFF2-40B4-BE49-F238E27FC236}">
                          <a16:creationId xmlns:a16="http://schemas.microsoft.com/office/drawing/2014/main" id="{88415BDA-219A-4CF3-A119-8C36458F69F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922" name="Straight Connector 1921">
                  <a:extLst>
                    <a:ext uri="{FF2B5EF4-FFF2-40B4-BE49-F238E27FC236}">
                      <a16:creationId xmlns:a16="http://schemas.microsoft.com/office/drawing/2014/main" id="{BB5572E3-77FB-5540-6306-609B9E1C545A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3" name="Straight Connector 1922">
                  <a:extLst>
                    <a:ext uri="{FF2B5EF4-FFF2-40B4-BE49-F238E27FC236}">
                      <a16:creationId xmlns:a16="http://schemas.microsoft.com/office/drawing/2014/main" id="{2CA70F56-E315-277E-B3BD-D9BB0093AD1E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1" name="Group 1910">
                <a:extLst>
                  <a:ext uri="{FF2B5EF4-FFF2-40B4-BE49-F238E27FC236}">
                    <a16:creationId xmlns:a16="http://schemas.microsoft.com/office/drawing/2014/main" id="{970478F1-A41F-1F4A-12AF-AD11656CC861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912" name="Moon 1911">
                  <a:extLst>
                    <a:ext uri="{FF2B5EF4-FFF2-40B4-BE49-F238E27FC236}">
                      <a16:creationId xmlns:a16="http://schemas.microsoft.com/office/drawing/2014/main" id="{405EA86F-0ACC-A5C8-2848-3D5FB997C8F8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3" name="Oval 1912">
                  <a:extLst>
                    <a:ext uri="{FF2B5EF4-FFF2-40B4-BE49-F238E27FC236}">
                      <a16:creationId xmlns:a16="http://schemas.microsoft.com/office/drawing/2014/main" id="{8D32DD0E-DCFF-4102-0A57-AF867621236C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4" name="Oval 1913">
                  <a:extLst>
                    <a:ext uri="{FF2B5EF4-FFF2-40B4-BE49-F238E27FC236}">
                      <a16:creationId xmlns:a16="http://schemas.microsoft.com/office/drawing/2014/main" id="{C06AD66A-FE67-1837-1F60-74603741E739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5" name="Oval 1914">
                  <a:extLst>
                    <a:ext uri="{FF2B5EF4-FFF2-40B4-BE49-F238E27FC236}">
                      <a16:creationId xmlns:a16="http://schemas.microsoft.com/office/drawing/2014/main" id="{6973651A-B476-E5C5-3B76-B3BAB67BF7B5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6" name="Oval 1915">
                  <a:extLst>
                    <a:ext uri="{FF2B5EF4-FFF2-40B4-BE49-F238E27FC236}">
                      <a16:creationId xmlns:a16="http://schemas.microsoft.com/office/drawing/2014/main" id="{4EE3DE74-2D8E-BBCF-2122-AC875E8D031F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7" name="Oval 1916">
                  <a:extLst>
                    <a:ext uri="{FF2B5EF4-FFF2-40B4-BE49-F238E27FC236}">
                      <a16:creationId xmlns:a16="http://schemas.microsoft.com/office/drawing/2014/main" id="{0E0559BE-208D-B63E-B25C-50AD0CD54082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8" name="Oval 1917">
                  <a:extLst>
                    <a:ext uri="{FF2B5EF4-FFF2-40B4-BE49-F238E27FC236}">
                      <a16:creationId xmlns:a16="http://schemas.microsoft.com/office/drawing/2014/main" id="{000668BE-A778-9E5A-B44D-2B3373403A8C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9" name="Oval 1918">
                  <a:extLst>
                    <a:ext uri="{FF2B5EF4-FFF2-40B4-BE49-F238E27FC236}">
                      <a16:creationId xmlns:a16="http://schemas.microsoft.com/office/drawing/2014/main" id="{69C87B66-730D-E865-EB69-234B6083DE58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68" name="Group 1967">
              <a:extLst>
                <a:ext uri="{FF2B5EF4-FFF2-40B4-BE49-F238E27FC236}">
                  <a16:creationId xmlns:a16="http://schemas.microsoft.com/office/drawing/2014/main" id="{AB54144E-9665-8CF0-A5F7-3B6D18F47468}"/>
                </a:ext>
              </a:extLst>
            </p:cNvPr>
            <p:cNvGrpSpPr/>
            <p:nvPr/>
          </p:nvGrpSpPr>
          <p:grpSpPr>
            <a:xfrm rot="6571890" flipH="1" flipV="1">
              <a:off x="9731869" y="4026438"/>
              <a:ext cx="144704" cy="348791"/>
              <a:chOff x="8901293" y="933753"/>
              <a:chExt cx="2135899" cy="5148330"/>
            </a:xfrm>
            <a:solidFill>
              <a:srgbClr val="0432FF"/>
            </a:solidFill>
          </p:grpSpPr>
          <p:grpSp>
            <p:nvGrpSpPr>
              <p:cNvPr id="1969" name="Group 1968">
                <a:extLst>
                  <a:ext uri="{FF2B5EF4-FFF2-40B4-BE49-F238E27FC236}">
                    <a16:creationId xmlns:a16="http://schemas.microsoft.com/office/drawing/2014/main" id="{9EA3EEDF-5D50-C285-29F3-7FC9F2184C4A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2004" name="Group 2003">
                  <a:extLst>
                    <a:ext uri="{FF2B5EF4-FFF2-40B4-BE49-F238E27FC236}">
                      <a16:creationId xmlns:a16="http://schemas.microsoft.com/office/drawing/2014/main" id="{D7997B65-DCAC-6E79-135C-8DE644C3D898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018" name="Oval 2017">
                    <a:extLst>
                      <a:ext uri="{FF2B5EF4-FFF2-40B4-BE49-F238E27FC236}">
                        <a16:creationId xmlns:a16="http://schemas.microsoft.com/office/drawing/2014/main" id="{8D32E5E9-929E-E70B-F4C4-2505675B164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019" name="Group 2018">
                    <a:extLst>
                      <a:ext uri="{FF2B5EF4-FFF2-40B4-BE49-F238E27FC236}">
                        <a16:creationId xmlns:a16="http://schemas.microsoft.com/office/drawing/2014/main" id="{14C08906-ED1C-BFDF-42D9-ECC7FE2BBB5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020" name="Oval 2019">
                      <a:extLst>
                        <a:ext uri="{FF2B5EF4-FFF2-40B4-BE49-F238E27FC236}">
                          <a16:creationId xmlns:a16="http://schemas.microsoft.com/office/drawing/2014/main" id="{A1D70728-5D6B-5AD6-88CD-8A745449C811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21" name="Oval 2020">
                      <a:extLst>
                        <a:ext uri="{FF2B5EF4-FFF2-40B4-BE49-F238E27FC236}">
                          <a16:creationId xmlns:a16="http://schemas.microsoft.com/office/drawing/2014/main" id="{FE37425E-7F34-77E1-D88B-63DD4B7AD55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22" name="Oval 2021">
                      <a:extLst>
                        <a:ext uri="{FF2B5EF4-FFF2-40B4-BE49-F238E27FC236}">
                          <a16:creationId xmlns:a16="http://schemas.microsoft.com/office/drawing/2014/main" id="{FFCD353C-3D04-1657-3283-A4466B54C6E9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23" name="Oval 2022">
                      <a:extLst>
                        <a:ext uri="{FF2B5EF4-FFF2-40B4-BE49-F238E27FC236}">
                          <a16:creationId xmlns:a16="http://schemas.microsoft.com/office/drawing/2014/main" id="{F215DFCD-9F4D-4610-6CC2-FD8DCEE6862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24" name="Arc 2023">
                      <a:extLst>
                        <a:ext uri="{FF2B5EF4-FFF2-40B4-BE49-F238E27FC236}">
                          <a16:creationId xmlns:a16="http://schemas.microsoft.com/office/drawing/2014/main" id="{7EDD8690-E423-F515-C15E-A6C41965F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25" name="Oval 2024">
                      <a:extLst>
                        <a:ext uri="{FF2B5EF4-FFF2-40B4-BE49-F238E27FC236}">
                          <a16:creationId xmlns:a16="http://schemas.microsoft.com/office/drawing/2014/main" id="{41870D36-BED9-2288-A0B3-529EF2A7D98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26" name="Arc 2025">
                      <a:extLst>
                        <a:ext uri="{FF2B5EF4-FFF2-40B4-BE49-F238E27FC236}">
                          <a16:creationId xmlns:a16="http://schemas.microsoft.com/office/drawing/2014/main" id="{DA76EB0D-08E0-B5EC-1BDD-870DCB79AF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27" name="Arc 2026">
                      <a:extLst>
                        <a:ext uri="{FF2B5EF4-FFF2-40B4-BE49-F238E27FC236}">
                          <a16:creationId xmlns:a16="http://schemas.microsoft.com/office/drawing/2014/main" id="{7915D33E-728A-622D-8F10-C4439F44649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005" name="Group 2004">
                  <a:extLst>
                    <a:ext uri="{FF2B5EF4-FFF2-40B4-BE49-F238E27FC236}">
                      <a16:creationId xmlns:a16="http://schemas.microsoft.com/office/drawing/2014/main" id="{8DE14012-F1F2-8E19-6A7E-2465AF9AED98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008" name="Oval 2007">
                    <a:extLst>
                      <a:ext uri="{FF2B5EF4-FFF2-40B4-BE49-F238E27FC236}">
                        <a16:creationId xmlns:a16="http://schemas.microsoft.com/office/drawing/2014/main" id="{04565A76-B3B2-1ACC-8F99-BF7CC0FEFCF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009" name="Group 2008">
                    <a:extLst>
                      <a:ext uri="{FF2B5EF4-FFF2-40B4-BE49-F238E27FC236}">
                        <a16:creationId xmlns:a16="http://schemas.microsoft.com/office/drawing/2014/main" id="{B2DCD48C-075E-1EAF-D1A3-E6205A6780D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010" name="Oval 2009">
                      <a:extLst>
                        <a:ext uri="{FF2B5EF4-FFF2-40B4-BE49-F238E27FC236}">
                          <a16:creationId xmlns:a16="http://schemas.microsoft.com/office/drawing/2014/main" id="{51EFC894-E97D-202D-5CF2-469D5BEF6E7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11" name="Oval 2010">
                      <a:extLst>
                        <a:ext uri="{FF2B5EF4-FFF2-40B4-BE49-F238E27FC236}">
                          <a16:creationId xmlns:a16="http://schemas.microsoft.com/office/drawing/2014/main" id="{6F50F217-D6F5-E27D-9366-9858E17C4B2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12" name="Oval 2011">
                      <a:extLst>
                        <a:ext uri="{FF2B5EF4-FFF2-40B4-BE49-F238E27FC236}">
                          <a16:creationId xmlns:a16="http://schemas.microsoft.com/office/drawing/2014/main" id="{86558671-9334-2D1C-821C-611373CCBBB6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13" name="Oval 2012">
                      <a:extLst>
                        <a:ext uri="{FF2B5EF4-FFF2-40B4-BE49-F238E27FC236}">
                          <a16:creationId xmlns:a16="http://schemas.microsoft.com/office/drawing/2014/main" id="{110ADD66-4F92-24BB-A72D-3EC9689E883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14" name="Arc 2013">
                      <a:extLst>
                        <a:ext uri="{FF2B5EF4-FFF2-40B4-BE49-F238E27FC236}">
                          <a16:creationId xmlns:a16="http://schemas.microsoft.com/office/drawing/2014/main" id="{4314F957-8E7D-0773-68A6-DFC8FD3764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15" name="Oval 2014">
                      <a:extLst>
                        <a:ext uri="{FF2B5EF4-FFF2-40B4-BE49-F238E27FC236}">
                          <a16:creationId xmlns:a16="http://schemas.microsoft.com/office/drawing/2014/main" id="{E1FF3F97-A65E-B584-A18B-84EE0CBD152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16" name="Arc 2015">
                      <a:extLst>
                        <a:ext uri="{FF2B5EF4-FFF2-40B4-BE49-F238E27FC236}">
                          <a16:creationId xmlns:a16="http://schemas.microsoft.com/office/drawing/2014/main" id="{1D6782A9-B989-4C3F-1E77-566679A4A0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17" name="Arc 2016">
                      <a:extLst>
                        <a:ext uri="{FF2B5EF4-FFF2-40B4-BE49-F238E27FC236}">
                          <a16:creationId xmlns:a16="http://schemas.microsoft.com/office/drawing/2014/main" id="{9CBCE7B9-A1C0-8827-606C-D613E6C567D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2006" name="Straight Connector 2005">
                  <a:extLst>
                    <a:ext uri="{FF2B5EF4-FFF2-40B4-BE49-F238E27FC236}">
                      <a16:creationId xmlns:a16="http://schemas.microsoft.com/office/drawing/2014/main" id="{ED73352C-3520-72D6-6357-C5DA7E57BE63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7" name="Straight Connector 2006">
                  <a:extLst>
                    <a:ext uri="{FF2B5EF4-FFF2-40B4-BE49-F238E27FC236}">
                      <a16:creationId xmlns:a16="http://schemas.microsoft.com/office/drawing/2014/main" id="{E723D9AD-37DE-1455-B6E4-38DE2C0DD166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0" name="Group 1969">
                <a:extLst>
                  <a:ext uri="{FF2B5EF4-FFF2-40B4-BE49-F238E27FC236}">
                    <a16:creationId xmlns:a16="http://schemas.microsoft.com/office/drawing/2014/main" id="{5A086BE1-E1A8-3157-CC15-7130F5C89983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980" name="Group 1979">
                  <a:extLst>
                    <a:ext uri="{FF2B5EF4-FFF2-40B4-BE49-F238E27FC236}">
                      <a16:creationId xmlns:a16="http://schemas.microsoft.com/office/drawing/2014/main" id="{3CE45882-9481-12A6-C372-867E2699C9A1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994" name="Oval 1993">
                    <a:extLst>
                      <a:ext uri="{FF2B5EF4-FFF2-40B4-BE49-F238E27FC236}">
                        <a16:creationId xmlns:a16="http://schemas.microsoft.com/office/drawing/2014/main" id="{D93BFEC6-9884-DB2B-6B79-0EFD4B9EF27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995" name="Group 1994">
                    <a:extLst>
                      <a:ext uri="{FF2B5EF4-FFF2-40B4-BE49-F238E27FC236}">
                        <a16:creationId xmlns:a16="http://schemas.microsoft.com/office/drawing/2014/main" id="{07413327-69D2-6177-E692-EC55A3C6D69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996" name="Oval 1995">
                      <a:extLst>
                        <a:ext uri="{FF2B5EF4-FFF2-40B4-BE49-F238E27FC236}">
                          <a16:creationId xmlns:a16="http://schemas.microsoft.com/office/drawing/2014/main" id="{81051234-5E05-813E-2464-904E1ACA4B0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97" name="Oval 1996">
                      <a:extLst>
                        <a:ext uri="{FF2B5EF4-FFF2-40B4-BE49-F238E27FC236}">
                          <a16:creationId xmlns:a16="http://schemas.microsoft.com/office/drawing/2014/main" id="{4AE23687-9FDE-2B3B-F006-DEE4CDF35DB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98" name="Oval 1997">
                      <a:extLst>
                        <a:ext uri="{FF2B5EF4-FFF2-40B4-BE49-F238E27FC236}">
                          <a16:creationId xmlns:a16="http://schemas.microsoft.com/office/drawing/2014/main" id="{87B52ED4-BD07-C9A9-1A41-F478A8126D7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99" name="Oval 1998">
                      <a:extLst>
                        <a:ext uri="{FF2B5EF4-FFF2-40B4-BE49-F238E27FC236}">
                          <a16:creationId xmlns:a16="http://schemas.microsoft.com/office/drawing/2014/main" id="{C460708B-BB9C-B77A-8A9D-5146AA4C5A1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00" name="Arc 1999">
                      <a:extLst>
                        <a:ext uri="{FF2B5EF4-FFF2-40B4-BE49-F238E27FC236}">
                          <a16:creationId xmlns:a16="http://schemas.microsoft.com/office/drawing/2014/main" id="{ECAF03E9-036B-ACDE-97F0-B68A4E090C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01" name="Oval 2000">
                      <a:extLst>
                        <a:ext uri="{FF2B5EF4-FFF2-40B4-BE49-F238E27FC236}">
                          <a16:creationId xmlns:a16="http://schemas.microsoft.com/office/drawing/2014/main" id="{87F871F2-98CA-5957-935D-9AA9AB2FBCC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02" name="Arc 2001">
                      <a:extLst>
                        <a:ext uri="{FF2B5EF4-FFF2-40B4-BE49-F238E27FC236}">
                          <a16:creationId xmlns:a16="http://schemas.microsoft.com/office/drawing/2014/main" id="{CB9DDFDC-66AC-BA17-E2BF-D41034B266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03" name="Arc 2002">
                      <a:extLst>
                        <a:ext uri="{FF2B5EF4-FFF2-40B4-BE49-F238E27FC236}">
                          <a16:creationId xmlns:a16="http://schemas.microsoft.com/office/drawing/2014/main" id="{23593FC3-9C32-CB43-DD46-1EC7FA99776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981" name="Group 1980">
                  <a:extLst>
                    <a:ext uri="{FF2B5EF4-FFF2-40B4-BE49-F238E27FC236}">
                      <a16:creationId xmlns:a16="http://schemas.microsoft.com/office/drawing/2014/main" id="{3843FF29-8B21-E40F-E0EB-039E2157F745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984" name="Oval 1983">
                    <a:extLst>
                      <a:ext uri="{FF2B5EF4-FFF2-40B4-BE49-F238E27FC236}">
                        <a16:creationId xmlns:a16="http://schemas.microsoft.com/office/drawing/2014/main" id="{7E3F357C-22ED-35E3-CC09-EAAA8134ADB7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985" name="Group 1984">
                    <a:extLst>
                      <a:ext uri="{FF2B5EF4-FFF2-40B4-BE49-F238E27FC236}">
                        <a16:creationId xmlns:a16="http://schemas.microsoft.com/office/drawing/2014/main" id="{FC3DD40A-6698-04E7-EDE7-D34F9422410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986" name="Oval 1985">
                      <a:extLst>
                        <a:ext uri="{FF2B5EF4-FFF2-40B4-BE49-F238E27FC236}">
                          <a16:creationId xmlns:a16="http://schemas.microsoft.com/office/drawing/2014/main" id="{C7BED4A2-3F79-7633-FF5E-544787201C2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87" name="Oval 1986">
                      <a:extLst>
                        <a:ext uri="{FF2B5EF4-FFF2-40B4-BE49-F238E27FC236}">
                          <a16:creationId xmlns:a16="http://schemas.microsoft.com/office/drawing/2014/main" id="{DE9CF213-0A73-DEFA-3213-3AD154FA792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88" name="Oval 1987">
                      <a:extLst>
                        <a:ext uri="{FF2B5EF4-FFF2-40B4-BE49-F238E27FC236}">
                          <a16:creationId xmlns:a16="http://schemas.microsoft.com/office/drawing/2014/main" id="{3C81388B-9922-8A9B-F596-18D469A034D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89" name="Oval 1988">
                      <a:extLst>
                        <a:ext uri="{FF2B5EF4-FFF2-40B4-BE49-F238E27FC236}">
                          <a16:creationId xmlns:a16="http://schemas.microsoft.com/office/drawing/2014/main" id="{65E9FE46-D687-E165-BAA5-CD55E2F3D141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90" name="Arc 1989">
                      <a:extLst>
                        <a:ext uri="{FF2B5EF4-FFF2-40B4-BE49-F238E27FC236}">
                          <a16:creationId xmlns:a16="http://schemas.microsoft.com/office/drawing/2014/main" id="{DA673ECF-D259-56BA-2DE0-6482B26D7C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91" name="Oval 1990">
                      <a:extLst>
                        <a:ext uri="{FF2B5EF4-FFF2-40B4-BE49-F238E27FC236}">
                          <a16:creationId xmlns:a16="http://schemas.microsoft.com/office/drawing/2014/main" id="{D7560A16-0670-4754-199C-5B7A06C69CE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92" name="Arc 1991">
                      <a:extLst>
                        <a:ext uri="{FF2B5EF4-FFF2-40B4-BE49-F238E27FC236}">
                          <a16:creationId xmlns:a16="http://schemas.microsoft.com/office/drawing/2014/main" id="{8DC91046-9C42-7687-E4D5-9A57369038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93" name="Arc 1992">
                      <a:extLst>
                        <a:ext uri="{FF2B5EF4-FFF2-40B4-BE49-F238E27FC236}">
                          <a16:creationId xmlns:a16="http://schemas.microsoft.com/office/drawing/2014/main" id="{B9D4DBE4-3CF6-9DC5-7499-B7869877E7F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982" name="Straight Connector 1981">
                  <a:extLst>
                    <a:ext uri="{FF2B5EF4-FFF2-40B4-BE49-F238E27FC236}">
                      <a16:creationId xmlns:a16="http://schemas.microsoft.com/office/drawing/2014/main" id="{C3D6EE3A-0686-3D2C-FBF3-005895920FF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3" name="Straight Connector 1982">
                  <a:extLst>
                    <a:ext uri="{FF2B5EF4-FFF2-40B4-BE49-F238E27FC236}">
                      <a16:creationId xmlns:a16="http://schemas.microsoft.com/office/drawing/2014/main" id="{B1BDE6B8-A0B3-75EA-E1C7-A4ED76C869C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1" name="Group 1970">
                <a:extLst>
                  <a:ext uri="{FF2B5EF4-FFF2-40B4-BE49-F238E27FC236}">
                    <a16:creationId xmlns:a16="http://schemas.microsoft.com/office/drawing/2014/main" id="{289F74C0-DEF5-1E4F-AE1E-3A44EE841BAF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972" name="Moon 1971">
                  <a:extLst>
                    <a:ext uri="{FF2B5EF4-FFF2-40B4-BE49-F238E27FC236}">
                      <a16:creationId xmlns:a16="http://schemas.microsoft.com/office/drawing/2014/main" id="{E9A39073-ACAA-92DF-13DC-0EB8CE7B5658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3" name="Oval 1972">
                  <a:extLst>
                    <a:ext uri="{FF2B5EF4-FFF2-40B4-BE49-F238E27FC236}">
                      <a16:creationId xmlns:a16="http://schemas.microsoft.com/office/drawing/2014/main" id="{F548C9C0-6ABA-B476-BA7B-BC396B893A91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4" name="Oval 1973">
                  <a:extLst>
                    <a:ext uri="{FF2B5EF4-FFF2-40B4-BE49-F238E27FC236}">
                      <a16:creationId xmlns:a16="http://schemas.microsoft.com/office/drawing/2014/main" id="{FF59ABBC-D509-AF2C-46ED-E9F672A70332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5" name="Oval 1974">
                  <a:extLst>
                    <a:ext uri="{FF2B5EF4-FFF2-40B4-BE49-F238E27FC236}">
                      <a16:creationId xmlns:a16="http://schemas.microsoft.com/office/drawing/2014/main" id="{026E390E-566E-DF10-A043-BDC26AE22089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6" name="Oval 1975">
                  <a:extLst>
                    <a:ext uri="{FF2B5EF4-FFF2-40B4-BE49-F238E27FC236}">
                      <a16:creationId xmlns:a16="http://schemas.microsoft.com/office/drawing/2014/main" id="{982D4EE9-7271-1A57-50BD-BD851673F7A2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7" name="Oval 1976">
                  <a:extLst>
                    <a:ext uri="{FF2B5EF4-FFF2-40B4-BE49-F238E27FC236}">
                      <a16:creationId xmlns:a16="http://schemas.microsoft.com/office/drawing/2014/main" id="{409EC39C-B938-4F85-9D97-780D5495CFD2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8" name="Oval 1977">
                  <a:extLst>
                    <a:ext uri="{FF2B5EF4-FFF2-40B4-BE49-F238E27FC236}">
                      <a16:creationId xmlns:a16="http://schemas.microsoft.com/office/drawing/2014/main" id="{F4555422-26AD-9D68-B1BE-877AC5B08EE4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9" name="Oval 1978">
                  <a:extLst>
                    <a:ext uri="{FF2B5EF4-FFF2-40B4-BE49-F238E27FC236}">
                      <a16:creationId xmlns:a16="http://schemas.microsoft.com/office/drawing/2014/main" id="{7C888574-9624-C8F5-5D95-5334EEDE3728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028" name="Group 2027">
              <a:extLst>
                <a:ext uri="{FF2B5EF4-FFF2-40B4-BE49-F238E27FC236}">
                  <a16:creationId xmlns:a16="http://schemas.microsoft.com/office/drawing/2014/main" id="{CA29663F-26DB-D13B-0742-C968267A51CC}"/>
                </a:ext>
              </a:extLst>
            </p:cNvPr>
            <p:cNvGrpSpPr/>
            <p:nvPr/>
          </p:nvGrpSpPr>
          <p:grpSpPr>
            <a:xfrm rot="7464527" flipH="1" flipV="1">
              <a:off x="9691247" y="5049004"/>
              <a:ext cx="144704" cy="348791"/>
              <a:chOff x="8901293" y="933753"/>
              <a:chExt cx="2135899" cy="5148330"/>
            </a:xfrm>
            <a:solidFill>
              <a:srgbClr val="00B100"/>
            </a:solidFill>
          </p:grpSpPr>
          <p:grpSp>
            <p:nvGrpSpPr>
              <p:cNvPr id="2029" name="Group 2028">
                <a:extLst>
                  <a:ext uri="{FF2B5EF4-FFF2-40B4-BE49-F238E27FC236}">
                    <a16:creationId xmlns:a16="http://schemas.microsoft.com/office/drawing/2014/main" id="{54CF52C9-8421-35B7-CEE8-6ADEE06169C5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2064" name="Group 2063">
                  <a:extLst>
                    <a:ext uri="{FF2B5EF4-FFF2-40B4-BE49-F238E27FC236}">
                      <a16:creationId xmlns:a16="http://schemas.microsoft.com/office/drawing/2014/main" id="{F52CAE21-FFA3-6816-CABA-7B793A17CBC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078" name="Oval 2077">
                    <a:extLst>
                      <a:ext uri="{FF2B5EF4-FFF2-40B4-BE49-F238E27FC236}">
                        <a16:creationId xmlns:a16="http://schemas.microsoft.com/office/drawing/2014/main" id="{0DE98423-EB19-FB84-F4A1-C947B1E2E12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079" name="Group 2078">
                    <a:extLst>
                      <a:ext uri="{FF2B5EF4-FFF2-40B4-BE49-F238E27FC236}">
                        <a16:creationId xmlns:a16="http://schemas.microsoft.com/office/drawing/2014/main" id="{EF87E352-5D1D-C9EF-0CFA-79A8B921D31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080" name="Oval 2079">
                      <a:extLst>
                        <a:ext uri="{FF2B5EF4-FFF2-40B4-BE49-F238E27FC236}">
                          <a16:creationId xmlns:a16="http://schemas.microsoft.com/office/drawing/2014/main" id="{1C518B82-C00B-912B-D397-0FA9D6D02AB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81" name="Oval 2080">
                      <a:extLst>
                        <a:ext uri="{FF2B5EF4-FFF2-40B4-BE49-F238E27FC236}">
                          <a16:creationId xmlns:a16="http://schemas.microsoft.com/office/drawing/2014/main" id="{991C9188-FCF5-2B22-B2D9-A3FB5F9ADE89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82" name="Oval 2081">
                      <a:extLst>
                        <a:ext uri="{FF2B5EF4-FFF2-40B4-BE49-F238E27FC236}">
                          <a16:creationId xmlns:a16="http://schemas.microsoft.com/office/drawing/2014/main" id="{C71335FC-D4BC-C645-222D-9C6E21A7813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83" name="Oval 2082">
                      <a:extLst>
                        <a:ext uri="{FF2B5EF4-FFF2-40B4-BE49-F238E27FC236}">
                          <a16:creationId xmlns:a16="http://schemas.microsoft.com/office/drawing/2014/main" id="{C18DEB94-2A0E-6C70-A233-C4A3C28B53D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84" name="Arc 2083">
                      <a:extLst>
                        <a:ext uri="{FF2B5EF4-FFF2-40B4-BE49-F238E27FC236}">
                          <a16:creationId xmlns:a16="http://schemas.microsoft.com/office/drawing/2014/main" id="{46D552AB-D850-74DE-042E-2442C9C338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85" name="Oval 2084">
                      <a:extLst>
                        <a:ext uri="{FF2B5EF4-FFF2-40B4-BE49-F238E27FC236}">
                          <a16:creationId xmlns:a16="http://schemas.microsoft.com/office/drawing/2014/main" id="{6759DB63-29A1-68D2-4111-69EEBC5D5F1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86" name="Arc 2085">
                      <a:extLst>
                        <a:ext uri="{FF2B5EF4-FFF2-40B4-BE49-F238E27FC236}">
                          <a16:creationId xmlns:a16="http://schemas.microsoft.com/office/drawing/2014/main" id="{82EE7E77-A300-3EB8-9EF5-8520A0BFEC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87" name="Arc 2086">
                      <a:extLst>
                        <a:ext uri="{FF2B5EF4-FFF2-40B4-BE49-F238E27FC236}">
                          <a16:creationId xmlns:a16="http://schemas.microsoft.com/office/drawing/2014/main" id="{3861EA9F-F770-3208-514E-39D2DE14F63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CD598B30-7799-EBB9-B301-E0BA6C54E24C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068" name="Oval 2067">
                    <a:extLst>
                      <a:ext uri="{FF2B5EF4-FFF2-40B4-BE49-F238E27FC236}">
                        <a16:creationId xmlns:a16="http://schemas.microsoft.com/office/drawing/2014/main" id="{FBA62DE8-0201-9496-98EE-F1287C2612F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069" name="Group 2068">
                    <a:extLst>
                      <a:ext uri="{FF2B5EF4-FFF2-40B4-BE49-F238E27FC236}">
                        <a16:creationId xmlns:a16="http://schemas.microsoft.com/office/drawing/2014/main" id="{EFC49EB3-01D4-83B7-E1AB-F56246005B9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070" name="Oval 2069">
                      <a:extLst>
                        <a:ext uri="{FF2B5EF4-FFF2-40B4-BE49-F238E27FC236}">
                          <a16:creationId xmlns:a16="http://schemas.microsoft.com/office/drawing/2014/main" id="{C1A34AA8-6A91-B8B8-831D-113D571C30F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71" name="Oval 2070">
                      <a:extLst>
                        <a:ext uri="{FF2B5EF4-FFF2-40B4-BE49-F238E27FC236}">
                          <a16:creationId xmlns:a16="http://schemas.microsoft.com/office/drawing/2014/main" id="{8CB20770-13A7-1CBF-8D77-2065310A07B8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72" name="Oval 2071">
                      <a:extLst>
                        <a:ext uri="{FF2B5EF4-FFF2-40B4-BE49-F238E27FC236}">
                          <a16:creationId xmlns:a16="http://schemas.microsoft.com/office/drawing/2014/main" id="{DF437C27-B6C5-A9CF-EB2A-C554C5A166E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73" name="Oval 2072">
                      <a:extLst>
                        <a:ext uri="{FF2B5EF4-FFF2-40B4-BE49-F238E27FC236}">
                          <a16:creationId xmlns:a16="http://schemas.microsoft.com/office/drawing/2014/main" id="{15B76AF1-A883-AF6C-DF78-73DD4B058C3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74" name="Arc 2073">
                      <a:extLst>
                        <a:ext uri="{FF2B5EF4-FFF2-40B4-BE49-F238E27FC236}">
                          <a16:creationId xmlns:a16="http://schemas.microsoft.com/office/drawing/2014/main" id="{C3B9ECA7-3D6F-8373-69A2-AEDC15669D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75" name="Oval 2074">
                      <a:extLst>
                        <a:ext uri="{FF2B5EF4-FFF2-40B4-BE49-F238E27FC236}">
                          <a16:creationId xmlns:a16="http://schemas.microsoft.com/office/drawing/2014/main" id="{5ACCE201-B7A5-B859-6C23-0C0D983B700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76" name="Arc 2075">
                      <a:extLst>
                        <a:ext uri="{FF2B5EF4-FFF2-40B4-BE49-F238E27FC236}">
                          <a16:creationId xmlns:a16="http://schemas.microsoft.com/office/drawing/2014/main" id="{CD08E09B-04CD-502D-FB12-B58200A33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77" name="Arc 2076">
                      <a:extLst>
                        <a:ext uri="{FF2B5EF4-FFF2-40B4-BE49-F238E27FC236}">
                          <a16:creationId xmlns:a16="http://schemas.microsoft.com/office/drawing/2014/main" id="{61A80C81-F5DC-E83A-2673-610187BEB6AF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2066" name="Straight Connector 2065">
                  <a:extLst>
                    <a:ext uri="{FF2B5EF4-FFF2-40B4-BE49-F238E27FC236}">
                      <a16:creationId xmlns:a16="http://schemas.microsoft.com/office/drawing/2014/main" id="{D6FAA364-1865-28CA-5F5E-5FC1D88E0222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7" name="Straight Connector 2066">
                  <a:extLst>
                    <a:ext uri="{FF2B5EF4-FFF2-40B4-BE49-F238E27FC236}">
                      <a16:creationId xmlns:a16="http://schemas.microsoft.com/office/drawing/2014/main" id="{79A784BB-3EB0-A8E4-23D0-3BE73BA7D1BB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0" name="Group 2029">
                <a:extLst>
                  <a:ext uri="{FF2B5EF4-FFF2-40B4-BE49-F238E27FC236}">
                    <a16:creationId xmlns:a16="http://schemas.microsoft.com/office/drawing/2014/main" id="{AAC158DB-51F2-CB95-CA23-CCF0C8BFB4B9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2040" name="Group 2039">
                  <a:extLst>
                    <a:ext uri="{FF2B5EF4-FFF2-40B4-BE49-F238E27FC236}">
                      <a16:creationId xmlns:a16="http://schemas.microsoft.com/office/drawing/2014/main" id="{90CBE570-C9BF-613B-97F2-BE2395D1F6E4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054" name="Oval 2053">
                    <a:extLst>
                      <a:ext uri="{FF2B5EF4-FFF2-40B4-BE49-F238E27FC236}">
                        <a16:creationId xmlns:a16="http://schemas.microsoft.com/office/drawing/2014/main" id="{7D5642A7-DD82-B7DB-DA3E-1FD93B96F6F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055" name="Group 2054">
                    <a:extLst>
                      <a:ext uri="{FF2B5EF4-FFF2-40B4-BE49-F238E27FC236}">
                        <a16:creationId xmlns:a16="http://schemas.microsoft.com/office/drawing/2014/main" id="{DCA47484-CE5E-AFC7-DEDE-F123B632139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056" name="Oval 2055">
                      <a:extLst>
                        <a:ext uri="{FF2B5EF4-FFF2-40B4-BE49-F238E27FC236}">
                          <a16:creationId xmlns:a16="http://schemas.microsoft.com/office/drawing/2014/main" id="{AB5EAFE8-3098-EF06-C8B9-33A28DE4AAC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57" name="Oval 2056">
                      <a:extLst>
                        <a:ext uri="{FF2B5EF4-FFF2-40B4-BE49-F238E27FC236}">
                          <a16:creationId xmlns:a16="http://schemas.microsoft.com/office/drawing/2014/main" id="{F6EA660C-D386-8052-AA62-19E1AC0D28B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58" name="Oval 2057">
                      <a:extLst>
                        <a:ext uri="{FF2B5EF4-FFF2-40B4-BE49-F238E27FC236}">
                          <a16:creationId xmlns:a16="http://schemas.microsoft.com/office/drawing/2014/main" id="{DD8F32F9-E828-A934-FF99-B6205009490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59" name="Oval 2058">
                      <a:extLst>
                        <a:ext uri="{FF2B5EF4-FFF2-40B4-BE49-F238E27FC236}">
                          <a16:creationId xmlns:a16="http://schemas.microsoft.com/office/drawing/2014/main" id="{8BDF4177-4E50-15D0-787A-58A176C0D6F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60" name="Arc 2059">
                      <a:extLst>
                        <a:ext uri="{FF2B5EF4-FFF2-40B4-BE49-F238E27FC236}">
                          <a16:creationId xmlns:a16="http://schemas.microsoft.com/office/drawing/2014/main" id="{B88B94AF-30A2-B2D5-EE53-29EDBA136B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61" name="Oval 2060">
                      <a:extLst>
                        <a:ext uri="{FF2B5EF4-FFF2-40B4-BE49-F238E27FC236}">
                          <a16:creationId xmlns:a16="http://schemas.microsoft.com/office/drawing/2014/main" id="{13423C80-B79C-1D45-632F-D40A31B2ED9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62" name="Arc 2061">
                      <a:extLst>
                        <a:ext uri="{FF2B5EF4-FFF2-40B4-BE49-F238E27FC236}">
                          <a16:creationId xmlns:a16="http://schemas.microsoft.com/office/drawing/2014/main" id="{3BFF8549-452C-AB1A-915D-EE3EE28D9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63" name="Arc 2062">
                      <a:extLst>
                        <a:ext uri="{FF2B5EF4-FFF2-40B4-BE49-F238E27FC236}">
                          <a16:creationId xmlns:a16="http://schemas.microsoft.com/office/drawing/2014/main" id="{3A3CE51D-E02F-7A52-A554-8C18D7C3841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041" name="Group 2040">
                  <a:extLst>
                    <a:ext uri="{FF2B5EF4-FFF2-40B4-BE49-F238E27FC236}">
                      <a16:creationId xmlns:a16="http://schemas.microsoft.com/office/drawing/2014/main" id="{418363AA-4EA3-647E-EADD-5BEB7F2C56AA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044" name="Oval 2043">
                    <a:extLst>
                      <a:ext uri="{FF2B5EF4-FFF2-40B4-BE49-F238E27FC236}">
                        <a16:creationId xmlns:a16="http://schemas.microsoft.com/office/drawing/2014/main" id="{DDF2B9B3-5199-2107-5E1F-26C5A57BA73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045" name="Group 2044">
                    <a:extLst>
                      <a:ext uri="{FF2B5EF4-FFF2-40B4-BE49-F238E27FC236}">
                        <a16:creationId xmlns:a16="http://schemas.microsoft.com/office/drawing/2014/main" id="{32EC0E7F-FF2B-58AC-6815-43DC05FD521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046" name="Oval 2045">
                      <a:extLst>
                        <a:ext uri="{FF2B5EF4-FFF2-40B4-BE49-F238E27FC236}">
                          <a16:creationId xmlns:a16="http://schemas.microsoft.com/office/drawing/2014/main" id="{8CD1E950-AC72-DDAC-4B34-D846E0B9BC1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47" name="Oval 2046">
                      <a:extLst>
                        <a:ext uri="{FF2B5EF4-FFF2-40B4-BE49-F238E27FC236}">
                          <a16:creationId xmlns:a16="http://schemas.microsoft.com/office/drawing/2014/main" id="{11167E6E-B04C-0D9D-736F-7E4D2CAFD86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48" name="Oval 2047">
                      <a:extLst>
                        <a:ext uri="{FF2B5EF4-FFF2-40B4-BE49-F238E27FC236}">
                          <a16:creationId xmlns:a16="http://schemas.microsoft.com/office/drawing/2014/main" id="{4023CF9B-BE94-25E6-42A5-AF28679B13E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49" name="Oval 2048">
                      <a:extLst>
                        <a:ext uri="{FF2B5EF4-FFF2-40B4-BE49-F238E27FC236}">
                          <a16:creationId xmlns:a16="http://schemas.microsoft.com/office/drawing/2014/main" id="{7A5F2F28-F2A8-1555-40A9-676BBC0C187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50" name="Arc 2049">
                      <a:extLst>
                        <a:ext uri="{FF2B5EF4-FFF2-40B4-BE49-F238E27FC236}">
                          <a16:creationId xmlns:a16="http://schemas.microsoft.com/office/drawing/2014/main" id="{04A491FD-D0F4-17E1-6D9F-4FED8DBB0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51" name="Oval 2050">
                      <a:extLst>
                        <a:ext uri="{FF2B5EF4-FFF2-40B4-BE49-F238E27FC236}">
                          <a16:creationId xmlns:a16="http://schemas.microsoft.com/office/drawing/2014/main" id="{2D4E8FA5-D14F-19AC-2FA8-02FFC920983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52" name="Arc 2051">
                      <a:extLst>
                        <a:ext uri="{FF2B5EF4-FFF2-40B4-BE49-F238E27FC236}">
                          <a16:creationId xmlns:a16="http://schemas.microsoft.com/office/drawing/2014/main" id="{DBB4C0F8-2148-DA2E-503B-4E4F24DDB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53" name="Arc 2052">
                      <a:extLst>
                        <a:ext uri="{FF2B5EF4-FFF2-40B4-BE49-F238E27FC236}">
                          <a16:creationId xmlns:a16="http://schemas.microsoft.com/office/drawing/2014/main" id="{E089D154-366B-A959-FB11-508D6A589C7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2042" name="Straight Connector 2041">
                  <a:extLst>
                    <a:ext uri="{FF2B5EF4-FFF2-40B4-BE49-F238E27FC236}">
                      <a16:creationId xmlns:a16="http://schemas.microsoft.com/office/drawing/2014/main" id="{9D694FD0-D8CE-BA2C-7A5C-4C8DBEB575E5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3" name="Straight Connector 2042">
                  <a:extLst>
                    <a:ext uri="{FF2B5EF4-FFF2-40B4-BE49-F238E27FC236}">
                      <a16:creationId xmlns:a16="http://schemas.microsoft.com/office/drawing/2014/main" id="{EF7E9705-F301-36BC-86B1-731A3CD9BC4E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1" name="Group 2030">
                <a:extLst>
                  <a:ext uri="{FF2B5EF4-FFF2-40B4-BE49-F238E27FC236}">
                    <a16:creationId xmlns:a16="http://schemas.microsoft.com/office/drawing/2014/main" id="{294ED782-BCB8-1A82-1062-57E922541EF7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2032" name="Moon 2031">
                  <a:extLst>
                    <a:ext uri="{FF2B5EF4-FFF2-40B4-BE49-F238E27FC236}">
                      <a16:creationId xmlns:a16="http://schemas.microsoft.com/office/drawing/2014/main" id="{883C36F5-596B-F3EE-2F7F-AEC76BAC7E95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3" name="Oval 2032">
                  <a:extLst>
                    <a:ext uri="{FF2B5EF4-FFF2-40B4-BE49-F238E27FC236}">
                      <a16:creationId xmlns:a16="http://schemas.microsoft.com/office/drawing/2014/main" id="{F43E0BAB-6B1F-5202-7C9D-27E934E8A7FE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4" name="Oval 2033">
                  <a:extLst>
                    <a:ext uri="{FF2B5EF4-FFF2-40B4-BE49-F238E27FC236}">
                      <a16:creationId xmlns:a16="http://schemas.microsoft.com/office/drawing/2014/main" id="{3F07FD3E-7BB3-B3FE-7D13-39F9523C75D8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5" name="Oval 2034">
                  <a:extLst>
                    <a:ext uri="{FF2B5EF4-FFF2-40B4-BE49-F238E27FC236}">
                      <a16:creationId xmlns:a16="http://schemas.microsoft.com/office/drawing/2014/main" id="{05B9FCEB-26D5-F643-CC44-738A5AA3C284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6" name="Oval 2035">
                  <a:extLst>
                    <a:ext uri="{FF2B5EF4-FFF2-40B4-BE49-F238E27FC236}">
                      <a16:creationId xmlns:a16="http://schemas.microsoft.com/office/drawing/2014/main" id="{DB8F977C-444B-659E-18DC-108236DBA0E3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7" name="Oval 2036">
                  <a:extLst>
                    <a:ext uri="{FF2B5EF4-FFF2-40B4-BE49-F238E27FC236}">
                      <a16:creationId xmlns:a16="http://schemas.microsoft.com/office/drawing/2014/main" id="{106B44D8-8832-75C4-262A-DD16FF770A6B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8" name="Oval 2037">
                  <a:extLst>
                    <a:ext uri="{FF2B5EF4-FFF2-40B4-BE49-F238E27FC236}">
                      <a16:creationId xmlns:a16="http://schemas.microsoft.com/office/drawing/2014/main" id="{D8514B1D-974C-8F98-14DC-7B6CB1CDB670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9" name="Oval 2038">
                  <a:extLst>
                    <a:ext uri="{FF2B5EF4-FFF2-40B4-BE49-F238E27FC236}">
                      <a16:creationId xmlns:a16="http://schemas.microsoft.com/office/drawing/2014/main" id="{2D814367-AAB2-9B9E-9123-315BF2FC0C71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090" name="Rounded Rectangle 2089">
              <a:extLst>
                <a:ext uri="{FF2B5EF4-FFF2-40B4-BE49-F238E27FC236}">
                  <a16:creationId xmlns:a16="http://schemas.microsoft.com/office/drawing/2014/main" id="{E8C8D581-3A51-DD24-F8FD-5AC592CCB9E1}"/>
                </a:ext>
              </a:extLst>
            </p:cNvPr>
            <p:cNvSpPr/>
            <p:nvPr/>
          </p:nvSpPr>
          <p:spPr>
            <a:xfrm rot="5400000">
              <a:off x="8523203" y="1564677"/>
              <a:ext cx="548956" cy="1230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1" name="TextBox 2090">
              <a:extLst>
                <a:ext uri="{FF2B5EF4-FFF2-40B4-BE49-F238E27FC236}">
                  <a16:creationId xmlns:a16="http://schemas.microsoft.com/office/drawing/2014/main" id="{B2703CD2-90F3-5994-F7B9-47BB670D1AA9}"/>
                </a:ext>
              </a:extLst>
            </p:cNvPr>
            <p:cNvSpPr txBox="1"/>
            <p:nvPr/>
          </p:nvSpPr>
          <p:spPr>
            <a:xfrm>
              <a:off x="6886500" y="1801769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pIgR</a:t>
              </a:r>
              <a:endParaRPr lang="en-US" dirty="0"/>
            </a:p>
          </p:txBody>
        </p:sp>
        <p:grpSp>
          <p:nvGrpSpPr>
            <p:cNvPr id="2092" name="Group 2091">
              <a:extLst>
                <a:ext uri="{FF2B5EF4-FFF2-40B4-BE49-F238E27FC236}">
                  <a16:creationId xmlns:a16="http://schemas.microsoft.com/office/drawing/2014/main" id="{1F1C9FCE-79E0-72ED-C74A-8E444970D304}"/>
                </a:ext>
              </a:extLst>
            </p:cNvPr>
            <p:cNvGrpSpPr/>
            <p:nvPr/>
          </p:nvGrpSpPr>
          <p:grpSpPr>
            <a:xfrm rot="10800000">
              <a:off x="7774901" y="5816533"/>
              <a:ext cx="45719" cy="375264"/>
              <a:chOff x="6686062" y="3899868"/>
              <a:chExt cx="74130" cy="410527"/>
            </a:xfrm>
          </p:grpSpPr>
          <p:sp>
            <p:nvSpPr>
              <p:cNvPr id="2093" name="Rounded Rectangle 2092">
                <a:extLst>
                  <a:ext uri="{FF2B5EF4-FFF2-40B4-BE49-F238E27FC236}">
                    <a16:creationId xmlns:a16="http://schemas.microsoft.com/office/drawing/2014/main" id="{862B7831-ADFF-C700-F145-CA7F8A13FA8C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4" name="Rounded Rectangle 2093">
                <a:extLst>
                  <a:ext uri="{FF2B5EF4-FFF2-40B4-BE49-F238E27FC236}">
                    <a16:creationId xmlns:a16="http://schemas.microsoft.com/office/drawing/2014/main" id="{BCA1736D-B6DE-F169-9ADF-A2F6DF25515C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5" name="Rounded Rectangle 2094">
                <a:extLst>
                  <a:ext uri="{FF2B5EF4-FFF2-40B4-BE49-F238E27FC236}">
                    <a16:creationId xmlns:a16="http://schemas.microsoft.com/office/drawing/2014/main" id="{219D5315-19F4-AFEE-7BF5-70C546106892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6" name="Rounded Rectangle 2095">
                <a:extLst>
                  <a:ext uri="{FF2B5EF4-FFF2-40B4-BE49-F238E27FC236}">
                    <a16:creationId xmlns:a16="http://schemas.microsoft.com/office/drawing/2014/main" id="{73963416-06B5-663B-DC9A-7E9CE6702122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7" name="Rounded Rectangle 2096">
                <a:extLst>
                  <a:ext uri="{FF2B5EF4-FFF2-40B4-BE49-F238E27FC236}">
                    <a16:creationId xmlns:a16="http://schemas.microsoft.com/office/drawing/2014/main" id="{28D3A8F5-7916-33BC-521B-A11FFF36E7FA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98" name="Straight Connector 2097">
                <a:extLst>
                  <a:ext uri="{FF2B5EF4-FFF2-40B4-BE49-F238E27FC236}">
                    <a16:creationId xmlns:a16="http://schemas.microsoft.com/office/drawing/2014/main" id="{EF38FD90-BDF4-275B-3C14-31584B834CEE}"/>
                  </a:ext>
                </a:extLst>
              </p:cNvPr>
              <p:cNvCxnSpPr>
                <a:cxnSpLocks/>
                <a:stCxn id="2093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99" name="TextBox 2098">
              <a:extLst>
                <a:ext uri="{FF2B5EF4-FFF2-40B4-BE49-F238E27FC236}">
                  <a16:creationId xmlns:a16="http://schemas.microsoft.com/office/drawing/2014/main" id="{B86F9FFC-75D9-4539-B928-7E71BD380C99}"/>
                </a:ext>
              </a:extLst>
            </p:cNvPr>
            <p:cNvSpPr txBox="1"/>
            <p:nvPr/>
          </p:nvSpPr>
          <p:spPr>
            <a:xfrm>
              <a:off x="7715911" y="5798308"/>
              <a:ext cx="14509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polymeric IgA transport receptor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9507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>
            <a:extLst>
              <a:ext uri="{FF2B5EF4-FFF2-40B4-BE49-F238E27FC236}">
                <a16:creationId xmlns:a16="http://schemas.microsoft.com/office/drawing/2014/main" id="{C4CA89C3-BBDE-845F-3A91-55B17AF6E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0" y="204105"/>
            <a:ext cx="3419929" cy="3419929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C7525F3C-6092-6577-E5BC-BDEEC65E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2" y="3817257"/>
            <a:ext cx="2177143" cy="2277508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3D876870-16E9-7FA5-3F17-41EBBC48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72" y="81544"/>
            <a:ext cx="7772400" cy="458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FD4DB05A-DCF8-F7BA-FB5E-3F8B429D3D47}"/>
              </a:ext>
            </a:extLst>
          </p:cNvPr>
          <p:cNvGrpSpPr/>
          <p:nvPr/>
        </p:nvGrpSpPr>
        <p:grpSpPr>
          <a:xfrm>
            <a:off x="766118" y="378840"/>
            <a:ext cx="4612460" cy="2537708"/>
            <a:chOff x="766118" y="378840"/>
            <a:chExt cx="4612460" cy="253770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8882ED-CDCB-6E16-8DD9-69E675442158}"/>
                </a:ext>
              </a:extLst>
            </p:cNvPr>
            <p:cNvSpPr txBox="1"/>
            <p:nvPr/>
          </p:nvSpPr>
          <p:spPr>
            <a:xfrm>
              <a:off x="766118" y="1346888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Naïve</a:t>
              </a:r>
            </a:p>
            <a:p>
              <a:pPr algn="ctr"/>
              <a:r>
                <a:rPr lang="en-US" dirty="0"/>
                <a:t>T cell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984B20-849C-8340-3AAC-6ACE33D2BBCA}"/>
                </a:ext>
              </a:extLst>
            </p:cNvPr>
            <p:cNvSpPr txBox="1"/>
            <p:nvPr/>
          </p:nvSpPr>
          <p:spPr>
            <a:xfrm>
              <a:off x="2396443" y="1346887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Prolif</a:t>
              </a:r>
              <a:r>
                <a:rPr lang="en-US" dirty="0"/>
                <a:t>. / Effector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7388BC-B945-4A96-885B-F71846490CD8}"/>
                </a:ext>
              </a:extLst>
            </p:cNvPr>
            <p:cNvSpPr txBox="1"/>
            <p:nvPr/>
          </p:nvSpPr>
          <p:spPr>
            <a:xfrm>
              <a:off x="4297468" y="378840"/>
              <a:ext cx="964593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Short lived Effector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111428-BB61-0AE9-5D55-3380AB757FEC}"/>
                </a:ext>
              </a:extLst>
            </p:cNvPr>
            <p:cNvSpPr txBox="1"/>
            <p:nvPr/>
          </p:nvSpPr>
          <p:spPr>
            <a:xfrm>
              <a:off x="4223711" y="1993218"/>
              <a:ext cx="1051857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Long-lived </a:t>
              </a:r>
            </a:p>
            <a:p>
              <a:pPr algn="ctr"/>
              <a:r>
                <a:rPr lang="en-US" dirty="0"/>
                <a:t>TCM cell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44116C-32B1-A0BB-BE31-8D5C6AF5C04F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 flipV="1">
              <a:off x="1730711" y="1670053"/>
              <a:ext cx="665732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362735A-E00D-FC42-0924-00F43AFBC20E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3361036" y="840505"/>
              <a:ext cx="936432" cy="50409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0A87FFA-42A4-BF0F-8C35-76583EABCBB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3361036" y="1993218"/>
              <a:ext cx="862675" cy="46166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3BF7DB5-FC00-420C-AB39-48C114E1E977}"/>
                </a:ext>
              </a:extLst>
            </p:cNvPr>
            <p:cNvSpPr/>
            <p:nvPr/>
          </p:nvSpPr>
          <p:spPr>
            <a:xfrm>
              <a:off x="2729875" y="791412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4A9765C-79F8-8E68-002A-9372F105C753}"/>
                </a:ext>
              </a:extLst>
            </p:cNvPr>
            <p:cNvSpPr/>
            <p:nvPr/>
          </p:nvSpPr>
          <p:spPr>
            <a:xfrm>
              <a:off x="2856081" y="2021983"/>
              <a:ext cx="1425997" cy="701065"/>
            </a:xfrm>
            <a:custGeom>
              <a:avLst/>
              <a:gdLst>
                <a:gd name="connsiteX0" fmla="*/ 1374629 w 1425997"/>
                <a:gd name="connsiteY0" fmla="*/ 689020 h 701065"/>
                <a:gd name="connsiteX1" fmla="*/ 1284477 w 1425997"/>
                <a:gd name="connsiteY1" fmla="*/ 695459 h 701065"/>
                <a:gd name="connsiteX2" fmla="*/ 170454 w 1425997"/>
                <a:gd name="connsiteY2" fmla="*/ 618186 h 701065"/>
                <a:gd name="connsiteX3" fmla="*/ 22347 w 1425997"/>
                <a:gd name="connsiteY3" fmla="*/ 0 h 70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5997" h="701065">
                  <a:moveTo>
                    <a:pt x="1374629" y="689020"/>
                  </a:moveTo>
                  <a:cubicBezTo>
                    <a:pt x="1429901" y="698142"/>
                    <a:pt x="1485173" y="707265"/>
                    <a:pt x="1284477" y="695459"/>
                  </a:cubicBezTo>
                  <a:cubicBezTo>
                    <a:pt x="1083781" y="683653"/>
                    <a:pt x="380809" y="734096"/>
                    <a:pt x="170454" y="618186"/>
                  </a:cubicBezTo>
                  <a:cubicBezTo>
                    <a:pt x="-39901" y="502276"/>
                    <a:pt x="-8777" y="251138"/>
                    <a:pt x="22347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FEF116D-D189-73A8-52D2-107F1E2E4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5116" y="913124"/>
              <a:ext cx="936432" cy="50409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AABC2CD-48BA-3C8B-4982-78324653474E}"/>
                </a:ext>
              </a:extLst>
            </p:cNvPr>
            <p:cNvSpPr/>
            <p:nvPr/>
          </p:nvSpPr>
          <p:spPr>
            <a:xfrm>
              <a:off x="2611823" y="795710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A0F7226-6BF7-1F1B-74A0-2C45CF04A53D}"/>
                </a:ext>
              </a:extLst>
            </p:cNvPr>
            <p:cNvCxnSpPr>
              <a:cxnSpLocks/>
            </p:cNvCxnSpPr>
            <p:nvPr/>
          </p:nvCxnSpPr>
          <p:spPr>
            <a:xfrm>
              <a:off x="3310077" y="2084270"/>
              <a:ext cx="862675" cy="46166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1C7CC9F-D1F5-F80C-6FDE-DCF7082581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343726" y="1481954"/>
              <a:ext cx="359567" cy="0"/>
            </a:xfrm>
            <a:prstGeom prst="straightConnector1">
              <a:avLst/>
            </a:prstGeom>
            <a:ln w="920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48F4F5F-3A30-F2A0-E435-C594EA9C79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651810" y="1865264"/>
              <a:ext cx="25590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28FF241-01A3-C094-A755-9C53E4B53FE4}"/>
                </a:ext>
              </a:extLst>
            </p:cNvPr>
            <p:cNvSpPr txBox="1"/>
            <p:nvPr/>
          </p:nvSpPr>
          <p:spPr>
            <a:xfrm>
              <a:off x="4603805" y="1285754"/>
              <a:ext cx="759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death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5434B6E-20E0-884F-D46D-729AB0961A07}"/>
                </a:ext>
              </a:extLst>
            </p:cNvPr>
            <p:cNvSpPr txBox="1"/>
            <p:nvPr/>
          </p:nvSpPr>
          <p:spPr>
            <a:xfrm>
              <a:off x="4842854" y="1684709"/>
              <a:ext cx="5357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death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9E90736-E922-45A1-8DEC-86D13A264697}"/>
              </a:ext>
            </a:extLst>
          </p:cNvPr>
          <p:cNvGrpSpPr/>
          <p:nvPr/>
        </p:nvGrpSpPr>
        <p:grpSpPr>
          <a:xfrm>
            <a:off x="6044310" y="364916"/>
            <a:ext cx="6147685" cy="2537708"/>
            <a:chOff x="6044310" y="364916"/>
            <a:chExt cx="6147685" cy="253770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17E6EF-7927-A5CA-47AF-67471FE1B943}"/>
                </a:ext>
              </a:extLst>
            </p:cNvPr>
            <p:cNvSpPr txBox="1"/>
            <p:nvPr/>
          </p:nvSpPr>
          <p:spPr>
            <a:xfrm>
              <a:off x="6044310" y="1332964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Naïve</a:t>
              </a:r>
            </a:p>
            <a:p>
              <a:pPr algn="ctr"/>
              <a:r>
                <a:rPr lang="en-US" dirty="0"/>
                <a:t>B cell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72B7F4-76A7-732C-6201-E0BDFA3324CD}"/>
                </a:ext>
              </a:extLst>
            </p:cNvPr>
            <p:cNvSpPr txBox="1"/>
            <p:nvPr/>
          </p:nvSpPr>
          <p:spPr>
            <a:xfrm>
              <a:off x="7674635" y="1332963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Prolif</a:t>
              </a:r>
              <a:r>
                <a:rPr lang="en-US" dirty="0"/>
                <a:t>.  GC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B34A97-E541-3087-EFD6-1D16923DBCC6}"/>
                </a:ext>
              </a:extLst>
            </p:cNvPr>
            <p:cNvSpPr txBox="1"/>
            <p:nvPr/>
          </p:nvSpPr>
          <p:spPr>
            <a:xfrm>
              <a:off x="9575660" y="364916"/>
              <a:ext cx="964593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Long-lived PC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CE5066-E4F7-7AE9-774E-CD5C3A16DBE8}"/>
                </a:ext>
              </a:extLst>
            </p:cNvPr>
            <p:cNvSpPr txBox="1"/>
            <p:nvPr/>
          </p:nvSpPr>
          <p:spPr>
            <a:xfrm>
              <a:off x="9501903" y="1979294"/>
              <a:ext cx="1051857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Long lived MBC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2508453-42D3-1CB2-8EB3-D00484B52AA9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 flipV="1">
              <a:off x="7008903" y="1656129"/>
              <a:ext cx="665732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ABF7A61-34FB-1392-1B8C-261240B63D0F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 flipV="1">
              <a:off x="8639228" y="826581"/>
              <a:ext cx="936432" cy="50409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FBEC487-275A-4ADF-D29A-094AA6F36D7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8639228" y="1979294"/>
              <a:ext cx="862675" cy="46166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DD24BC-C3F7-3840-2D41-C37F5830F8FF}"/>
                </a:ext>
              </a:extLst>
            </p:cNvPr>
            <p:cNvSpPr/>
            <p:nvPr/>
          </p:nvSpPr>
          <p:spPr>
            <a:xfrm>
              <a:off x="7885721" y="777488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60F9E67-75E1-D3DC-6E04-EFBF112B3F52}"/>
                </a:ext>
              </a:extLst>
            </p:cNvPr>
            <p:cNvSpPr/>
            <p:nvPr/>
          </p:nvSpPr>
          <p:spPr>
            <a:xfrm>
              <a:off x="8041592" y="777487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628EA9D-1664-C4E8-67C8-B4DCE45C1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3818" y="913124"/>
              <a:ext cx="936432" cy="50409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EFF3668-3D60-977C-7F68-9E90DF2A536F}"/>
                </a:ext>
              </a:extLst>
            </p:cNvPr>
            <p:cNvCxnSpPr>
              <a:cxnSpLocks/>
            </p:cNvCxnSpPr>
            <p:nvPr/>
          </p:nvCxnSpPr>
          <p:spPr>
            <a:xfrm>
              <a:off x="8604986" y="2063552"/>
              <a:ext cx="862675" cy="46166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254CBFC-B411-5A21-0C5E-B207A52B70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980683" y="1430124"/>
              <a:ext cx="25590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4E23166A-008D-2797-44D7-17EAF809A34F}"/>
                </a:ext>
              </a:extLst>
            </p:cNvPr>
            <p:cNvSpPr/>
            <p:nvPr/>
          </p:nvSpPr>
          <p:spPr>
            <a:xfrm>
              <a:off x="8024947" y="2033300"/>
              <a:ext cx="1425997" cy="701065"/>
            </a:xfrm>
            <a:custGeom>
              <a:avLst/>
              <a:gdLst>
                <a:gd name="connsiteX0" fmla="*/ 1374629 w 1425997"/>
                <a:gd name="connsiteY0" fmla="*/ 689020 h 701065"/>
                <a:gd name="connsiteX1" fmla="*/ 1284477 w 1425997"/>
                <a:gd name="connsiteY1" fmla="*/ 695459 h 701065"/>
                <a:gd name="connsiteX2" fmla="*/ 170454 w 1425997"/>
                <a:gd name="connsiteY2" fmla="*/ 618186 h 701065"/>
                <a:gd name="connsiteX3" fmla="*/ 22347 w 1425997"/>
                <a:gd name="connsiteY3" fmla="*/ 0 h 70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5997" h="701065">
                  <a:moveTo>
                    <a:pt x="1374629" y="689020"/>
                  </a:moveTo>
                  <a:cubicBezTo>
                    <a:pt x="1429901" y="698142"/>
                    <a:pt x="1485173" y="707265"/>
                    <a:pt x="1284477" y="695459"/>
                  </a:cubicBezTo>
                  <a:cubicBezTo>
                    <a:pt x="1083781" y="683653"/>
                    <a:pt x="380809" y="734096"/>
                    <a:pt x="170454" y="618186"/>
                  </a:cubicBezTo>
                  <a:cubicBezTo>
                    <a:pt x="-39901" y="502276"/>
                    <a:pt x="-8777" y="251138"/>
                    <a:pt x="22347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B3F0B56-2961-7EEC-2C32-A8A25D81BA56}"/>
                </a:ext>
              </a:extLst>
            </p:cNvPr>
            <p:cNvCxnSpPr/>
            <p:nvPr/>
          </p:nvCxnSpPr>
          <p:spPr>
            <a:xfrm>
              <a:off x="10627025" y="777487"/>
              <a:ext cx="4316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B1D5FB7-F9EC-CE30-99A2-AA339118FFF2}"/>
                </a:ext>
              </a:extLst>
            </p:cNvPr>
            <p:cNvSpPr txBox="1"/>
            <p:nvPr/>
          </p:nvSpPr>
          <p:spPr>
            <a:xfrm>
              <a:off x="11030755" y="364916"/>
              <a:ext cx="11612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Secreted antibody</a:t>
              </a:r>
            </a:p>
            <a:p>
              <a:r>
                <a:rPr lang="en-US" dirty="0"/>
                <a:t>(T</a:t>
              </a:r>
              <a:r>
                <a:rPr lang="en-US" baseline="-25000" dirty="0"/>
                <a:t>1/2</a:t>
              </a:r>
              <a:r>
                <a:rPr lang="en-US" dirty="0"/>
                <a:t>~21d)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5E011E8-28CB-8517-8DB0-969D18F59C3A}"/>
                </a:ext>
              </a:extLst>
            </p:cNvPr>
            <p:cNvSpPr txBox="1"/>
            <p:nvPr/>
          </p:nvSpPr>
          <p:spPr>
            <a:xfrm>
              <a:off x="10145990" y="1337731"/>
              <a:ext cx="17139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death follows Power-Law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63C17D0-DD30-AF6E-3558-6D73C8B3784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955543" y="1844106"/>
              <a:ext cx="25590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DE24D7-9051-041F-ACEC-697614DB20A3}"/>
                </a:ext>
              </a:extLst>
            </p:cNvPr>
            <p:cNvSpPr txBox="1"/>
            <p:nvPr/>
          </p:nvSpPr>
          <p:spPr>
            <a:xfrm>
              <a:off x="10146587" y="1663551"/>
              <a:ext cx="5357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death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C95BD70-594C-E3B1-2AD9-FA00BB70392A}"/>
              </a:ext>
            </a:extLst>
          </p:cNvPr>
          <p:cNvGrpSpPr/>
          <p:nvPr/>
        </p:nvGrpSpPr>
        <p:grpSpPr>
          <a:xfrm>
            <a:off x="171618" y="3521652"/>
            <a:ext cx="11846954" cy="3279561"/>
            <a:chOff x="171618" y="3521652"/>
            <a:chExt cx="11846954" cy="327956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554098-CBEF-EF87-B466-2D9123097D5B}"/>
                </a:ext>
              </a:extLst>
            </p:cNvPr>
            <p:cNvGrpSpPr/>
            <p:nvPr/>
          </p:nvGrpSpPr>
          <p:grpSpPr>
            <a:xfrm>
              <a:off x="171618" y="3521652"/>
              <a:ext cx="11846954" cy="3279561"/>
              <a:chOff x="171618" y="3521652"/>
              <a:chExt cx="11846954" cy="3279561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264B08D-903B-6D12-5EE2-0AA0D40FD4E4}"/>
                  </a:ext>
                </a:extLst>
              </p:cNvPr>
              <p:cNvGrpSpPr/>
              <p:nvPr/>
            </p:nvGrpSpPr>
            <p:grpSpPr>
              <a:xfrm>
                <a:off x="301273" y="3593672"/>
                <a:ext cx="11717299" cy="3207541"/>
                <a:chOff x="301273" y="3593672"/>
                <a:chExt cx="11717299" cy="3207541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CA4A44B-B402-FB68-D014-CAB9685541CA}"/>
                    </a:ext>
                  </a:extLst>
                </p:cNvPr>
                <p:cNvGrpSpPr/>
                <p:nvPr/>
              </p:nvGrpSpPr>
              <p:grpSpPr>
                <a:xfrm>
                  <a:off x="301273" y="3593672"/>
                  <a:ext cx="11717299" cy="3207541"/>
                  <a:chOff x="301273" y="3593672"/>
                  <a:chExt cx="11717299" cy="3207541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FACE8469-4FFB-4067-B1D6-5445D18B0DBA}"/>
                      </a:ext>
                    </a:extLst>
                  </p:cNvPr>
                  <p:cNvGrpSpPr/>
                  <p:nvPr/>
                </p:nvGrpSpPr>
                <p:grpSpPr>
                  <a:xfrm>
                    <a:off x="301273" y="3904437"/>
                    <a:ext cx="6147685" cy="2896776"/>
                    <a:chOff x="6044310" y="364916"/>
                    <a:chExt cx="6147685" cy="2896776"/>
                  </a:xfrm>
                </p:grpSpPr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AD297702-72E1-E866-96EC-D1C7FF0013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4310" y="1332964"/>
                      <a:ext cx="964593" cy="646331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Naïve</a:t>
                      </a:r>
                    </a:p>
                    <a:p>
                      <a:pPr algn="ctr"/>
                      <a:r>
                        <a:rPr lang="en-US" dirty="0"/>
                        <a:t>B cell</a:t>
                      </a:r>
                    </a:p>
                  </p:txBody>
                </p:sp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CDCEAD18-7095-2A48-A409-79D96E4C4B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74635" y="1332963"/>
                      <a:ext cx="964593" cy="646331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 err="1"/>
                        <a:t>Prolif</a:t>
                      </a:r>
                      <a:r>
                        <a:rPr lang="en-US" dirty="0"/>
                        <a:t>.  GC</a:t>
                      </a:r>
                    </a:p>
                  </p:txBody>
                </p:sp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CD708520-C14F-419D-5817-F6E94CB5D6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75660" y="364916"/>
                      <a:ext cx="964593" cy="92333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Long-lived PC</a:t>
                      </a:r>
                    </a:p>
                  </p:txBody>
                </p:sp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E7EDB397-5909-FF2A-6E8E-8B11431B82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01903" y="1979294"/>
                      <a:ext cx="1051857" cy="92333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Long lived MBC</a:t>
                      </a:r>
                    </a:p>
                  </p:txBody>
                </p:sp>
                <p:cxnSp>
                  <p:nvCxnSpPr>
                    <p:cNvPr id="66" name="Straight Arrow Connector 65">
                      <a:extLst>
                        <a:ext uri="{FF2B5EF4-FFF2-40B4-BE49-F238E27FC236}">
                          <a16:creationId xmlns:a16="http://schemas.microsoft.com/office/drawing/2014/main" id="{4FD34EDD-6279-0FAA-ABFB-E8108BDEB5B1}"/>
                        </a:ext>
                      </a:extLst>
                    </p:cNvPr>
                    <p:cNvCxnSpPr>
                      <a:stCxn id="62" idx="3"/>
                      <a:endCxn id="63" idx="1"/>
                    </p:cNvCxnSpPr>
                    <p:nvPr/>
                  </p:nvCxnSpPr>
                  <p:spPr>
                    <a:xfrm flipV="1">
                      <a:off x="7008903" y="1656129"/>
                      <a:ext cx="665732" cy="1"/>
                    </a:xfrm>
                    <a:prstGeom prst="straightConnector1">
                      <a:avLst/>
                    </a:prstGeom>
                    <a:ln w="25400"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Straight Arrow Connector 66">
                      <a:extLst>
                        <a:ext uri="{FF2B5EF4-FFF2-40B4-BE49-F238E27FC236}">
                          <a16:creationId xmlns:a16="http://schemas.microsoft.com/office/drawing/2014/main" id="{2C53CA31-AF15-A838-CB18-7FC519576109}"/>
                        </a:ext>
                      </a:extLst>
                    </p:cNvPr>
                    <p:cNvCxnSpPr>
                      <a:cxnSpLocks/>
                      <a:endCxn id="64" idx="1"/>
                    </p:cNvCxnSpPr>
                    <p:nvPr/>
                  </p:nvCxnSpPr>
                  <p:spPr>
                    <a:xfrm flipV="1">
                      <a:off x="8639228" y="826581"/>
                      <a:ext cx="936432" cy="504097"/>
                    </a:xfrm>
                    <a:prstGeom prst="straightConnector1">
                      <a:avLst/>
                    </a:prstGeom>
                    <a:ln w="25400"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Straight Arrow Connector 67">
                      <a:extLst>
                        <a:ext uri="{FF2B5EF4-FFF2-40B4-BE49-F238E27FC236}">
                          <a16:creationId xmlns:a16="http://schemas.microsoft.com/office/drawing/2014/main" id="{1525B1D6-0664-9019-F87D-5A5059936916}"/>
                        </a:ext>
                      </a:extLst>
                    </p:cNvPr>
                    <p:cNvCxnSpPr>
                      <a:cxnSpLocks/>
                      <a:endCxn id="65" idx="1"/>
                    </p:cNvCxnSpPr>
                    <p:nvPr/>
                  </p:nvCxnSpPr>
                  <p:spPr>
                    <a:xfrm>
                      <a:off x="8639228" y="1979294"/>
                      <a:ext cx="862675" cy="461665"/>
                    </a:xfrm>
                    <a:prstGeom prst="straightConnector1">
                      <a:avLst/>
                    </a:prstGeom>
                    <a:ln w="25400"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9" name="Freeform 68">
                      <a:extLst>
                        <a:ext uri="{FF2B5EF4-FFF2-40B4-BE49-F238E27FC236}">
                          <a16:creationId xmlns:a16="http://schemas.microsoft.com/office/drawing/2014/main" id="{21605031-062F-16F2-90E9-D9403FFF9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85721" y="777488"/>
                      <a:ext cx="586458" cy="541551"/>
                    </a:xfrm>
                    <a:custGeom>
                      <a:avLst/>
                      <a:gdLst>
                        <a:gd name="connsiteX0" fmla="*/ 335294 w 586458"/>
                        <a:gd name="connsiteY0" fmla="*/ 541551 h 541551"/>
                        <a:gd name="connsiteX1" fmla="*/ 586432 w 586458"/>
                        <a:gd name="connsiteY1" fmla="*/ 303292 h 541551"/>
                        <a:gd name="connsiteX2" fmla="*/ 322415 w 586458"/>
                        <a:gd name="connsiteY2" fmla="*/ 639 h 541551"/>
                        <a:gd name="connsiteX3" fmla="*/ 6883 w 586458"/>
                        <a:gd name="connsiteY3" fmla="*/ 232458 h 541551"/>
                        <a:gd name="connsiteX4" fmla="*/ 135672 w 586458"/>
                        <a:gd name="connsiteY4" fmla="*/ 535112 h 5415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86458" h="541551">
                          <a:moveTo>
                            <a:pt x="335294" y="541551"/>
                          </a:moveTo>
                          <a:cubicBezTo>
                            <a:pt x="461936" y="467497"/>
                            <a:pt x="588578" y="393444"/>
                            <a:pt x="586432" y="303292"/>
                          </a:cubicBezTo>
                          <a:cubicBezTo>
                            <a:pt x="584286" y="213140"/>
                            <a:pt x="419006" y="12445"/>
                            <a:pt x="322415" y="639"/>
                          </a:cubicBezTo>
                          <a:cubicBezTo>
                            <a:pt x="225824" y="-11167"/>
                            <a:pt x="38007" y="143379"/>
                            <a:pt x="6883" y="232458"/>
                          </a:cubicBezTo>
                          <a:cubicBezTo>
                            <a:pt x="-24241" y="321537"/>
                            <a:pt x="55715" y="428324"/>
                            <a:pt x="135672" y="535112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0" name="Freeform 69">
                      <a:extLst>
                        <a:ext uri="{FF2B5EF4-FFF2-40B4-BE49-F238E27FC236}">
                          <a16:creationId xmlns:a16="http://schemas.microsoft.com/office/drawing/2014/main" id="{BFEC19DE-5A06-37C5-FBB1-5BFD52694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1592" y="777487"/>
                      <a:ext cx="586458" cy="541551"/>
                    </a:xfrm>
                    <a:custGeom>
                      <a:avLst/>
                      <a:gdLst>
                        <a:gd name="connsiteX0" fmla="*/ 335294 w 586458"/>
                        <a:gd name="connsiteY0" fmla="*/ 541551 h 541551"/>
                        <a:gd name="connsiteX1" fmla="*/ 586432 w 586458"/>
                        <a:gd name="connsiteY1" fmla="*/ 303292 h 541551"/>
                        <a:gd name="connsiteX2" fmla="*/ 322415 w 586458"/>
                        <a:gd name="connsiteY2" fmla="*/ 639 h 541551"/>
                        <a:gd name="connsiteX3" fmla="*/ 6883 w 586458"/>
                        <a:gd name="connsiteY3" fmla="*/ 232458 h 541551"/>
                        <a:gd name="connsiteX4" fmla="*/ 135672 w 586458"/>
                        <a:gd name="connsiteY4" fmla="*/ 535112 h 5415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86458" h="541551">
                          <a:moveTo>
                            <a:pt x="335294" y="541551"/>
                          </a:moveTo>
                          <a:cubicBezTo>
                            <a:pt x="461936" y="467497"/>
                            <a:pt x="588578" y="393444"/>
                            <a:pt x="586432" y="303292"/>
                          </a:cubicBezTo>
                          <a:cubicBezTo>
                            <a:pt x="584286" y="213140"/>
                            <a:pt x="419006" y="12445"/>
                            <a:pt x="322415" y="639"/>
                          </a:cubicBezTo>
                          <a:cubicBezTo>
                            <a:pt x="225824" y="-11167"/>
                            <a:pt x="38007" y="143379"/>
                            <a:pt x="6883" y="232458"/>
                          </a:cubicBezTo>
                          <a:cubicBezTo>
                            <a:pt x="-24241" y="321537"/>
                            <a:pt x="55715" y="428324"/>
                            <a:pt x="135672" y="535112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71" name="Straight Arrow Connector 70">
                      <a:extLst>
                        <a:ext uri="{FF2B5EF4-FFF2-40B4-BE49-F238E27FC236}">
                          <a16:creationId xmlns:a16="http://schemas.microsoft.com/office/drawing/2014/main" id="{431DF03C-F267-25CD-2B31-AC57A70BF4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653818" y="913124"/>
                      <a:ext cx="936432" cy="504097"/>
                    </a:xfrm>
                    <a:prstGeom prst="straightConnector1">
                      <a:avLst/>
                    </a:prstGeom>
                    <a:ln w="25400"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Arrow Connector 71">
                      <a:extLst>
                        <a:ext uri="{FF2B5EF4-FFF2-40B4-BE49-F238E27FC236}">
                          <a16:creationId xmlns:a16="http://schemas.microsoft.com/office/drawing/2014/main" id="{6699734D-01B9-9EA3-EE15-94B04A3173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604986" y="2063552"/>
                      <a:ext cx="862675" cy="461665"/>
                    </a:xfrm>
                    <a:prstGeom prst="straightConnector1">
                      <a:avLst/>
                    </a:prstGeom>
                    <a:ln w="25400"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Straight Arrow Connector 72">
                      <a:extLst>
                        <a:ext uri="{FF2B5EF4-FFF2-40B4-BE49-F238E27FC236}">
                          <a16:creationId xmlns:a16="http://schemas.microsoft.com/office/drawing/2014/main" id="{4360E4AB-28B9-48A3-9DCF-02FD76335B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9980683" y="1430124"/>
                      <a:ext cx="255908" cy="0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4" name="Freeform 73">
                      <a:extLst>
                        <a:ext uri="{FF2B5EF4-FFF2-40B4-BE49-F238E27FC236}">
                          <a16:creationId xmlns:a16="http://schemas.microsoft.com/office/drawing/2014/main" id="{F0C5E6B8-D505-2A6A-718F-5B90F6D27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24947" y="2033300"/>
                      <a:ext cx="1425997" cy="701065"/>
                    </a:xfrm>
                    <a:custGeom>
                      <a:avLst/>
                      <a:gdLst>
                        <a:gd name="connsiteX0" fmla="*/ 1374629 w 1425997"/>
                        <a:gd name="connsiteY0" fmla="*/ 689020 h 701065"/>
                        <a:gd name="connsiteX1" fmla="*/ 1284477 w 1425997"/>
                        <a:gd name="connsiteY1" fmla="*/ 695459 h 701065"/>
                        <a:gd name="connsiteX2" fmla="*/ 170454 w 1425997"/>
                        <a:gd name="connsiteY2" fmla="*/ 618186 h 701065"/>
                        <a:gd name="connsiteX3" fmla="*/ 22347 w 1425997"/>
                        <a:gd name="connsiteY3" fmla="*/ 0 h 701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425997" h="701065">
                          <a:moveTo>
                            <a:pt x="1374629" y="689020"/>
                          </a:moveTo>
                          <a:cubicBezTo>
                            <a:pt x="1429901" y="698142"/>
                            <a:pt x="1485173" y="707265"/>
                            <a:pt x="1284477" y="695459"/>
                          </a:cubicBezTo>
                          <a:cubicBezTo>
                            <a:pt x="1083781" y="683653"/>
                            <a:pt x="380809" y="734096"/>
                            <a:pt x="170454" y="618186"/>
                          </a:cubicBezTo>
                          <a:cubicBezTo>
                            <a:pt x="-39901" y="502276"/>
                            <a:pt x="-8777" y="251138"/>
                            <a:pt x="22347" y="0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75" name="Straight Arrow Connector 74">
                      <a:extLst>
                        <a:ext uri="{FF2B5EF4-FFF2-40B4-BE49-F238E27FC236}">
                          <a16:creationId xmlns:a16="http://schemas.microsoft.com/office/drawing/2014/main" id="{13AC4218-2AD3-87EF-3BCA-429359AF2CD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627025" y="777487"/>
                      <a:ext cx="43161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6" name="TextBox 75">
                      <a:extLst>
                        <a:ext uri="{FF2B5EF4-FFF2-40B4-BE49-F238E27FC236}">
                          <a16:creationId xmlns:a16="http://schemas.microsoft.com/office/drawing/2014/main" id="{95F5ED3C-4136-B1EF-6925-4750EF7BEF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30755" y="364916"/>
                      <a:ext cx="1161240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Secreted antibody</a:t>
                      </a:r>
                    </a:p>
                    <a:p>
                      <a:r>
                        <a:rPr lang="en-US" dirty="0"/>
                        <a:t>(T</a:t>
                      </a:r>
                      <a:r>
                        <a:rPr lang="en-US" baseline="-25000" dirty="0"/>
                        <a:t>1/2</a:t>
                      </a:r>
                      <a:r>
                        <a:rPr lang="en-US" dirty="0"/>
                        <a:t>~21d)</a:t>
                      </a:r>
                    </a:p>
                  </p:txBody>
                </p:sp>
                <p:sp>
                  <p:nvSpPr>
                    <p:cNvPr id="77" name="TextBox 76">
                      <a:extLst>
                        <a:ext uri="{FF2B5EF4-FFF2-40B4-BE49-F238E27FC236}">
                          <a16:creationId xmlns:a16="http://schemas.microsoft.com/office/drawing/2014/main" id="{5C871103-AD85-DCB7-7A42-0EA4EEB0AC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02097" y="1423766"/>
                      <a:ext cx="217777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dirty="0"/>
                        <a:t>death  follows Power Law </a:t>
                      </a:r>
                      <a:br>
                        <a:rPr lang="en-US" sz="1400" dirty="0"/>
                      </a:br>
                      <a:r>
                        <a:rPr lang="en-US" sz="1400" dirty="0" err="1"/>
                        <a:t>m</a:t>
                      </a:r>
                      <a:r>
                        <a:rPr lang="en-US" sz="1400" baseline="-25000" dirty="0" err="1"/>
                        <a:t>p</a:t>
                      </a:r>
                      <a:r>
                        <a:rPr lang="en-US" sz="1400" dirty="0"/>
                        <a:t> (prime) and m</a:t>
                      </a:r>
                      <a:r>
                        <a:rPr lang="en-US" sz="1400" baseline="-25000" dirty="0"/>
                        <a:t>b</a:t>
                      </a:r>
                      <a:r>
                        <a:rPr lang="en-US" sz="1400" dirty="0"/>
                        <a:t> (boost)</a:t>
                      </a:r>
                    </a:p>
                  </p:txBody>
                </p:sp>
                <p:cxnSp>
                  <p:nvCxnSpPr>
                    <p:cNvPr id="78" name="Straight Arrow Connector 77">
                      <a:extLst>
                        <a:ext uri="{FF2B5EF4-FFF2-40B4-BE49-F238E27FC236}">
                          <a16:creationId xmlns:a16="http://schemas.microsoft.com/office/drawing/2014/main" id="{7BCA254A-21DB-CE97-357D-C29E959B5E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V="1">
                      <a:off x="9955543" y="3029444"/>
                      <a:ext cx="255908" cy="0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78A96F3C-58C9-2DC8-6806-36FDA6B8E5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80065" y="2953915"/>
                      <a:ext cx="63190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dirty="0"/>
                        <a:t>death</a:t>
                      </a:r>
                    </a:p>
                  </p:txBody>
                </p:sp>
              </p:grpSp>
              <p:pic>
                <p:nvPicPr>
                  <p:cNvPr id="5" name="Content Placeholder 4" descr="A graph of a graph with a line&#10;&#10;Description automatically generated">
                    <a:extLst>
                      <a:ext uri="{FF2B5EF4-FFF2-40B4-BE49-F238E27FC236}">
                        <a16:creationId xmlns:a16="http://schemas.microsoft.com/office/drawing/2014/main" id="{2D88332F-25E5-0A99-5906-60EB99BC1C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6983127" y="3593672"/>
                    <a:ext cx="4876794" cy="2990924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043819E-F070-76E1-D2ED-2BD612579E15}"/>
                      </a:ext>
                    </a:extLst>
                  </p:cNvPr>
                  <p:cNvSpPr txBox="1"/>
                  <p:nvPr/>
                </p:nvSpPr>
                <p:spPr>
                  <a:xfrm>
                    <a:off x="7566215" y="6307189"/>
                    <a:ext cx="4390946" cy="3385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/>
                      <a:t>0                                          1.0                                           2.0</a:t>
                    </a:r>
                  </a:p>
                </p:txBody>
              </p:sp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C8F3164-D175-511A-B415-C2E6B7320D9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9185" y="6413871"/>
                    <a:ext cx="765274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years 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FA88167-A114-A4F4-E12C-7DF5F133B36E}"/>
                      </a:ext>
                    </a:extLst>
                  </p:cNvPr>
                  <p:cNvSpPr txBox="1"/>
                  <p:nvPr/>
                </p:nvSpPr>
                <p:spPr>
                  <a:xfrm>
                    <a:off x="10304641" y="4467097"/>
                    <a:ext cx="171393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simulations from </a:t>
                    </a:r>
                    <a:r>
                      <a:rPr lang="en-US" dirty="0" err="1"/>
                      <a:t>eqn</a:t>
                    </a:r>
                    <a:r>
                      <a:rPr lang="en-US" dirty="0"/>
                      <a:t> 4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281BBF7-122B-FE27-8633-831869AE6FD4}"/>
                      </a:ext>
                    </a:extLst>
                  </p:cNvPr>
                  <p:cNvSpPr txBox="1"/>
                  <p:nvPr/>
                </p:nvSpPr>
                <p:spPr>
                  <a:xfrm>
                    <a:off x="9472834" y="5657314"/>
                    <a:ext cx="1569981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</a:rPr>
                      <a:t>simple power </a:t>
                    </a:r>
                    <a:br>
                      <a:rPr lang="en-US" dirty="0">
                        <a:solidFill>
                          <a:srgbClr val="FF0000"/>
                        </a:solidFill>
                      </a:rPr>
                    </a:br>
                    <a:r>
                      <a:rPr lang="en-US" dirty="0">
                        <a:solidFill>
                          <a:srgbClr val="FF0000"/>
                        </a:solidFill>
                      </a:rPr>
                      <a:t>law decay (m)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BCDBD38-367E-BCF4-BD2A-4BF840DFE86D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798413" y="4863575"/>
                    <a:ext cx="2282100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Scaled antibody titer </a:t>
                    </a:r>
                  </a:p>
                </p:txBody>
              </p:sp>
            </p:grpSp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A18ECD4-FAA2-6EFB-F2C6-9EF707B8AD0C}"/>
                    </a:ext>
                  </a:extLst>
                </p:cNvPr>
                <p:cNvSpPr/>
                <p:nvPr/>
              </p:nvSpPr>
              <p:spPr>
                <a:xfrm>
                  <a:off x="7497007" y="3634720"/>
                  <a:ext cx="4317168" cy="263916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DD9DAF-BB79-7E8E-6B31-CADA1E0D086E}"/>
                  </a:ext>
                </a:extLst>
              </p:cNvPr>
              <p:cNvSpPr txBox="1"/>
              <p:nvPr/>
            </p:nvSpPr>
            <p:spPr>
              <a:xfrm>
                <a:off x="171618" y="3521652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D24633-F0FC-FA05-EE83-F64C1D2EF459}"/>
                  </a:ext>
                </a:extLst>
              </p:cNvPr>
              <p:cNvSpPr txBox="1"/>
              <p:nvPr/>
            </p:nvSpPr>
            <p:spPr>
              <a:xfrm>
                <a:off x="6484215" y="3593672"/>
                <a:ext cx="3706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5B1B01-040E-7AC7-2057-122A268DD51B}"/>
                  </a:ext>
                </a:extLst>
              </p:cNvPr>
              <p:cNvSpPr txBox="1"/>
              <p:nvPr/>
            </p:nvSpPr>
            <p:spPr>
              <a:xfrm>
                <a:off x="7494287" y="5084501"/>
                <a:ext cx="15699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simple power </a:t>
                </a:r>
                <a:br>
                  <a:rPr lang="en-US" dirty="0"/>
                </a:br>
                <a:r>
                  <a:rPr lang="en-US" dirty="0"/>
                  <a:t>law decay (m)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51380E-A1F5-78F2-E8F2-098256C742A8}"/>
                </a:ext>
              </a:extLst>
            </p:cNvPr>
            <p:cNvSpPr txBox="1"/>
            <p:nvPr/>
          </p:nvSpPr>
          <p:spPr>
            <a:xfrm>
              <a:off x="7005868" y="3567809"/>
              <a:ext cx="47899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10</a:t>
              </a:r>
              <a:r>
                <a:rPr lang="en-US" sz="1600" baseline="30000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1315A5-6C03-1025-6B56-5C56EA2557E7}"/>
                </a:ext>
              </a:extLst>
            </p:cNvPr>
            <p:cNvSpPr txBox="1"/>
            <p:nvPr/>
          </p:nvSpPr>
          <p:spPr>
            <a:xfrm>
              <a:off x="7006149" y="6077576"/>
              <a:ext cx="47899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10</a:t>
              </a:r>
              <a:r>
                <a:rPr lang="en-US" sz="1600" baseline="30000" dirty="0"/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6CCD46B-52A8-6059-B9D9-F7026FB9E6D5}"/>
                </a:ext>
              </a:extLst>
            </p:cNvPr>
            <p:cNvSpPr txBox="1"/>
            <p:nvPr/>
          </p:nvSpPr>
          <p:spPr>
            <a:xfrm>
              <a:off x="7016656" y="4811230"/>
              <a:ext cx="47899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10</a:t>
              </a:r>
              <a:r>
                <a:rPr lang="en-US" sz="1600" baseline="300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132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showing the value of a graph&#10;&#10;Description automatically generated with medium confidence">
            <a:extLst>
              <a:ext uri="{FF2B5EF4-FFF2-40B4-BE49-F238E27FC236}">
                <a16:creationId xmlns:a16="http://schemas.microsoft.com/office/drawing/2014/main" id="{88E7ECFA-223F-30CE-F9A1-F06A67668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7648" y="1825625"/>
            <a:ext cx="8536704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351E83-3B93-75EA-A066-679F08092114}"/>
              </a:ext>
            </a:extLst>
          </p:cNvPr>
          <p:cNvSpPr txBox="1"/>
          <p:nvPr/>
        </p:nvSpPr>
        <p:spPr>
          <a:xfrm>
            <a:off x="3048000" y="32458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 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A1F9A-9FFC-C7F9-D7F3-2FD2790FBA4F}"/>
              </a:ext>
            </a:extLst>
          </p:cNvPr>
          <p:cNvSpPr/>
          <p:nvPr/>
        </p:nvSpPr>
        <p:spPr>
          <a:xfrm>
            <a:off x="1827648" y="1668483"/>
            <a:ext cx="1010555" cy="39010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0E01A9-E00F-77EA-94C7-82EB809DF94E}"/>
              </a:ext>
            </a:extLst>
          </p:cNvPr>
          <p:cNvSpPr/>
          <p:nvPr/>
        </p:nvSpPr>
        <p:spPr>
          <a:xfrm rot="5400000">
            <a:off x="6358366" y="2170977"/>
            <a:ext cx="548059" cy="74639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5E63-56F0-B201-6E75-160197675224}"/>
              </a:ext>
            </a:extLst>
          </p:cNvPr>
          <p:cNvSpPr txBox="1"/>
          <p:nvPr/>
        </p:nvSpPr>
        <p:spPr>
          <a:xfrm>
            <a:off x="6011277" y="5838409"/>
            <a:ext cx="124223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time (years)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B5D2DD-EB6E-00F0-5938-62823657F26D}"/>
              </a:ext>
            </a:extLst>
          </p:cNvPr>
          <p:cNvSpPr txBox="1"/>
          <p:nvPr/>
        </p:nvSpPr>
        <p:spPr>
          <a:xfrm>
            <a:off x="2547420" y="5189517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225DA-5C62-ACE6-11CE-ACB1AD461B41}"/>
              </a:ext>
            </a:extLst>
          </p:cNvPr>
          <p:cNvSpPr txBox="1"/>
          <p:nvPr/>
        </p:nvSpPr>
        <p:spPr>
          <a:xfrm>
            <a:off x="2539008" y="3510218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06E3FD-2E56-138B-7235-538183C67FEE}"/>
              </a:ext>
            </a:extLst>
          </p:cNvPr>
          <p:cNvSpPr txBox="1"/>
          <p:nvPr/>
        </p:nvSpPr>
        <p:spPr>
          <a:xfrm>
            <a:off x="2541482" y="1830919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BBA9A-CCD2-8B71-F7AD-3992D03B56BC}"/>
              </a:ext>
            </a:extLst>
          </p:cNvPr>
          <p:cNvSpPr txBox="1"/>
          <p:nvPr/>
        </p:nvSpPr>
        <p:spPr>
          <a:xfrm>
            <a:off x="3095029" y="5586107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527110-6B4D-E0E9-8FEE-8177513036EE}"/>
              </a:ext>
            </a:extLst>
          </p:cNvPr>
          <p:cNvSpPr txBox="1"/>
          <p:nvPr/>
        </p:nvSpPr>
        <p:spPr>
          <a:xfrm>
            <a:off x="6471582" y="5593274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A4EED3-12FF-C3F2-EE34-B5F22B1505E7}"/>
              </a:ext>
            </a:extLst>
          </p:cNvPr>
          <p:cNvSpPr txBox="1"/>
          <p:nvPr/>
        </p:nvSpPr>
        <p:spPr>
          <a:xfrm>
            <a:off x="9842197" y="5592046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B80CE-29F6-D6FB-2C44-6E2957EBDE68}"/>
              </a:ext>
            </a:extLst>
          </p:cNvPr>
          <p:cNvSpPr txBox="1"/>
          <p:nvPr/>
        </p:nvSpPr>
        <p:spPr>
          <a:xfrm rot="16200000">
            <a:off x="1226793" y="3259722"/>
            <a:ext cx="219693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log</a:t>
            </a:r>
            <a:r>
              <a:rPr lang="en-US" sz="1600" baseline="-25000" dirty="0"/>
              <a:t>10</a:t>
            </a:r>
            <a:r>
              <a:rPr lang="en-US" sz="1600" dirty="0"/>
              <a:t> scaled titer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C22C99-D827-07F7-D0D6-3DD9C76FED39}"/>
              </a:ext>
            </a:extLst>
          </p:cNvPr>
          <p:cNvCxnSpPr>
            <a:cxnSpLocks/>
          </p:cNvCxnSpPr>
          <p:nvPr/>
        </p:nvCxnSpPr>
        <p:spPr>
          <a:xfrm flipV="1">
            <a:off x="3238702" y="4688919"/>
            <a:ext cx="0" cy="56125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01B9BC-601E-03CF-F285-52E41F45E99C}"/>
              </a:ext>
            </a:extLst>
          </p:cNvPr>
          <p:cNvCxnSpPr>
            <a:cxnSpLocks/>
          </p:cNvCxnSpPr>
          <p:nvPr/>
        </p:nvCxnSpPr>
        <p:spPr>
          <a:xfrm flipV="1">
            <a:off x="6609315" y="4688919"/>
            <a:ext cx="0" cy="56125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F4BE12-C2D1-E52E-B522-F107C511BF61}"/>
              </a:ext>
            </a:extLst>
          </p:cNvPr>
          <p:cNvSpPr txBox="1"/>
          <p:nvPr/>
        </p:nvSpPr>
        <p:spPr>
          <a:xfrm>
            <a:off x="8162459" y="3670746"/>
            <a:ext cx="227845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observed (total) titer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D74D89-4D40-C7A4-905A-6F4336701226}"/>
              </a:ext>
            </a:extLst>
          </p:cNvPr>
          <p:cNvSpPr txBox="1"/>
          <p:nvPr/>
        </p:nvSpPr>
        <p:spPr>
          <a:xfrm>
            <a:off x="8875916" y="4062328"/>
            <a:ext cx="156499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from primary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A67C7E-C8D2-8D79-4E99-80FDB79E34D7}"/>
              </a:ext>
            </a:extLst>
          </p:cNvPr>
          <p:cNvSpPr txBox="1"/>
          <p:nvPr/>
        </p:nvSpPr>
        <p:spPr>
          <a:xfrm>
            <a:off x="9061603" y="4550188"/>
            <a:ext cx="125805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from boost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0F5A12-2A8A-5B31-5111-4F8DB84D22CA}"/>
              </a:ext>
            </a:extLst>
          </p:cNvPr>
          <p:cNvSpPr txBox="1"/>
          <p:nvPr/>
        </p:nvSpPr>
        <p:spPr>
          <a:xfrm>
            <a:off x="6574112" y="4881474"/>
            <a:ext cx="109815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4x boost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B8147B-B992-6AF0-2348-5ABC3C51B485}"/>
              </a:ext>
            </a:extLst>
          </p:cNvPr>
          <p:cNvSpPr txBox="1"/>
          <p:nvPr/>
        </p:nvSpPr>
        <p:spPr>
          <a:xfrm>
            <a:off x="3208226" y="4862323"/>
            <a:ext cx="20228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primary response</a:t>
            </a:r>
          </a:p>
        </p:txBody>
      </p:sp>
    </p:spTree>
    <p:extLst>
      <p:ext uri="{BB962C8B-B14F-4D97-AF65-F5344CB8AC3E}">
        <p14:creationId xmlns:p14="http://schemas.microsoft.com/office/powerpoint/2010/main" val="271772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D8347F1-242A-B59F-C678-A6FACF6EF54A}"/>
              </a:ext>
            </a:extLst>
          </p:cNvPr>
          <p:cNvGrpSpPr/>
          <p:nvPr/>
        </p:nvGrpSpPr>
        <p:grpSpPr>
          <a:xfrm>
            <a:off x="120398" y="235808"/>
            <a:ext cx="11951204" cy="5054317"/>
            <a:chOff x="120398" y="235808"/>
            <a:chExt cx="11951204" cy="505431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614EAB6-2DA9-1058-C225-7696A7A3EE24}"/>
                </a:ext>
              </a:extLst>
            </p:cNvPr>
            <p:cNvGrpSpPr/>
            <p:nvPr/>
          </p:nvGrpSpPr>
          <p:grpSpPr>
            <a:xfrm>
              <a:off x="120398" y="235808"/>
              <a:ext cx="11951204" cy="4855176"/>
              <a:chOff x="120398" y="235808"/>
              <a:chExt cx="11951204" cy="485517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8C298B4-0A7E-27AB-AD02-E5975D29A3FC}"/>
                  </a:ext>
                </a:extLst>
              </p:cNvPr>
              <p:cNvGrpSpPr/>
              <p:nvPr/>
            </p:nvGrpSpPr>
            <p:grpSpPr>
              <a:xfrm>
                <a:off x="120398" y="235808"/>
                <a:ext cx="11951204" cy="4855176"/>
                <a:chOff x="120398" y="235808"/>
                <a:chExt cx="11951204" cy="4855176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36D72E44-C4E3-6CB3-481A-C3DC59ED5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0398" y="235808"/>
                  <a:ext cx="11951204" cy="4855176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C79A37E-4BBF-CF1B-E992-5FD3AD7ADE09}"/>
                    </a:ext>
                  </a:extLst>
                </p:cNvPr>
                <p:cNvSpPr txBox="1"/>
                <p:nvPr/>
              </p:nvSpPr>
              <p:spPr>
                <a:xfrm>
                  <a:off x="4658497" y="345989"/>
                  <a:ext cx="490217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Primary vaccination  </a:t>
                  </a:r>
                  <a:r>
                    <a:rPr lang="en-US" dirty="0">
                      <a:solidFill>
                        <a:srgbClr val="0432FF"/>
                      </a:solidFill>
                    </a:rPr>
                    <a:t>First boost      </a:t>
                  </a:r>
                  <a:r>
                    <a:rPr lang="en-US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Second boost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3D9CA-5F96-FB6D-480D-EC185489C0A2}"/>
                  </a:ext>
                </a:extLst>
              </p:cNvPr>
              <p:cNvSpPr txBox="1"/>
              <p:nvPr/>
            </p:nvSpPr>
            <p:spPr>
              <a:xfrm>
                <a:off x="2125362" y="2478730"/>
                <a:ext cx="889090" cy="369332"/>
              </a:xfrm>
              <a:prstGeom prst="rect">
                <a:avLst/>
              </a:prstGeom>
              <a:solidFill>
                <a:schemeClr val="bg1">
                  <a:alpha val="68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natural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2AFE769-56F1-C71D-997E-6D642B88F168}"/>
                </a:ext>
              </a:extLst>
            </p:cNvPr>
            <p:cNvSpPr txBox="1"/>
            <p:nvPr/>
          </p:nvSpPr>
          <p:spPr>
            <a:xfrm>
              <a:off x="1112363" y="4920793"/>
              <a:ext cx="10716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March 2020                                          March 2021                                           March 2022                                          March 2023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1B88B65-5010-55C7-0E3F-849CD127AA32}"/>
                </a:ext>
              </a:extLst>
            </p:cNvPr>
            <p:cNvSpPr txBox="1"/>
            <p:nvPr/>
          </p:nvSpPr>
          <p:spPr>
            <a:xfrm rot="16200000">
              <a:off x="-1658037" y="2309091"/>
              <a:ext cx="392620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SARS-CoV-2 spike antibody titter         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335E43D-5F17-97A2-E1CB-49FFE7201ED6}"/>
                </a:ext>
              </a:extLst>
            </p:cNvPr>
            <p:cNvSpPr txBox="1"/>
            <p:nvPr/>
          </p:nvSpPr>
          <p:spPr>
            <a:xfrm>
              <a:off x="1112363" y="4166647"/>
              <a:ext cx="1136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threshold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225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F3404AEF-8FA2-D346-8931-BBB6B9A6EADA}"/>
              </a:ext>
            </a:extLst>
          </p:cNvPr>
          <p:cNvGrpSpPr/>
          <p:nvPr/>
        </p:nvGrpSpPr>
        <p:grpSpPr>
          <a:xfrm>
            <a:off x="595083" y="291825"/>
            <a:ext cx="8491861" cy="2588523"/>
            <a:chOff x="1021803" y="312145"/>
            <a:chExt cx="8491861" cy="2588523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DB5BFD4-CD4C-4466-8152-2EBEC31563DD}"/>
                </a:ext>
              </a:extLst>
            </p:cNvPr>
            <p:cNvSpPr/>
            <p:nvPr/>
          </p:nvSpPr>
          <p:spPr>
            <a:xfrm>
              <a:off x="1667933" y="1507067"/>
              <a:ext cx="939800" cy="939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FEFA5B3-7A9D-2B15-3694-2B2B46DDEC2A}"/>
                </a:ext>
              </a:extLst>
            </p:cNvPr>
            <p:cNvSpPr/>
            <p:nvPr/>
          </p:nvSpPr>
          <p:spPr>
            <a:xfrm>
              <a:off x="3585633" y="1507067"/>
              <a:ext cx="939800" cy="939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6EB0E08-3442-CF11-0870-72663374186B}"/>
                </a:ext>
              </a:extLst>
            </p:cNvPr>
            <p:cNvSpPr/>
            <p:nvPr/>
          </p:nvSpPr>
          <p:spPr>
            <a:xfrm>
              <a:off x="6451600" y="1507067"/>
              <a:ext cx="939800" cy="939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6C41B9-3D5A-A90C-1C8A-1DF1E02A7CC5}"/>
                </a:ext>
              </a:extLst>
            </p:cNvPr>
            <p:cNvCxnSpPr/>
            <p:nvPr/>
          </p:nvCxnSpPr>
          <p:spPr>
            <a:xfrm>
              <a:off x="2620433" y="1803400"/>
              <a:ext cx="952500" cy="0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57E7C06-7A5F-58FB-73EA-71760528CE04}"/>
                </a:ext>
              </a:extLst>
            </p:cNvPr>
            <p:cNvCxnSpPr/>
            <p:nvPr/>
          </p:nvCxnSpPr>
          <p:spPr>
            <a:xfrm>
              <a:off x="5499100" y="1803400"/>
              <a:ext cx="952500" cy="0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A2535A0-E881-DFE2-1840-174140EF9C1A}"/>
                </a:ext>
              </a:extLst>
            </p:cNvPr>
            <p:cNvCxnSpPr/>
            <p:nvPr/>
          </p:nvCxnSpPr>
          <p:spPr>
            <a:xfrm>
              <a:off x="2620433" y="2057400"/>
              <a:ext cx="952500" cy="0"/>
            </a:xfrm>
            <a:prstGeom prst="straightConnector1">
              <a:avLst/>
            </a:prstGeom>
            <a:ln w="12700">
              <a:solidFill>
                <a:srgbClr val="0432FF"/>
              </a:solidFill>
              <a:headEnd type="stealt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8987EBC-E512-A166-9134-E48C2E0891B7}"/>
                </a:ext>
              </a:extLst>
            </p:cNvPr>
            <p:cNvCxnSpPr/>
            <p:nvPr/>
          </p:nvCxnSpPr>
          <p:spPr>
            <a:xfrm>
              <a:off x="5499100" y="2057400"/>
              <a:ext cx="952500" cy="0"/>
            </a:xfrm>
            <a:prstGeom prst="straightConnector1">
              <a:avLst/>
            </a:prstGeom>
            <a:ln w="12700">
              <a:solidFill>
                <a:srgbClr val="0432FF"/>
              </a:solidFill>
              <a:headEnd type="stealt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3C984E-E8B0-5293-3AB9-0A6D25BC03CA}"/>
                </a:ext>
              </a:extLst>
            </p:cNvPr>
            <p:cNvSpPr txBox="1"/>
            <p:nvPr/>
          </p:nvSpPr>
          <p:spPr>
            <a:xfrm>
              <a:off x="1876067" y="1715357"/>
              <a:ext cx="5116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1</a:t>
              </a:r>
              <a:endParaRPr lang="en-US" sz="2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8F6B09F-E088-853C-682D-76A6756826AB}"/>
                </a:ext>
              </a:extLst>
            </p:cNvPr>
            <p:cNvSpPr txBox="1"/>
            <p:nvPr/>
          </p:nvSpPr>
          <p:spPr>
            <a:xfrm>
              <a:off x="3839193" y="1715357"/>
              <a:ext cx="5116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2</a:t>
              </a:r>
              <a:endParaRPr lang="en-US" sz="2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AAC927-A5A3-E46E-924E-137CA30A9A23}"/>
                </a:ext>
              </a:extLst>
            </p:cNvPr>
            <p:cNvSpPr txBox="1"/>
            <p:nvPr/>
          </p:nvSpPr>
          <p:spPr>
            <a:xfrm>
              <a:off x="6717397" y="1715357"/>
              <a:ext cx="5148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X</a:t>
              </a:r>
              <a:r>
                <a:rPr lang="en-US" sz="2800" baseline="-25000" dirty="0" err="1"/>
                <a:t>n</a:t>
              </a:r>
              <a:endParaRPr lang="en-US" sz="2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60394F-93DC-402D-F7C5-C71C5D301645}"/>
                </a:ext>
              </a:extLst>
            </p:cNvPr>
            <p:cNvSpPr txBox="1"/>
            <p:nvPr/>
          </p:nvSpPr>
          <p:spPr>
            <a:xfrm>
              <a:off x="4846320" y="1803400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…..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1323816-59B4-2BD0-B437-39FEB529D2E3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2137833" y="2446867"/>
              <a:ext cx="3630" cy="4080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4E40174-7EF3-C648-6A1B-CCFF35D5E40E}"/>
                </a:ext>
              </a:extLst>
            </p:cNvPr>
            <p:cNvCxnSpPr/>
            <p:nvPr/>
          </p:nvCxnSpPr>
          <p:spPr>
            <a:xfrm>
              <a:off x="4190153" y="2446866"/>
              <a:ext cx="3630" cy="4080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5FE9CF4-59BD-7997-C1C1-FE46E3F736BD}"/>
                </a:ext>
              </a:extLst>
            </p:cNvPr>
            <p:cNvCxnSpPr/>
            <p:nvPr/>
          </p:nvCxnSpPr>
          <p:spPr>
            <a:xfrm>
              <a:off x="7075593" y="2446866"/>
              <a:ext cx="3630" cy="40809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FF535F-2429-5F36-C109-C9801A50FF11}"/>
                </a:ext>
              </a:extLst>
            </p:cNvPr>
            <p:cNvSpPr txBox="1"/>
            <p:nvPr/>
          </p:nvSpPr>
          <p:spPr>
            <a:xfrm>
              <a:off x="2235288" y="2516200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  <a:r>
                <a:rPr lang="en-US" baseline="-25000" dirty="0"/>
                <a:t>1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434F50-4470-24DF-9CAE-E95410DF6C37}"/>
                </a:ext>
              </a:extLst>
            </p:cNvPr>
            <p:cNvSpPr txBox="1"/>
            <p:nvPr/>
          </p:nvSpPr>
          <p:spPr>
            <a:xfrm>
              <a:off x="4259900" y="2466246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  <a:r>
                <a:rPr lang="en-US" baseline="-25000" dirty="0"/>
                <a:t>2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B021356-EFF7-1009-5A19-452B24C688A8}"/>
                </a:ext>
              </a:extLst>
            </p:cNvPr>
            <p:cNvSpPr txBox="1"/>
            <p:nvPr/>
          </p:nvSpPr>
          <p:spPr>
            <a:xfrm>
              <a:off x="6672668" y="2531336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</a:t>
              </a:r>
              <a:r>
                <a:rPr lang="en-US" baseline="-25000" dirty="0" err="1"/>
                <a:t>n</a:t>
              </a:r>
              <a:endParaRPr lang="en-US" dirty="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8D81277F-F4E7-B534-A7EF-C37CA766DCEB}"/>
                </a:ext>
              </a:extLst>
            </p:cNvPr>
            <p:cNvSpPr/>
            <p:nvPr/>
          </p:nvSpPr>
          <p:spPr>
            <a:xfrm rot="10800000">
              <a:off x="1284172" y="671502"/>
              <a:ext cx="803126" cy="1227006"/>
            </a:xfrm>
            <a:prstGeom prst="arc">
              <a:avLst>
                <a:gd name="adj1" fmla="val 16200000"/>
                <a:gd name="adj2" fmla="val 21330930"/>
              </a:avLst>
            </a:prstGeom>
            <a:ln>
              <a:solidFill>
                <a:srgbClr val="0432FF"/>
              </a:solidFill>
              <a:headEnd type="stealth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F2FE18-993C-ABED-807D-93F410F024AD}"/>
                </a:ext>
              </a:extLst>
            </p:cNvPr>
            <p:cNvSpPr txBox="1"/>
            <p:nvPr/>
          </p:nvSpPr>
          <p:spPr>
            <a:xfrm>
              <a:off x="1021803" y="683548"/>
              <a:ext cx="107407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432FF"/>
                  </a:solidFill>
                </a:rPr>
                <a:t>extrinsic </a:t>
              </a:r>
              <a:br>
                <a:rPr lang="en-US" dirty="0">
                  <a:solidFill>
                    <a:srgbClr val="0432FF"/>
                  </a:solidFill>
                </a:rPr>
              </a:br>
              <a:r>
                <a:rPr lang="en-US" dirty="0">
                  <a:solidFill>
                    <a:srgbClr val="0432FF"/>
                  </a:solidFill>
                </a:rPr>
                <a:t>model</a:t>
              </a:r>
            </a:p>
            <a:p>
              <a:pPr algn="ctr"/>
              <a:r>
                <a:rPr lang="en-US" dirty="0">
                  <a:solidFill>
                    <a:srgbClr val="0432FF"/>
                  </a:solidFill>
                </a:rPr>
                <a:t>a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92D487C-4723-5411-5F94-75DEABF3F3BB}"/>
                </a:ext>
              </a:extLst>
            </p:cNvPr>
            <p:cNvSpPr txBox="1"/>
            <p:nvPr/>
          </p:nvSpPr>
          <p:spPr>
            <a:xfrm>
              <a:off x="2408669" y="312145"/>
              <a:ext cx="38223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Influx after immunization or infection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1F36B5C-2CF8-335C-EF96-BA18DB7C9307}"/>
                </a:ext>
              </a:extLst>
            </p:cNvPr>
            <p:cNvCxnSpPr/>
            <p:nvPr/>
          </p:nvCxnSpPr>
          <p:spPr>
            <a:xfrm>
              <a:off x="2137833" y="1094730"/>
              <a:ext cx="3630" cy="4080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1765718-D709-9AB0-14EA-CE26AFC0B9A3}"/>
                </a:ext>
              </a:extLst>
            </p:cNvPr>
            <p:cNvCxnSpPr/>
            <p:nvPr/>
          </p:nvCxnSpPr>
          <p:spPr>
            <a:xfrm>
              <a:off x="4186523" y="1079595"/>
              <a:ext cx="3630" cy="4080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C2CD1D2-E11F-2B86-71FA-8A1F8F688C1A}"/>
                </a:ext>
              </a:extLst>
            </p:cNvPr>
            <p:cNvCxnSpPr/>
            <p:nvPr/>
          </p:nvCxnSpPr>
          <p:spPr>
            <a:xfrm>
              <a:off x="6971209" y="1094730"/>
              <a:ext cx="3630" cy="4080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0465A4-9A15-BA28-B94C-3D69CCFB89CE}"/>
                </a:ext>
              </a:extLst>
            </p:cNvPr>
            <p:cNvSpPr txBox="1"/>
            <p:nvPr/>
          </p:nvSpPr>
          <p:spPr>
            <a:xfrm>
              <a:off x="3408758" y="671503"/>
              <a:ext cx="1720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intrinsic model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2311B0-661D-81CA-CA56-5B9348DE2CFC}"/>
                </a:ext>
              </a:extLst>
            </p:cNvPr>
            <p:cNvSpPr txBox="1"/>
            <p:nvPr/>
          </p:nvSpPr>
          <p:spPr>
            <a:xfrm>
              <a:off x="2137833" y="1040835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7C1595-C11E-9F73-3F22-4E75922F98D3}"/>
                </a:ext>
              </a:extLst>
            </p:cNvPr>
            <p:cNvSpPr txBox="1"/>
            <p:nvPr/>
          </p:nvSpPr>
          <p:spPr>
            <a:xfrm>
              <a:off x="4220706" y="1060214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F4C33E-9383-511D-9957-FEB58CF06543}"/>
                </a:ext>
              </a:extLst>
            </p:cNvPr>
            <p:cNvSpPr txBox="1"/>
            <p:nvPr/>
          </p:nvSpPr>
          <p:spPr>
            <a:xfrm>
              <a:off x="6988185" y="1006036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r>
                <a:rPr lang="en-US" baseline="-25000" dirty="0">
                  <a:solidFill>
                    <a:srgbClr val="FF0000"/>
                  </a:solidFill>
                </a:rPr>
                <a:t>n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7E9B68-2D0F-C365-423E-907428225A39}"/>
                </a:ext>
              </a:extLst>
            </p:cNvPr>
            <p:cNvSpPr txBox="1"/>
            <p:nvPr/>
          </p:nvSpPr>
          <p:spPr>
            <a:xfrm>
              <a:off x="7589163" y="462633"/>
              <a:ext cx="1924501" cy="230832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Homeostasis:</a:t>
              </a:r>
            </a:p>
            <a:p>
              <a:pPr algn="ctr"/>
              <a:r>
                <a:rPr lang="en-US" dirty="0"/>
                <a:t>d</a:t>
              </a:r>
              <a:r>
                <a:rPr lang="en-US" baseline="-25000" dirty="0"/>
                <a:t>i</a:t>
              </a:r>
              <a:r>
                <a:rPr lang="en-US" dirty="0"/>
                <a:t> = h</a:t>
              </a:r>
              <a:r>
                <a:rPr lang="en-US" baseline="-25000" dirty="0"/>
                <a:t>i</a:t>
              </a:r>
              <a:r>
                <a:rPr lang="en-US" dirty="0"/>
                <a:t>(x</a:t>
              </a:r>
              <a:r>
                <a:rPr lang="en-US" baseline="-25000" dirty="0"/>
                <a:t>1, … </a:t>
              </a:r>
              <a:r>
                <a:rPr lang="en-US" dirty="0" err="1"/>
                <a:t>x</a:t>
              </a:r>
              <a:r>
                <a:rPr lang="en-US" baseline="-25000" dirty="0" err="1"/>
                <a:t>n</a:t>
              </a:r>
              <a:r>
                <a:rPr lang="en-US" dirty="0"/>
                <a:t>)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Antibody</a:t>
              </a:r>
            </a:p>
            <a:p>
              <a:pPr algn="ctr"/>
              <a:r>
                <a:rPr lang="en-US" dirty="0" err="1"/>
                <a:t>dA</a:t>
              </a:r>
              <a:r>
                <a:rPr lang="en-US" dirty="0"/>
                <a:t>/dt = p </a:t>
              </a:r>
              <a:r>
                <a:rPr lang="el-GR" dirty="0"/>
                <a:t>Σ</a:t>
              </a:r>
              <a:r>
                <a:rPr lang="en-US" dirty="0"/>
                <a:t>x</a:t>
              </a:r>
              <a:r>
                <a:rPr lang="en-US" baseline="-25000" dirty="0"/>
                <a:t>i</a:t>
              </a:r>
              <a:r>
                <a:rPr lang="en-US" dirty="0"/>
                <a:t> – </a:t>
              </a:r>
              <a:r>
                <a:rPr lang="en-US" dirty="0" err="1"/>
                <a:t>d</a:t>
              </a:r>
              <a:r>
                <a:rPr lang="en-US" baseline="-25000" dirty="0" err="1"/>
                <a:t>A</a:t>
              </a:r>
              <a:r>
                <a:rPr lang="en-US" dirty="0" err="1"/>
                <a:t>A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Death rates</a:t>
              </a:r>
            </a:p>
            <a:p>
              <a:pPr algn="ctr"/>
              <a:r>
                <a:rPr lang="en-US" dirty="0"/>
                <a:t>d</a:t>
              </a:r>
              <a:r>
                <a:rPr lang="en-US" baseline="-25000" dirty="0"/>
                <a:t>1</a:t>
              </a:r>
              <a:r>
                <a:rPr lang="en-US" dirty="0"/>
                <a:t>&gt;d</a:t>
              </a:r>
              <a:r>
                <a:rPr lang="en-US" baseline="-25000" dirty="0"/>
                <a:t>2</a:t>
              </a:r>
              <a:r>
                <a:rPr lang="en-US" dirty="0"/>
                <a:t>&gt;…&gt;</a:t>
              </a:r>
              <a:r>
                <a:rPr lang="en-US" dirty="0" err="1"/>
                <a:t>d</a:t>
              </a:r>
              <a:r>
                <a:rPr lang="en-US" baseline="-25000" dirty="0" err="1"/>
                <a:t>n</a:t>
              </a:r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99D2B3D-8D33-FB1F-450C-4C39831B7FAA}"/>
                </a:ext>
              </a:extLst>
            </p:cNvPr>
            <p:cNvSpPr txBox="1"/>
            <p:nvPr/>
          </p:nvSpPr>
          <p:spPr>
            <a:xfrm>
              <a:off x="2947970" y="1472729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f</a:t>
              </a:r>
              <a:r>
                <a:rPr lang="en-US" baseline="-25000" dirty="0">
                  <a:solidFill>
                    <a:srgbClr val="0432FF"/>
                  </a:solidFill>
                </a:rPr>
                <a:t>1</a:t>
              </a:r>
              <a:endParaRPr lang="en-US" dirty="0">
                <a:solidFill>
                  <a:srgbClr val="0432FF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6FCC22-ADB9-5C78-7B03-08F97D4D5817}"/>
                </a:ext>
              </a:extLst>
            </p:cNvPr>
            <p:cNvSpPr txBox="1"/>
            <p:nvPr/>
          </p:nvSpPr>
          <p:spPr>
            <a:xfrm>
              <a:off x="2927366" y="1988066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b</a:t>
              </a:r>
              <a:r>
                <a:rPr lang="en-US" baseline="-25000" dirty="0">
                  <a:solidFill>
                    <a:srgbClr val="0432FF"/>
                  </a:solidFill>
                </a:rPr>
                <a:t>1</a:t>
              </a:r>
              <a:endParaRPr lang="en-US" dirty="0">
                <a:solidFill>
                  <a:srgbClr val="0432FF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6261CB1-BAAF-240E-62BC-13B0C7A8EFB6}"/>
                </a:ext>
              </a:extLst>
            </p:cNvPr>
            <p:cNvSpPr txBox="1"/>
            <p:nvPr/>
          </p:nvSpPr>
          <p:spPr>
            <a:xfrm>
              <a:off x="5894595" y="1485431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f</a:t>
              </a:r>
              <a:r>
                <a:rPr lang="en-US" baseline="-25000" dirty="0">
                  <a:solidFill>
                    <a:srgbClr val="0432FF"/>
                  </a:solidFill>
                </a:rPr>
                <a:t>n-1</a:t>
              </a:r>
              <a:endParaRPr lang="en-US" dirty="0">
                <a:solidFill>
                  <a:srgbClr val="0432FF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3DFD4EB-C62A-7B07-3514-20FDC04DF0E0}"/>
                </a:ext>
              </a:extLst>
            </p:cNvPr>
            <p:cNvSpPr txBox="1"/>
            <p:nvPr/>
          </p:nvSpPr>
          <p:spPr>
            <a:xfrm>
              <a:off x="5884151" y="2000768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b</a:t>
              </a:r>
              <a:r>
                <a:rPr lang="en-US" baseline="-25000" dirty="0">
                  <a:solidFill>
                    <a:srgbClr val="0432FF"/>
                  </a:solidFill>
                </a:rPr>
                <a:t>n-1</a:t>
              </a:r>
              <a:endParaRPr lang="en-US" dirty="0">
                <a:solidFill>
                  <a:srgbClr val="0432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188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2" name="Group 1701">
            <a:extLst>
              <a:ext uri="{FF2B5EF4-FFF2-40B4-BE49-F238E27FC236}">
                <a16:creationId xmlns:a16="http://schemas.microsoft.com/office/drawing/2014/main" id="{2963F56A-FB4A-DA7C-5FC7-7EA760DD9514}"/>
              </a:ext>
            </a:extLst>
          </p:cNvPr>
          <p:cNvGrpSpPr/>
          <p:nvPr/>
        </p:nvGrpSpPr>
        <p:grpSpPr>
          <a:xfrm>
            <a:off x="2784043" y="725934"/>
            <a:ext cx="5788396" cy="5406132"/>
            <a:chOff x="2784043" y="725934"/>
            <a:chExt cx="5788396" cy="54061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B039A1F-7E07-7277-5B9B-38AF17317DB8}"/>
                </a:ext>
              </a:extLst>
            </p:cNvPr>
            <p:cNvSpPr txBox="1"/>
            <p:nvPr/>
          </p:nvSpPr>
          <p:spPr>
            <a:xfrm>
              <a:off x="6970013" y="1381582"/>
              <a:ext cx="16024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lumen</a:t>
              </a:r>
            </a:p>
            <a:p>
              <a:r>
                <a:rPr lang="en-US" dirty="0"/>
                <a:t>(infection site)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1107A5D-BB7B-C0C7-BEAC-8BA82BABE348}"/>
                </a:ext>
              </a:extLst>
            </p:cNvPr>
            <p:cNvSpPr/>
            <p:nvPr/>
          </p:nvSpPr>
          <p:spPr>
            <a:xfrm rot="5400000">
              <a:off x="5103583" y="4176322"/>
              <a:ext cx="1263298" cy="1331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C259299-BA34-209E-FF31-BC1BC9DA6CAB}"/>
                </a:ext>
              </a:extLst>
            </p:cNvPr>
            <p:cNvSpPr/>
            <p:nvPr/>
          </p:nvSpPr>
          <p:spPr>
            <a:xfrm rot="5400000">
              <a:off x="5224220" y="1590991"/>
              <a:ext cx="1034793" cy="1398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125E10E-66DB-C4A9-7D00-4FBBE4029868}"/>
                </a:ext>
              </a:extLst>
            </p:cNvPr>
            <p:cNvSpPr/>
            <p:nvPr/>
          </p:nvSpPr>
          <p:spPr>
            <a:xfrm rot="5400000">
              <a:off x="5080276" y="2800720"/>
              <a:ext cx="1399019" cy="1398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7D89E26-59B8-E74E-2AC5-2A8E5C01A26A}"/>
                </a:ext>
              </a:extLst>
            </p:cNvPr>
            <p:cNvSpPr/>
            <p:nvPr/>
          </p:nvSpPr>
          <p:spPr>
            <a:xfrm rot="5400000">
              <a:off x="6250298" y="1987412"/>
              <a:ext cx="912036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E978F5-3FA8-6BEA-1D5B-2851766C921A}"/>
                </a:ext>
              </a:extLst>
            </p:cNvPr>
            <p:cNvSpPr txBox="1"/>
            <p:nvPr/>
          </p:nvSpPr>
          <p:spPr>
            <a:xfrm rot="5400000">
              <a:off x="6209407" y="242928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4B4295A-2F92-D15D-E050-107D0145FCA4}"/>
                </a:ext>
              </a:extLst>
            </p:cNvPr>
            <p:cNvSpPr/>
            <p:nvPr/>
          </p:nvSpPr>
          <p:spPr>
            <a:xfrm rot="5400000">
              <a:off x="6057053" y="3203135"/>
              <a:ext cx="1269581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347F98F5-6308-A980-FCFB-FDF9EBB9DB8D}"/>
                </a:ext>
              </a:extLst>
            </p:cNvPr>
            <p:cNvSpPr/>
            <p:nvPr/>
          </p:nvSpPr>
          <p:spPr>
            <a:xfrm rot="5400000">
              <a:off x="5972875" y="2268576"/>
              <a:ext cx="858421" cy="7744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964A24FA-5344-04F7-E531-6D96D6A54938}"/>
                </a:ext>
              </a:extLst>
            </p:cNvPr>
            <p:cNvSpPr/>
            <p:nvPr/>
          </p:nvSpPr>
          <p:spPr>
            <a:xfrm rot="5400000">
              <a:off x="5733227" y="3432681"/>
              <a:ext cx="1254360" cy="15223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8D1F925-D415-BC95-D144-AC0B48217F93}"/>
                </a:ext>
              </a:extLst>
            </p:cNvPr>
            <p:cNvSpPr/>
            <p:nvPr/>
          </p:nvSpPr>
          <p:spPr>
            <a:xfrm rot="5400000">
              <a:off x="6032537" y="4535621"/>
              <a:ext cx="1160674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05A6D4E-2B4C-0415-E3BB-67752E65DB21}"/>
                </a:ext>
              </a:extLst>
            </p:cNvPr>
            <p:cNvSpPr/>
            <p:nvPr/>
          </p:nvSpPr>
          <p:spPr>
            <a:xfrm rot="5400000">
              <a:off x="5720337" y="4778063"/>
              <a:ext cx="1124440" cy="1616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9D12C13-9966-DA91-BFCB-619BC206F048}"/>
                </a:ext>
              </a:extLst>
            </p:cNvPr>
            <p:cNvSpPr/>
            <p:nvPr/>
          </p:nvSpPr>
          <p:spPr>
            <a:xfrm rot="5400000">
              <a:off x="5567638" y="2798049"/>
              <a:ext cx="327121" cy="5657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D98CA2-E38C-E2EF-9236-140F3F2F7CFF}"/>
                </a:ext>
              </a:extLst>
            </p:cNvPr>
            <p:cNvSpPr/>
            <p:nvPr/>
          </p:nvSpPr>
          <p:spPr>
            <a:xfrm rot="5400000">
              <a:off x="5553837" y="4147124"/>
              <a:ext cx="327121" cy="5657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2BE79E8-1E58-AE04-56AC-26795DB5F99F}"/>
                </a:ext>
              </a:extLst>
            </p:cNvPr>
            <p:cNvSpPr/>
            <p:nvPr/>
          </p:nvSpPr>
          <p:spPr>
            <a:xfrm rot="5400000">
              <a:off x="5502379" y="1721853"/>
              <a:ext cx="327121" cy="5657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2751809-300E-005D-C219-F1E7C680136B}"/>
                </a:ext>
              </a:extLst>
            </p:cNvPr>
            <p:cNvGrpSpPr/>
            <p:nvPr/>
          </p:nvGrpSpPr>
          <p:grpSpPr>
            <a:xfrm rot="5400000">
              <a:off x="4848739" y="944619"/>
              <a:ext cx="45719" cy="375264"/>
              <a:chOff x="6686062" y="3899868"/>
              <a:chExt cx="74130" cy="410527"/>
            </a:xfrm>
          </p:grpSpPr>
          <p:sp>
            <p:nvSpPr>
              <p:cNvPr id="1445" name="Rounded Rectangle 1444">
                <a:extLst>
                  <a:ext uri="{FF2B5EF4-FFF2-40B4-BE49-F238E27FC236}">
                    <a16:creationId xmlns:a16="http://schemas.microsoft.com/office/drawing/2014/main" id="{B7279395-B9E4-F8A8-7533-D77BBFEA35C0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6" name="Rounded Rectangle 1445">
                <a:extLst>
                  <a:ext uri="{FF2B5EF4-FFF2-40B4-BE49-F238E27FC236}">
                    <a16:creationId xmlns:a16="http://schemas.microsoft.com/office/drawing/2014/main" id="{47409CC3-7829-1A90-355E-C46F9884265E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7" name="Rounded Rectangle 1446">
                <a:extLst>
                  <a:ext uri="{FF2B5EF4-FFF2-40B4-BE49-F238E27FC236}">
                    <a16:creationId xmlns:a16="http://schemas.microsoft.com/office/drawing/2014/main" id="{C9630FB1-C25F-1B81-1194-1853361F5891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8" name="Rounded Rectangle 1447">
                <a:extLst>
                  <a:ext uri="{FF2B5EF4-FFF2-40B4-BE49-F238E27FC236}">
                    <a16:creationId xmlns:a16="http://schemas.microsoft.com/office/drawing/2014/main" id="{2B268F67-057A-1B42-4562-9D440F2DA64D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9" name="Rounded Rectangle 1448">
                <a:extLst>
                  <a:ext uri="{FF2B5EF4-FFF2-40B4-BE49-F238E27FC236}">
                    <a16:creationId xmlns:a16="http://schemas.microsoft.com/office/drawing/2014/main" id="{2E8A80DD-F992-2919-B986-FCDE10BBAD48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50" name="Straight Connector 1449">
                <a:extLst>
                  <a:ext uri="{FF2B5EF4-FFF2-40B4-BE49-F238E27FC236}">
                    <a16:creationId xmlns:a16="http://schemas.microsoft.com/office/drawing/2014/main" id="{301C65D7-3467-B3AE-1927-65236ED7A97A}"/>
                  </a:ext>
                </a:extLst>
              </p:cNvPr>
              <p:cNvCxnSpPr>
                <a:cxnSpLocks/>
                <a:stCxn id="1445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4BFE321-20FB-9D1F-92B2-1D9FB84C72CE}"/>
                </a:ext>
              </a:extLst>
            </p:cNvPr>
            <p:cNvGrpSpPr/>
            <p:nvPr/>
          </p:nvGrpSpPr>
          <p:grpSpPr>
            <a:xfrm rot="5400000">
              <a:off x="4831935" y="2143871"/>
              <a:ext cx="45719" cy="375264"/>
              <a:chOff x="6686062" y="3899868"/>
              <a:chExt cx="74130" cy="410527"/>
            </a:xfrm>
          </p:grpSpPr>
          <p:sp>
            <p:nvSpPr>
              <p:cNvPr id="1439" name="Rounded Rectangle 1438">
                <a:extLst>
                  <a:ext uri="{FF2B5EF4-FFF2-40B4-BE49-F238E27FC236}">
                    <a16:creationId xmlns:a16="http://schemas.microsoft.com/office/drawing/2014/main" id="{EB731A38-05C5-B13D-B2FA-2F37BD7663CF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0" name="Rounded Rectangle 1439">
                <a:extLst>
                  <a:ext uri="{FF2B5EF4-FFF2-40B4-BE49-F238E27FC236}">
                    <a16:creationId xmlns:a16="http://schemas.microsoft.com/office/drawing/2014/main" id="{B19C8C0F-CBB9-2DBD-E50D-63831240AD1D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1" name="Rounded Rectangle 1440">
                <a:extLst>
                  <a:ext uri="{FF2B5EF4-FFF2-40B4-BE49-F238E27FC236}">
                    <a16:creationId xmlns:a16="http://schemas.microsoft.com/office/drawing/2014/main" id="{4A450825-EDA1-30C9-CFF5-AE2AC2512869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2" name="Rounded Rectangle 1441">
                <a:extLst>
                  <a:ext uri="{FF2B5EF4-FFF2-40B4-BE49-F238E27FC236}">
                    <a16:creationId xmlns:a16="http://schemas.microsoft.com/office/drawing/2014/main" id="{9C63C38C-4061-0CBC-FE6D-A1116126E3F9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3" name="Rounded Rectangle 1442">
                <a:extLst>
                  <a:ext uri="{FF2B5EF4-FFF2-40B4-BE49-F238E27FC236}">
                    <a16:creationId xmlns:a16="http://schemas.microsoft.com/office/drawing/2014/main" id="{87D2CAAF-5796-B31D-C308-A61C729AA244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4" name="Straight Connector 1443">
                <a:extLst>
                  <a:ext uri="{FF2B5EF4-FFF2-40B4-BE49-F238E27FC236}">
                    <a16:creationId xmlns:a16="http://schemas.microsoft.com/office/drawing/2014/main" id="{E6318901-9C6E-6D9F-4D32-3635C761CFC2}"/>
                  </a:ext>
                </a:extLst>
              </p:cNvPr>
              <p:cNvCxnSpPr>
                <a:cxnSpLocks/>
                <a:stCxn id="1439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C63C415-39B1-2F49-E0C1-B63B98328093}"/>
                </a:ext>
              </a:extLst>
            </p:cNvPr>
            <p:cNvGrpSpPr/>
            <p:nvPr/>
          </p:nvGrpSpPr>
          <p:grpSpPr>
            <a:xfrm rot="5400000">
              <a:off x="4877975" y="2858208"/>
              <a:ext cx="45719" cy="375264"/>
              <a:chOff x="6686062" y="3899868"/>
              <a:chExt cx="74130" cy="410527"/>
            </a:xfrm>
          </p:grpSpPr>
          <p:sp>
            <p:nvSpPr>
              <p:cNvPr id="1433" name="Rounded Rectangle 1432">
                <a:extLst>
                  <a:ext uri="{FF2B5EF4-FFF2-40B4-BE49-F238E27FC236}">
                    <a16:creationId xmlns:a16="http://schemas.microsoft.com/office/drawing/2014/main" id="{B8147F84-9472-4C61-A06B-2B06B04E54B0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4" name="Rounded Rectangle 1433">
                <a:extLst>
                  <a:ext uri="{FF2B5EF4-FFF2-40B4-BE49-F238E27FC236}">
                    <a16:creationId xmlns:a16="http://schemas.microsoft.com/office/drawing/2014/main" id="{F180E000-3590-7788-6BAF-D73DA09328AF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5" name="Rounded Rectangle 1434">
                <a:extLst>
                  <a:ext uri="{FF2B5EF4-FFF2-40B4-BE49-F238E27FC236}">
                    <a16:creationId xmlns:a16="http://schemas.microsoft.com/office/drawing/2014/main" id="{87A7A3BD-AC3B-0ADC-2F37-79BFF82BCAA0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6" name="Rounded Rectangle 1435">
                <a:extLst>
                  <a:ext uri="{FF2B5EF4-FFF2-40B4-BE49-F238E27FC236}">
                    <a16:creationId xmlns:a16="http://schemas.microsoft.com/office/drawing/2014/main" id="{1C5FC580-182D-6DA9-2466-61CC88513B39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7" name="Rounded Rectangle 1436">
                <a:extLst>
                  <a:ext uri="{FF2B5EF4-FFF2-40B4-BE49-F238E27FC236}">
                    <a16:creationId xmlns:a16="http://schemas.microsoft.com/office/drawing/2014/main" id="{FB0D89FB-3340-61C3-89C3-7963791933EA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38" name="Straight Connector 1437">
                <a:extLst>
                  <a:ext uri="{FF2B5EF4-FFF2-40B4-BE49-F238E27FC236}">
                    <a16:creationId xmlns:a16="http://schemas.microsoft.com/office/drawing/2014/main" id="{B9ACC546-9B5E-2618-67F0-F096ED8FF56B}"/>
                  </a:ext>
                </a:extLst>
              </p:cNvPr>
              <p:cNvCxnSpPr>
                <a:cxnSpLocks/>
                <a:stCxn id="1433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53E0F0B-A624-EBF3-E2F0-777E321298DC}"/>
                </a:ext>
              </a:extLst>
            </p:cNvPr>
            <p:cNvGrpSpPr/>
            <p:nvPr/>
          </p:nvGrpSpPr>
          <p:grpSpPr>
            <a:xfrm rot="5400000">
              <a:off x="4872064" y="3156843"/>
              <a:ext cx="45719" cy="375264"/>
              <a:chOff x="6686062" y="3899868"/>
              <a:chExt cx="74130" cy="410527"/>
            </a:xfrm>
          </p:grpSpPr>
          <p:sp>
            <p:nvSpPr>
              <p:cNvPr id="1427" name="Rounded Rectangle 1426">
                <a:extLst>
                  <a:ext uri="{FF2B5EF4-FFF2-40B4-BE49-F238E27FC236}">
                    <a16:creationId xmlns:a16="http://schemas.microsoft.com/office/drawing/2014/main" id="{E1F27FAD-AAAC-7E0D-AE46-560A1E70924E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8" name="Rounded Rectangle 1427">
                <a:extLst>
                  <a:ext uri="{FF2B5EF4-FFF2-40B4-BE49-F238E27FC236}">
                    <a16:creationId xmlns:a16="http://schemas.microsoft.com/office/drawing/2014/main" id="{D800AD09-4640-4CD4-E1D6-CA54D867849B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9" name="Rounded Rectangle 1428">
                <a:extLst>
                  <a:ext uri="{FF2B5EF4-FFF2-40B4-BE49-F238E27FC236}">
                    <a16:creationId xmlns:a16="http://schemas.microsoft.com/office/drawing/2014/main" id="{C3267B13-F686-A92E-CCD4-9052C809FA11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0" name="Rounded Rectangle 1429">
                <a:extLst>
                  <a:ext uri="{FF2B5EF4-FFF2-40B4-BE49-F238E27FC236}">
                    <a16:creationId xmlns:a16="http://schemas.microsoft.com/office/drawing/2014/main" id="{49FA4E94-D7A2-C4B9-3AAD-CEAE7356BFD6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1" name="Rounded Rectangle 1430">
                <a:extLst>
                  <a:ext uri="{FF2B5EF4-FFF2-40B4-BE49-F238E27FC236}">
                    <a16:creationId xmlns:a16="http://schemas.microsoft.com/office/drawing/2014/main" id="{0E2F5635-68AD-5E12-7680-E270EC9C6D92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32" name="Straight Connector 1431">
                <a:extLst>
                  <a:ext uri="{FF2B5EF4-FFF2-40B4-BE49-F238E27FC236}">
                    <a16:creationId xmlns:a16="http://schemas.microsoft.com/office/drawing/2014/main" id="{B5421A62-A18A-DA51-EAB1-E478A9638AFA}"/>
                  </a:ext>
                </a:extLst>
              </p:cNvPr>
              <p:cNvCxnSpPr>
                <a:cxnSpLocks/>
                <a:stCxn id="1427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5490E5D-1654-C94D-5A7E-1E8539C0B4B6}"/>
                </a:ext>
              </a:extLst>
            </p:cNvPr>
            <p:cNvGrpSpPr/>
            <p:nvPr/>
          </p:nvGrpSpPr>
          <p:grpSpPr>
            <a:xfrm rot="5400000">
              <a:off x="4860399" y="3457571"/>
              <a:ext cx="45719" cy="375264"/>
              <a:chOff x="6686062" y="3899868"/>
              <a:chExt cx="74130" cy="410527"/>
            </a:xfrm>
          </p:grpSpPr>
          <p:sp>
            <p:nvSpPr>
              <p:cNvPr id="1421" name="Rounded Rectangle 1420">
                <a:extLst>
                  <a:ext uri="{FF2B5EF4-FFF2-40B4-BE49-F238E27FC236}">
                    <a16:creationId xmlns:a16="http://schemas.microsoft.com/office/drawing/2014/main" id="{A8822C47-AC25-F97A-E5D9-67F97B3BA680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2" name="Rounded Rectangle 1421">
                <a:extLst>
                  <a:ext uri="{FF2B5EF4-FFF2-40B4-BE49-F238E27FC236}">
                    <a16:creationId xmlns:a16="http://schemas.microsoft.com/office/drawing/2014/main" id="{9C676B5F-5DC0-5606-D2F6-55DD96510602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3" name="Rounded Rectangle 1422">
                <a:extLst>
                  <a:ext uri="{FF2B5EF4-FFF2-40B4-BE49-F238E27FC236}">
                    <a16:creationId xmlns:a16="http://schemas.microsoft.com/office/drawing/2014/main" id="{94530451-9A55-B960-B43F-EA5C5A7D3DCD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4" name="Rounded Rectangle 1423">
                <a:extLst>
                  <a:ext uri="{FF2B5EF4-FFF2-40B4-BE49-F238E27FC236}">
                    <a16:creationId xmlns:a16="http://schemas.microsoft.com/office/drawing/2014/main" id="{E464C60C-41E0-72E7-17FF-E31E44B11E08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5" name="Rounded Rectangle 1424">
                <a:extLst>
                  <a:ext uri="{FF2B5EF4-FFF2-40B4-BE49-F238E27FC236}">
                    <a16:creationId xmlns:a16="http://schemas.microsoft.com/office/drawing/2014/main" id="{5E9D227E-A760-0979-418E-2CBF59300C45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26" name="Straight Connector 1425">
                <a:extLst>
                  <a:ext uri="{FF2B5EF4-FFF2-40B4-BE49-F238E27FC236}">
                    <a16:creationId xmlns:a16="http://schemas.microsoft.com/office/drawing/2014/main" id="{F93D39A1-190D-7A45-E3C5-0705AAF47923}"/>
                  </a:ext>
                </a:extLst>
              </p:cNvPr>
              <p:cNvCxnSpPr>
                <a:cxnSpLocks/>
                <a:stCxn id="1421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56D4A6E-81DB-62CF-B8A1-54A0F7D1DAAF}"/>
                </a:ext>
              </a:extLst>
            </p:cNvPr>
            <p:cNvGrpSpPr/>
            <p:nvPr/>
          </p:nvGrpSpPr>
          <p:grpSpPr>
            <a:xfrm rot="5400000">
              <a:off x="4866399" y="4274031"/>
              <a:ext cx="45719" cy="375264"/>
              <a:chOff x="6686062" y="3899868"/>
              <a:chExt cx="74130" cy="410527"/>
            </a:xfrm>
          </p:grpSpPr>
          <p:sp>
            <p:nvSpPr>
              <p:cNvPr id="1415" name="Rounded Rectangle 1414">
                <a:extLst>
                  <a:ext uri="{FF2B5EF4-FFF2-40B4-BE49-F238E27FC236}">
                    <a16:creationId xmlns:a16="http://schemas.microsoft.com/office/drawing/2014/main" id="{7B17FD54-6B6B-05E8-2E5E-B63549BD1FD8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6" name="Rounded Rectangle 1415">
                <a:extLst>
                  <a:ext uri="{FF2B5EF4-FFF2-40B4-BE49-F238E27FC236}">
                    <a16:creationId xmlns:a16="http://schemas.microsoft.com/office/drawing/2014/main" id="{D7EAA1E2-4670-CC14-7D18-C9CFD0A4F3B6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7" name="Rounded Rectangle 1416">
                <a:extLst>
                  <a:ext uri="{FF2B5EF4-FFF2-40B4-BE49-F238E27FC236}">
                    <a16:creationId xmlns:a16="http://schemas.microsoft.com/office/drawing/2014/main" id="{8279AD01-76A9-573D-FF83-C8BAF0448A52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8" name="Rounded Rectangle 1417">
                <a:extLst>
                  <a:ext uri="{FF2B5EF4-FFF2-40B4-BE49-F238E27FC236}">
                    <a16:creationId xmlns:a16="http://schemas.microsoft.com/office/drawing/2014/main" id="{1A00B66F-4896-08A1-8083-CDE94346B03B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9" name="Rounded Rectangle 1418">
                <a:extLst>
                  <a:ext uri="{FF2B5EF4-FFF2-40B4-BE49-F238E27FC236}">
                    <a16:creationId xmlns:a16="http://schemas.microsoft.com/office/drawing/2014/main" id="{38F13901-EE45-5ECA-46C9-9ECEEB6040F4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20" name="Straight Connector 1419">
                <a:extLst>
                  <a:ext uri="{FF2B5EF4-FFF2-40B4-BE49-F238E27FC236}">
                    <a16:creationId xmlns:a16="http://schemas.microsoft.com/office/drawing/2014/main" id="{1B3C541F-DC2A-188A-6695-0822E94A2AEF}"/>
                  </a:ext>
                </a:extLst>
              </p:cNvPr>
              <p:cNvCxnSpPr>
                <a:cxnSpLocks/>
                <a:stCxn id="1415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299BEC4-3338-A3E2-A934-921CD246549C}"/>
                </a:ext>
              </a:extLst>
            </p:cNvPr>
            <p:cNvGrpSpPr/>
            <p:nvPr/>
          </p:nvGrpSpPr>
          <p:grpSpPr>
            <a:xfrm rot="5400000">
              <a:off x="4855453" y="4839450"/>
              <a:ext cx="45719" cy="375264"/>
              <a:chOff x="6686062" y="3899868"/>
              <a:chExt cx="74130" cy="410527"/>
            </a:xfrm>
          </p:grpSpPr>
          <p:sp>
            <p:nvSpPr>
              <p:cNvPr id="1409" name="Rounded Rectangle 1408">
                <a:extLst>
                  <a:ext uri="{FF2B5EF4-FFF2-40B4-BE49-F238E27FC236}">
                    <a16:creationId xmlns:a16="http://schemas.microsoft.com/office/drawing/2014/main" id="{8F6272AD-407B-B342-CC89-B19B940A6FA6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0" name="Rounded Rectangle 1409">
                <a:extLst>
                  <a:ext uri="{FF2B5EF4-FFF2-40B4-BE49-F238E27FC236}">
                    <a16:creationId xmlns:a16="http://schemas.microsoft.com/office/drawing/2014/main" id="{9BAD8F04-5056-3F90-1DC9-28B4498EAB6D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1" name="Rounded Rectangle 1410">
                <a:extLst>
                  <a:ext uri="{FF2B5EF4-FFF2-40B4-BE49-F238E27FC236}">
                    <a16:creationId xmlns:a16="http://schemas.microsoft.com/office/drawing/2014/main" id="{0CBCF078-8CFE-6943-19A4-59A42F451BC3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2" name="Rounded Rectangle 1411">
                <a:extLst>
                  <a:ext uri="{FF2B5EF4-FFF2-40B4-BE49-F238E27FC236}">
                    <a16:creationId xmlns:a16="http://schemas.microsoft.com/office/drawing/2014/main" id="{0061F804-C00F-67FA-8CCD-73D28ED8F61A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3" name="Rounded Rectangle 1412">
                <a:extLst>
                  <a:ext uri="{FF2B5EF4-FFF2-40B4-BE49-F238E27FC236}">
                    <a16:creationId xmlns:a16="http://schemas.microsoft.com/office/drawing/2014/main" id="{D7803249-F168-45AE-4CA4-E3177C2C0E5D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14" name="Straight Connector 1413">
                <a:extLst>
                  <a:ext uri="{FF2B5EF4-FFF2-40B4-BE49-F238E27FC236}">
                    <a16:creationId xmlns:a16="http://schemas.microsoft.com/office/drawing/2014/main" id="{E5272F47-DDE0-AE26-9838-D4F4992E6618}"/>
                  </a:ext>
                </a:extLst>
              </p:cNvPr>
              <p:cNvCxnSpPr>
                <a:cxnSpLocks/>
                <a:stCxn id="1409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Down Arrow 30">
              <a:extLst>
                <a:ext uri="{FF2B5EF4-FFF2-40B4-BE49-F238E27FC236}">
                  <a16:creationId xmlns:a16="http://schemas.microsoft.com/office/drawing/2014/main" id="{E8A2E517-C591-3E31-CADC-60A5DB155574}"/>
                </a:ext>
              </a:extLst>
            </p:cNvPr>
            <p:cNvSpPr/>
            <p:nvPr/>
          </p:nvSpPr>
          <p:spPr>
            <a:xfrm rot="16398758">
              <a:off x="6635792" y="3286102"/>
              <a:ext cx="176985" cy="944688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own Arrow 31">
              <a:extLst>
                <a:ext uri="{FF2B5EF4-FFF2-40B4-BE49-F238E27FC236}">
                  <a16:creationId xmlns:a16="http://schemas.microsoft.com/office/drawing/2014/main" id="{11B979C6-43A4-9509-230C-AF8600F1DFC7}"/>
                </a:ext>
              </a:extLst>
            </p:cNvPr>
            <p:cNvSpPr/>
            <p:nvPr/>
          </p:nvSpPr>
          <p:spPr>
            <a:xfrm rot="16398758">
              <a:off x="5219980" y="3410892"/>
              <a:ext cx="162427" cy="344503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4CE4F00-7AF1-B7DC-924C-D0B3DB27C366}"/>
                </a:ext>
              </a:extLst>
            </p:cNvPr>
            <p:cNvGrpSpPr/>
            <p:nvPr/>
          </p:nvGrpSpPr>
          <p:grpSpPr>
            <a:xfrm>
              <a:off x="5471660" y="4738452"/>
              <a:ext cx="714579" cy="561864"/>
              <a:chOff x="10309720" y="4212349"/>
              <a:chExt cx="714579" cy="561864"/>
            </a:xfrm>
          </p:grpSpPr>
          <p:sp>
            <p:nvSpPr>
              <p:cNvPr id="1274" name="Oval 1273">
                <a:extLst>
                  <a:ext uri="{FF2B5EF4-FFF2-40B4-BE49-F238E27FC236}">
                    <a16:creationId xmlns:a16="http://schemas.microsoft.com/office/drawing/2014/main" id="{85AF0648-F8D2-E18D-2F79-07BB54B8E4E4}"/>
                  </a:ext>
                </a:extLst>
              </p:cNvPr>
              <p:cNvSpPr/>
              <p:nvPr/>
            </p:nvSpPr>
            <p:spPr>
              <a:xfrm rot="5400000">
                <a:off x="10386078" y="4135991"/>
                <a:ext cx="561864" cy="71457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75" name="Group 1274">
                <a:extLst>
                  <a:ext uri="{FF2B5EF4-FFF2-40B4-BE49-F238E27FC236}">
                    <a16:creationId xmlns:a16="http://schemas.microsoft.com/office/drawing/2014/main" id="{F59E3DD5-5581-7982-E385-06DA65E85FEC}"/>
                  </a:ext>
                </a:extLst>
              </p:cNvPr>
              <p:cNvGrpSpPr/>
              <p:nvPr/>
            </p:nvGrpSpPr>
            <p:grpSpPr>
              <a:xfrm rot="20357241">
                <a:off x="10503199" y="4236927"/>
                <a:ext cx="45719" cy="375264"/>
                <a:chOff x="6686062" y="3899868"/>
                <a:chExt cx="74130" cy="410527"/>
              </a:xfrm>
            </p:grpSpPr>
            <p:sp>
              <p:nvSpPr>
                <p:cNvPr id="1403" name="Rounded Rectangle 1402">
                  <a:extLst>
                    <a:ext uri="{FF2B5EF4-FFF2-40B4-BE49-F238E27FC236}">
                      <a16:creationId xmlns:a16="http://schemas.microsoft.com/office/drawing/2014/main" id="{3D584D2E-309B-5E03-4A5A-25819906CBC5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4" name="Rounded Rectangle 1403">
                  <a:extLst>
                    <a:ext uri="{FF2B5EF4-FFF2-40B4-BE49-F238E27FC236}">
                      <a16:creationId xmlns:a16="http://schemas.microsoft.com/office/drawing/2014/main" id="{485D2CEC-4F65-4E54-EAC5-457111BAC32C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5" name="Rounded Rectangle 1404">
                  <a:extLst>
                    <a:ext uri="{FF2B5EF4-FFF2-40B4-BE49-F238E27FC236}">
                      <a16:creationId xmlns:a16="http://schemas.microsoft.com/office/drawing/2014/main" id="{EF9F0FFC-AD5C-F6E6-AB54-59DC7978AA3A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6" name="Rounded Rectangle 1405">
                  <a:extLst>
                    <a:ext uri="{FF2B5EF4-FFF2-40B4-BE49-F238E27FC236}">
                      <a16:creationId xmlns:a16="http://schemas.microsoft.com/office/drawing/2014/main" id="{FF54924F-347F-98E9-945E-1C36B24793C8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7" name="Rounded Rectangle 1406">
                  <a:extLst>
                    <a:ext uri="{FF2B5EF4-FFF2-40B4-BE49-F238E27FC236}">
                      <a16:creationId xmlns:a16="http://schemas.microsoft.com/office/drawing/2014/main" id="{F8BB0C67-6869-705D-AB71-4E082209D51E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08" name="Straight Connector 1407">
                  <a:extLst>
                    <a:ext uri="{FF2B5EF4-FFF2-40B4-BE49-F238E27FC236}">
                      <a16:creationId xmlns:a16="http://schemas.microsoft.com/office/drawing/2014/main" id="{0A896CA9-5D22-F329-8E34-C31BF333DB28}"/>
                    </a:ext>
                  </a:extLst>
                </p:cNvPr>
                <p:cNvCxnSpPr>
                  <a:cxnSpLocks/>
                  <a:stCxn id="1403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6" name="Group 1275">
                <a:extLst>
                  <a:ext uri="{FF2B5EF4-FFF2-40B4-BE49-F238E27FC236}">
                    <a16:creationId xmlns:a16="http://schemas.microsoft.com/office/drawing/2014/main" id="{914F5428-7E70-0E36-0204-378D5BA5332F}"/>
                  </a:ext>
                </a:extLst>
              </p:cNvPr>
              <p:cNvGrpSpPr/>
              <p:nvPr/>
            </p:nvGrpSpPr>
            <p:grpSpPr>
              <a:xfrm rot="9928240" flipH="1" flipV="1">
                <a:off x="10452295" y="4362413"/>
                <a:ext cx="144704" cy="348791"/>
                <a:chOff x="8901293" y="933753"/>
                <a:chExt cx="2135899" cy="5148330"/>
              </a:xfrm>
              <a:solidFill>
                <a:srgbClr val="FFFF00"/>
              </a:solidFill>
            </p:grpSpPr>
            <p:grpSp>
              <p:nvGrpSpPr>
                <p:cNvPr id="1344" name="Group 1343">
                  <a:extLst>
                    <a:ext uri="{FF2B5EF4-FFF2-40B4-BE49-F238E27FC236}">
                      <a16:creationId xmlns:a16="http://schemas.microsoft.com/office/drawing/2014/main" id="{AD36128B-FE4C-2358-8505-ABB7895D288C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379" name="Group 1378">
                    <a:extLst>
                      <a:ext uri="{FF2B5EF4-FFF2-40B4-BE49-F238E27FC236}">
                        <a16:creationId xmlns:a16="http://schemas.microsoft.com/office/drawing/2014/main" id="{0B88385A-BCEF-DB45-E614-1EC3F06D5B7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393" name="Oval 1392">
                      <a:extLst>
                        <a:ext uri="{FF2B5EF4-FFF2-40B4-BE49-F238E27FC236}">
                          <a16:creationId xmlns:a16="http://schemas.microsoft.com/office/drawing/2014/main" id="{2629D933-7423-A9FC-7BE2-F84B099D9517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394" name="Group 1393">
                      <a:extLst>
                        <a:ext uri="{FF2B5EF4-FFF2-40B4-BE49-F238E27FC236}">
                          <a16:creationId xmlns:a16="http://schemas.microsoft.com/office/drawing/2014/main" id="{C60AF484-85D6-6296-4322-66CBB4B973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395" name="Oval 1394">
                        <a:extLst>
                          <a:ext uri="{FF2B5EF4-FFF2-40B4-BE49-F238E27FC236}">
                            <a16:creationId xmlns:a16="http://schemas.microsoft.com/office/drawing/2014/main" id="{8F9ADF14-D2EF-7BBB-854E-92FBFFBA91A4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96" name="Oval 1395">
                        <a:extLst>
                          <a:ext uri="{FF2B5EF4-FFF2-40B4-BE49-F238E27FC236}">
                            <a16:creationId xmlns:a16="http://schemas.microsoft.com/office/drawing/2014/main" id="{74AC6F3F-8E93-7B88-8B03-ED23880CBD17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97" name="Oval 1396">
                        <a:extLst>
                          <a:ext uri="{FF2B5EF4-FFF2-40B4-BE49-F238E27FC236}">
                            <a16:creationId xmlns:a16="http://schemas.microsoft.com/office/drawing/2014/main" id="{9A1AECB2-7606-9428-3431-26D9840A3C96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98" name="Oval 1397">
                        <a:extLst>
                          <a:ext uri="{FF2B5EF4-FFF2-40B4-BE49-F238E27FC236}">
                            <a16:creationId xmlns:a16="http://schemas.microsoft.com/office/drawing/2014/main" id="{3E4AD535-84BD-BF3E-2047-07C631380795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99" name="Arc 1398">
                        <a:extLst>
                          <a:ext uri="{FF2B5EF4-FFF2-40B4-BE49-F238E27FC236}">
                            <a16:creationId xmlns:a16="http://schemas.microsoft.com/office/drawing/2014/main" id="{04308104-FE11-6D87-7500-D1CD98075E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00" name="Oval 1399">
                        <a:extLst>
                          <a:ext uri="{FF2B5EF4-FFF2-40B4-BE49-F238E27FC236}">
                            <a16:creationId xmlns:a16="http://schemas.microsoft.com/office/drawing/2014/main" id="{086E9186-4333-4EA8-BB14-13B18CF7ED75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401" name="Arc 1400">
                        <a:extLst>
                          <a:ext uri="{FF2B5EF4-FFF2-40B4-BE49-F238E27FC236}">
                            <a16:creationId xmlns:a16="http://schemas.microsoft.com/office/drawing/2014/main" id="{52D1325D-A980-FCD3-31F1-4DF304459E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02" name="Arc 1401">
                        <a:extLst>
                          <a:ext uri="{FF2B5EF4-FFF2-40B4-BE49-F238E27FC236}">
                            <a16:creationId xmlns:a16="http://schemas.microsoft.com/office/drawing/2014/main" id="{F23A79D2-8391-9AAE-8D03-711E5662EF4D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380" name="Group 1379">
                    <a:extLst>
                      <a:ext uri="{FF2B5EF4-FFF2-40B4-BE49-F238E27FC236}">
                        <a16:creationId xmlns:a16="http://schemas.microsoft.com/office/drawing/2014/main" id="{89E249A1-5FE9-69D8-F5ED-BF554A9DFCDF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383" name="Oval 1382">
                      <a:extLst>
                        <a:ext uri="{FF2B5EF4-FFF2-40B4-BE49-F238E27FC236}">
                          <a16:creationId xmlns:a16="http://schemas.microsoft.com/office/drawing/2014/main" id="{0C72C244-106A-02D7-7538-C9EFDB03DE2C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384" name="Group 1383">
                      <a:extLst>
                        <a:ext uri="{FF2B5EF4-FFF2-40B4-BE49-F238E27FC236}">
                          <a16:creationId xmlns:a16="http://schemas.microsoft.com/office/drawing/2014/main" id="{825743FD-53E8-15FE-4891-423C0EF627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385" name="Oval 1384">
                        <a:extLst>
                          <a:ext uri="{FF2B5EF4-FFF2-40B4-BE49-F238E27FC236}">
                            <a16:creationId xmlns:a16="http://schemas.microsoft.com/office/drawing/2014/main" id="{72C64099-2BA5-B453-C703-734EA36E7C23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86" name="Oval 1385">
                        <a:extLst>
                          <a:ext uri="{FF2B5EF4-FFF2-40B4-BE49-F238E27FC236}">
                            <a16:creationId xmlns:a16="http://schemas.microsoft.com/office/drawing/2014/main" id="{898BD202-0D88-0188-1418-B4945895C484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87" name="Oval 1386">
                        <a:extLst>
                          <a:ext uri="{FF2B5EF4-FFF2-40B4-BE49-F238E27FC236}">
                            <a16:creationId xmlns:a16="http://schemas.microsoft.com/office/drawing/2014/main" id="{ED57C3AF-74A2-EC00-1396-5F49FC4068D9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88" name="Oval 1387">
                        <a:extLst>
                          <a:ext uri="{FF2B5EF4-FFF2-40B4-BE49-F238E27FC236}">
                            <a16:creationId xmlns:a16="http://schemas.microsoft.com/office/drawing/2014/main" id="{0CD22C9E-25DD-3ED7-CE13-C1B371B328E1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89" name="Arc 1388">
                        <a:extLst>
                          <a:ext uri="{FF2B5EF4-FFF2-40B4-BE49-F238E27FC236}">
                            <a16:creationId xmlns:a16="http://schemas.microsoft.com/office/drawing/2014/main" id="{D0F850E6-F9E3-C152-015B-50B15598F9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90" name="Oval 1389">
                        <a:extLst>
                          <a:ext uri="{FF2B5EF4-FFF2-40B4-BE49-F238E27FC236}">
                            <a16:creationId xmlns:a16="http://schemas.microsoft.com/office/drawing/2014/main" id="{43F0F064-0CD9-7CBC-D843-4124B3A183E5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91" name="Arc 1390">
                        <a:extLst>
                          <a:ext uri="{FF2B5EF4-FFF2-40B4-BE49-F238E27FC236}">
                            <a16:creationId xmlns:a16="http://schemas.microsoft.com/office/drawing/2014/main" id="{EF919309-5B91-F5F9-EA5B-08ECCF73EF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92" name="Arc 1391">
                        <a:extLst>
                          <a:ext uri="{FF2B5EF4-FFF2-40B4-BE49-F238E27FC236}">
                            <a16:creationId xmlns:a16="http://schemas.microsoft.com/office/drawing/2014/main" id="{21826CFB-0729-CFF4-1CB3-CC68B383FAA2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381" name="Straight Connector 1380">
                    <a:extLst>
                      <a:ext uri="{FF2B5EF4-FFF2-40B4-BE49-F238E27FC236}">
                        <a16:creationId xmlns:a16="http://schemas.microsoft.com/office/drawing/2014/main" id="{C87DB3BF-981B-5F99-21EF-9CCAA8461650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2" name="Straight Connector 1381">
                    <a:extLst>
                      <a:ext uri="{FF2B5EF4-FFF2-40B4-BE49-F238E27FC236}">
                        <a16:creationId xmlns:a16="http://schemas.microsoft.com/office/drawing/2014/main" id="{956EB925-7480-26A9-BDFE-7780ED33E54C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45" name="Group 1344">
                  <a:extLst>
                    <a:ext uri="{FF2B5EF4-FFF2-40B4-BE49-F238E27FC236}">
                      <a16:creationId xmlns:a16="http://schemas.microsoft.com/office/drawing/2014/main" id="{2C9FE3CF-885A-7356-5219-B504622BA8D7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355" name="Group 1354">
                    <a:extLst>
                      <a:ext uri="{FF2B5EF4-FFF2-40B4-BE49-F238E27FC236}">
                        <a16:creationId xmlns:a16="http://schemas.microsoft.com/office/drawing/2014/main" id="{11745AC6-25AA-07FB-CE67-797BD1E3DDF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369" name="Oval 1368">
                      <a:extLst>
                        <a:ext uri="{FF2B5EF4-FFF2-40B4-BE49-F238E27FC236}">
                          <a16:creationId xmlns:a16="http://schemas.microsoft.com/office/drawing/2014/main" id="{32AF900C-17A3-8068-E01C-CD0D661A1D0E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370" name="Group 1369">
                      <a:extLst>
                        <a:ext uri="{FF2B5EF4-FFF2-40B4-BE49-F238E27FC236}">
                          <a16:creationId xmlns:a16="http://schemas.microsoft.com/office/drawing/2014/main" id="{DC2146C4-251D-81C4-4391-376B7F996F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371" name="Oval 1370">
                        <a:extLst>
                          <a:ext uri="{FF2B5EF4-FFF2-40B4-BE49-F238E27FC236}">
                            <a16:creationId xmlns:a16="http://schemas.microsoft.com/office/drawing/2014/main" id="{D6FD9276-6218-2FB4-CE9F-54E66B9F7020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72" name="Oval 1371">
                        <a:extLst>
                          <a:ext uri="{FF2B5EF4-FFF2-40B4-BE49-F238E27FC236}">
                            <a16:creationId xmlns:a16="http://schemas.microsoft.com/office/drawing/2014/main" id="{50639C9C-A76F-069E-8548-1816CC7AC77B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73" name="Oval 1372">
                        <a:extLst>
                          <a:ext uri="{FF2B5EF4-FFF2-40B4-BE49-F238E27FC236}">
                            <a16:creationId xmlns:a16="http://schemas.microsoft.com/office/drawing/2014/main" id="{5B7B0C5A-E17C-4B26-D39B-51910818B4CD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74" name="Oval 1373">
                        <a:extLst>
                          <a:ext uri="{FF2B5EF4-FFF2-40B4-BE49-F238E27FC236}">
                            <a16:creationId xmlns:a16="http://schemas.microsoft.com/office/drawing/2014/main" id="{BB57B1AF-F7AF-9AE9-BD94-E0A68DBC1099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75" name="Arc 1374">
                        <a:extLst>
                          <a:ext uri="{FF2B5EF4-FFF2-40B4-BE49-F238E27FC236}">
                            <a16:creationId xmlns:a16="http://schemas.microsoft.com/office/drawing/2014/main" id="{DF71A2B9-0E38-2F7B-FD88-89A1D5A73F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76" name="Oval 1375">
                        <a:extLst>
                          <a:ext uri="{FF2B5EF4-FFF2-40B4-BE49-F238E27FC236}">
                            <a16:creationId xmlns:a16="http://schemas.microsoft.com/office/drawing/2014/main" id="{FD7463B2-46E6-4E69-436D-1BBB2EDB4305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77" name="Arc 1376">
                        <a:extLst>
                          <a:ext uri="{FF2B5EF4-FFF2-40B4-BE49-F238E27FC236}">
                            <a16:creationId xmlns:a16="http://schemas.microsoft.com/office/drawing/2014/main" id="{CF22FAC1-A066-8D8A-41F9-580328EAB1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78" name="Arc 1377">
                        <a:extLst>
                          <a:ext uri="{FF2B5EF4-FFF2-40B4-BE49-F238E27FC236}">
                            <a16:creationId xmlns:a16="http://schemas.microsoft.com/office/drawing/2014/main" id="{A6531DBC-231F-03FB-4052-D603B4D9F0ED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356" name="Group 1355">
                    <a:extLst>
                      <a:ext uri="{FF2B5EF4-FFF2-40B4-BE49-F238E27FC236}">
                        <a16:creationId xmlns:a16="http://schemas.microsoft.com/office/drawing/2014/main" id="{EE6F04BF-BF00-D5B3-3F41-29C1C276292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359" name="Oval 1358">
                      <a:extLst>
                        <a:ext uri="{FF2B5EF4-FFF2-40B4-BE49-F238E27FC236}">
                          <a16:creationId xmlns:a16="http://schemas.microsoft.com/office/drawing/2014/main" id="{F4141621-85D3-2B88-3DA6-2CC9F7164CFC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360" name="Group 1359">
                      <a:extLst>
                        <a:ext uri="{FF2B5EF4-FFF2-40B4-BE49-F238E27FC236}">
                          <a16:creationId xmlns:a16="http://schemas.microsoft.com/office/drawing/2014/main" id="{3A8B5DC2-8DD1-3DBF-E0DD-5FB8EB4D56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361" name="Oval 1360">
                        <a:extLst>
                          <a:ext uri="{FF2B5EF4-FFF2-40B4-BE49-F238E27FC236}">
                            <a16:creationId xmlns:a16="http://schemas.microsoft.com/office/drawing/2014/main" id="{9C60EE4D-12C2-B470-53C5-F8CD8A9243E8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62" name="Oval 1361">
                        <a:extLst>
                          <a:ext uri="{FF2B5EF4-FFF2-40B4-BE49-F238E27FC236}">
                            <a16:creationId xmlns:a16="http://schemas.microsoft.com/office/drawing/2014/main" id="{66463CCF-15B7-1F0F-D014-16DFF15D3DC5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63" name="Oval 1362">
                        <a:extLst>
                          <a:ext uri="{FF2B5EF4-FFF2-40B4-BE49-F238E27FC236}">
                            <a16:creationId xmlns:a16="http://schemas.microsoft.com/office/drawing/2014/main" id="{20D17ECC-E0F2-AA5A-D4B1-C00040B7C64B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64" name="Oval 1363">
                        <a:extLst>
                          <a:ext uri="{FF2B5EF4-FFF2-40B4-BE49-F238E27FC236}">
                            <a16:creationId xmlns:a16="http://schemas.microsoft.com/office/drawing/2014/main" id="{02CE9C09-AFCF-FE3A-7658-10633F1D7D41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65" name="Arc 1364">
                        <a:extLst>
                          <a:ext uri="{FF2B5EF4-FFF2-40B4-BE49-F238E27FC236}">
                            <a16:creationId xmlns:a16="http://schemas.microsoft.com/office/drawing/2014/main" id="{A66E19A8-2558-D7E8-7A20-CCF95E7BA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66" name="Oval 1365">
                        <a:extLst>
                          <a:ext uri="{FF2B5EF4-FFF2-40B4-BE49-F238E27FC236}">
                            <a16:creationId xmlns:a16="http://schemas.microsoft.com/office/drawing/2014/main" id="{431356E7-49C1-9E93-728E-93B0A3AF5691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67" name="Arc 1366">
                        <a:extLst>
                          <a:ext uri="{FF2B5EF4-FFF2-40B4-BE49-F238E27FC236}">
                            <a16:creationId xmlns:a16="http://schemas.microsoft.com/office/drawing/2014/main" id="{399E8F80-8AB0-042C-D535-72EF90CA4A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68" name="Arc 1367">
                        <a:extLst>
                          <a:ext uri="{FF2B5EF4-FFF2-40B4-BE49-F238E27FC236}">
                            <a16:creationId xmlns:a16="http://schemas.microsoft.com/office/drawing/2014/main" id="{D4EAF456-E469-1BE8-ED7F-71A51E2788B5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357" name="Straight Connector 1356">
                    <a:extLst>
                      <a:ext uri="{FF2B5EF4-FFF2-40B4-BE49-F238E27FC236}">
                        <a16:creationId xmlns:a16="http://schemas.microsoft.com/office/drawing/2014/main" id="{6AE95FB2-CC7D-4CD3-D777-3DBA91C03CE4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8" name="Straight Connector 1357">
                    <a:extLst>
                      <a:ext uri="{FF2B5EF4-FFF2-40B4-BE49-F238E27FC236}">
                        <a16:creationId xmlns:a16="http://schemas.microsoft.com/office/drawing/2014/main" id="{EC1D39B3-3F45-D734-DB84-7C3DF2F928B0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46" name="Group 1345">
                  <a:extLst>
                    <a:ext uri="{FF2B5EF4-FFF2-40B4-BE49-F238E27FC236}">
                      <a16:creationId xmlns:a16="http://schemas.microsoft.com/office/drawing/2014/main" id="{FDEB8743-8910-46B7-D665-0EED02DE182B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1347" name="Moon 1346">
                    <a:extLst>
                      <a:ext uri="{FF2B5EF4-FFF2-40B4-BE49-F238E27FC236}">
                        <a16:creationId xmlns:a16="http://schemas.microsoft.com/office/drawing/2014/main" id="{2173BC88-71EE-45F1-D947-E6EA7C5F3AB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8" name="Oval 1347">
                    <a:extLst>
                      <a:ext uri="{FF2B5EF4-FFF2-40B4-BE49-F238E27FC236}">
                        <a16:creationId xmlns:a16="http://schemas.microsoft.com/office/drawing/2014/main" id="{70808035-0144-887D-66B7-6173842B06FE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9" name="Oval 1348">
                    <a:extLst>
                      <a:ext uri="{FF2B5EF4-FFF2-40B4-BE49-F238E27FC236}">
                        <a16:creationId xmlns:a16="http://schemas.microsoft.com/office/drawing/2014/main" id="{77B7029B-9E64-96DF-58C2-CA0327141D50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0" name="Oval 1349">
                    <a:extLst>
                      <a:ext uri="{FF2B5EF4-FFF2-40B4-BE49-F238E27FC236}">
                        <a16:creationId xmlns:a16="http://schemas.microsoft.com/office/drawing/2014/main" id="{28E50086-265D-3A3E-D87F-7EC891330716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1" name="Oval 1350">
                    <a:extLst>
                      <a:ext uri="{FF2B5EF4-FFF2-40B4-BE49-F238E27FC236}">
                        <a16:creationId xmlns:a16="http://schemas.microsoft.com/office/drawing/2014/main" id="{5F55FC72-9C24-E2D4-0877-964C7727E62F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2" name="Oval 1351">
                    <a:extLst>
                      <a:ext uri="{FF2B5EF4-FFF2-40B4-BE49-F238E27FC236}">
                        <a16:creationId xmlns:a16="http://schemas.microsoft.com/office/drawing/2014/main" id="{7DC24DED-42D4-B3CA-DF78-DA5C7D8B3E19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3" name="Oval 1352">
                    <a:extLst>
                      <a:ext uri="{FF2B5EF4-FFF2-40B4-BE49-F238E27FC236}">
                        <a16:creationId xmlns:a16="http://schemas.microsoft.com/office/drawing/2014/main" id="{7F5AE673-AEA6-4F12-7CA0-C85E5D67305A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4" name="Oval 1353">
                    <a:extLst>
                      <a:ext uri="{FF2B5EF4-FFF2-40B4-BE49-F238E27FC236}">
                        <a16:creationId xmlns:a16="http://schemas.microsoft.com/office/drawing/2014/main" id="{8F8A9042-8350-423E-70BD-F0F282700DDE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77" name="Group 1276">
                <a:extLst>
                  <a:ext uri="{FF2B5EF4-FFF2-40B4-BE49-F238E27FC236}">
                    <a16:creationId xmlns:a16="http://schemas.microsoft.com/office/drawing/2014/main" id="{375AE5A3-5BDA-229C-4D26-BE7A4A3DBC63}"/>
                  </a:ext>
                </a:extLst>
              </p:cNvPr>
              <p:cNvGrpSpPr/>
              <p:nvPr/>
            </p:nvGrpSpPr>
            <p:grpSpPr>
              <a:xfrm rot="9179632">
                <a:off x="10779424" y="4378246"/>
                <a:ext cx="45719" cy="375264"/>
                <a:chOff x="6686062" y="3899868"/>
                <a:chExt cx="74130" cy="410527"/>
              </a:xfrm>
            </p:grpSpPr>
            <p:sp>
              <p:nvSpPr>
                <p:cNvPr id="1338" name="Rounded Rectangle 1337">
                  <a:extLst>
                    <a:ext uri="{FF2B5EF4-FFF2-40B4-BE49-F238E27FC236}">
                      <a16:creationId xmlns:a16="http://schemas.microsoft.com/office/drawing/2014/main" id="{C1BB7544-0FC2-6CBF-D8D7-967CF0342F5A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9" name="Rounded Rectangle 1338">
                  <a:extLst>
                    <a:ext uri="{FF2B5EF4-FFF2-40B4-BE49-F238E27FC236}">
                      <a16:creationId xmlns:a16="http://schemas.microsoft.com/office/drawing/2014/main" id="{251EFE72-7A7F-0C27-987E-C7B4D6A30FCE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0" name="Rounded Rectangle 1339">
                  <a:extLst>
                    <a:ext uri="{FF2B5EF4-FFF2-40B4-BE49-F238E27FC236}">
                      <a16:creationId xmlns:a16="http://schemas.microsoft.com/office/drawing/2014/main" id="{EAA48BC7-A592-76EB-3158-83F5A06683AD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1" name="Rounded Rectangle 1340">
                  <a:extLst>
                    <a:ext uri="{FF2B5EF4-FFF2-40B4-BE49-F238E27FC236}">
                      <a16:creationId xmlns:a16="http://schemas.microsoft.com/office/drawing/2014/main" id="{80493833-60AE-ECA0-FCCB-1F7796782418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2" name="Rounded Rectangle 1341">
                  <a:extLst>
                    <a:ext uri="{FF2B5EF4-FFF2-40B4-BE49-F238E27FC236}">
                      <a16:creationId xmlns:a16="http://schemas.microsoft.com/office/drawing/2014/main" id="{016DB22F-375C-07BD-C968-8CBCDCD8CFF8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43" name="Straight Connector 1342">
                  <a:extLst>
                    <a:ext uri="{FF2B5EF4-FFF2-40B4-BE49-F238E27FC236}">
                      <a16:creationId xmlns:a16="http://schemas.microsoft.com/office/drawing/2014/main" id="{591E1883-6A80-3CA9-E96A-4E588A3DDC32}"/>
                    </a:ext>
                  </a:extLst>
                </p:cNvPr>
                <p:cNvCxnSpPr>
                  <a:cxnSpLocks/>
                  <a:stCxn id="1338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8" name="Group 1277">
                <a:extLst>
                  <a:ext uri="{FF2B5EF4-FFF2-40B4-BE49-F238E27FC236}">
                    <a16:creationId xmlns:a16="http://schemas.microsoft.com/office/drawing/2014/main" id="{5D7A08E7-9921-2C4D-4A72-854A8086D3D5}"/>
                  </a:ext>
                </a:extLst>
              </p:cNvPr>
              <p:cNvGrpSpPr/>
              <p:nvPr/>
            </p:nvGrpSpPr>
            <p:grpSpPr>
              <a:xfrm rot="9928240" flipH="1" flipV="1">
                <a:off x="10754194" y="4318884"/>
                <a:ext cx="144704" cy="348791"/>
                <a:chOff x="8901293" y="933753"/>
                <a:chExt cx="2135899" cy="5148330"/>
              </a:xfrm>
              <a:solidFill>
                <a:srgbClr val="0070C0"/>
              </a:solidFill>
            </p:grpSpPr>
            <p:grpSp>
              <p:nvGrpSpPr>
                <p:cNvPr id="1279" name="Group 1278">
                  <a:extLst>
                    <a:ext uri="{FF2B5EF4-FFF2-40B4-BE49-F238E27FC236}">
                      <a16:creationId xmlns:a16="http://schemas.microsoft.com/office/drawing/2014/main" id="{5BC85310-E871-DC8D-A553-797032AAF277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314" name="Group 1313">
                    <a:extLst>
                      <a:ext uri="{FF2B5EF4-FFF2-40B4-BE49-F238E27FC236}">
                        <a16:creationId xmlns:a16="http://schemas.microsoft.com/office/drawing/2014/main" id="{E9B571F9-2846-FCBE-82E8-AC79D093DA7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328" name="Oval 1327">
                      <a:extLst>
                        <a:ext uri="{FF2B5EF4-FFF2-40B4-BE49-F238E27FC236}">
                          <a16:creationId xmlns:a16="http://schemas.microsoft.com/office/drawing/2014/main" id="{E7529A9A-6E8D-F2D8-93F8-75BEF8468DFE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329" name="Group 1328">
                      <a:extLst>
                        <a:ext uri="{FF2B5EF4-FFF2-40B4-BE49-F238E27FC236}">
                          <a16:creationId xmlns:a16="http://schemas.microsoft.com/office/drawing/2014/main" id="{6FB5B57E-D9AB-B9EB-F63D-286BEE2D18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330" name="Oval 1329">
                        <a:extLst>
                          <a:ext uri="{FF2B5EF4-FFF2-40B4-BE49-F238E27FC236}">
                            <a16:creationId xmlns:a16="http://schemas.microsoft.com/office/drawing/2014/main" id="{82166E3B-0208-DAA7-E562-984D8ED50751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31" name="Oval 1330">
                        <a:extLst>
                          <a:ext uri="{FF2B5EF4-FFF2-40B4-BE49-F238E27FC236}">
                            <a16:creationId xmlns:a16="http://schemas.microsoft.com/office/drawing/2014/main" id="{309C14AC-9CC2-38FB-1125-360836362209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32" name="Oval 1331">
                        <a:extLst>
                          <a:ext uri="{FF2B5EF4-FFF2-40B4-BE49-F238E27FC236}">
                            <a16:creationId xmlns:a16="http://schemas.microsoft.com/office/drawing/2014/main" id="{B1885C07-1938-9DC7-4803-758DD3F13A70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33" name="Oval 1332">
                        <a:extLst>
                          <a:ext uri="{FF2B5EF4-FFF2-40B4-BE49-F238E27FC236}">
                            <a16:creationId xmlns:a16="http://schemas.microsoft.com/office/drawing/2014/main" id="{88435BC1-03DC-83BC-1A93-5A7278989ADD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34" name="Arc 1333">
                        <a:extLst>
                          <a:ext uri="{FF2B5EF4-FFF2-40B4-BE49-F238E27FC236}">
                            <a16:creationId xmlns:a16="http://schemas.microsoft.com/office/drawing/2014/main" id="{39A1C820-59A8-7897-CB07-C0C4A5ABCC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35" name="Oval 1334">
                        <a:extLst>
                          <a:ext uri="{FF2B5EF4-FFF2-40B4-BE49-F238E27FC236}">
                            <a16:creationId xmlns:a16="http://schemas.microsoft.com/office/drawing/2014/main" id="{FFC828A8-67B0-6C6D-64BF-23CC3A982F26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36" name="Arc 1335">
                        <a:extLst>
                          <a:ext uri="{FF2B5EF4-FFF2-40B4-BE49-F238E27FC236}">
                            <a16:creationId xmlns:a16="http://schemas.microsoft.com/office/drawing/2014/main" id="{3D1B9BF2-A94F-9D00-D714-270C850E84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37" name="Arc 1336">
                        <a:extLst>
                          <a:ext uri="{FF2B5EF4-FFF2-40B4-BE49-F238E27FC236}">
                            <a16:creationId xmlns:a16="http://schemas.microsoft.com/office/drawing/2014/main" id="{D78453CE-7091-03FE-F2A1-12B81D429082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315" name="Group 1314">
                    <a:extLst>
                      <a:ext uri="{FF2B5EF4-FFF2-40B4-BE49-F238E27FC236}">
                        <a16:creationId xmlns:a16="http://schemas.microsoft.com/office/drawing/2014/main" id="{E9C9FD87-687E-A6DB-2A8E-0A56AECDD10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318" name="Oval 1317">
                      <a:extLst>
                        <a:ext uri="{FF2B5EF4-FFF2-40B4-BE49-F238E27FC236}">
                          <a16:creationId xmlns:a16="http://schemas.microsoft.com/office/drawing/2014/main" id="{23607160-E76C-BA2E-5668-6C68D512BC80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319" name="Group 1318">
                      <a:extLst>
                        <a:ext uri="{FF2B5EF4-FFF2-40B4-BE49-F238E27FC236}">
                          <a16:creationId xmlns:a16="http://schemas.microsoft.com/office/drawing/2014/main" id="{2CEE5F82-6DBF-F01F-5428-F151AF7AC3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320" name="Oval 1319">
                        <a:extLst>
                          <a:ext uri="{FF2B5EF4-FFF2-40B4-BE49-F238E27FC236}">
                            <a16:creationId xmlns:a16="http://schemas.microsoft.com/office/drawing/2014/main" id="{242DF574-D757-11EA-C2E9-BA86A24797F7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21" name="Oval 1320">
                        <a:extLst>
                          <a:ext uri="{FF2B5EF4-FFF2-40B4-BE49-F238E27FC236}">
                            <a16:creationId xmlns:a16="http://schemas.microsoft.com/office/drawing/2014/main" id="{77511BB6-F3AD-EA5B-68D7-25C0854D0B71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22" name="Oval 1321">
                        <a:extLst>
                          <a:ext uri="{FF2B5EF4-FFF2-40B4-BE49-F238E27FC236}">
                            <a16:creationId xmlns:a16="http://schemas.microsoft.com/office/drawing/2014/main" id="{27007EBA-551F-F532-D7EE-F6054907BFA7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23" name="Oval 1322">
                        <a:extLst>
                          <a:ext uri="{FF2B5EF4-FFF2-40B4-BE49-F238E27FC236}">
                            <a16:creationId xmlns:a16="http://schemas.microsoft.com/office/drawing/2014/main" id="{794D350B-C69D-E26C-0146-D31F75095AA6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24" name="Arc 1323">
                        <a:extLst>
                          <a:ext uri="{FF2B5EF4-FFF2-40B4-BE49-F238E27FC236}">
                            <a16:creationId xmlns:a16="http://schemas.microsoft.com/office/drawing/2014/main" id="{6F7521D9-B34C-D32B-0D9D-0FBB12D4AE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25" name="Oval 1324">
                        <a:extLst>
                          <a:ext uri="{FF2B5EF4-FFF2-40B4-BE49-F238E27FC236}">
                            <a16:creationId xmlns:a16="http://schemas.microsoft.com/office/drawing/2014/main" id="{A47ED1C3-894A-7641-BF48-977686065D89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26" name="Arc 1325">
                        <a:extLst>
                          <a:ext uri="{FF2B5EF4-FFF2-40B4-BE49-F238E27FC236}">
                            <a16:creationId xmlns:a16="http://schemas.microsoft.com/office/drawing/2014/main" id="{84D45425-6771-AB31-90F7-64DB33A340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27" name="Arc 1326">
                        <a:extLst>
                          <a:ext uri="{FF2B5EF4-FFF2-40B4-BE49-F238E27FC236}">
                            <a16:creationId xmlns:a16="http://schemas.microsoft.com/office/drawing/2014/main" id="{691CE6CA-D778-2FCF-EEF9-FA988F61E737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316" name="Straight Connector 1315">
                    <a:extLst>
                      <a:ext uri="{FF2B5EF4-FFF2-40B4-BE49-F238E27FC236}">
                        <a16:creationId xmlns:a16="http://schemas.microsoft.com/office/drawing/2014/main" id="{A8B98506-1980-3F2F-1744-861B90762EB4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7" name="Straight Connector 1316">
                    <a:extLst>
                      <a:ext uri="{FF2B5EF4-FFF2-40B4-BE49-F238E27FC236}">
                        <a16:creationId xmlns:a16="http://schemas.microsoft.com/office/drawing/2014/main" id="{E955874C-F1FD-F923-A457-EC9DCD37630E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80" name="Group 1279">
                  <a:extLst>
                    <a:ext uri="{FF2B5EF4-FFF2-40B4-BE49-F238E27FC236}">
                      <a16:creationId xmlns:a16="http://schemas.microsoft.com/office/drawing/2014/main" id="{B56DD258-5596-BD90-54CC-39CCC97351B1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290" name="Group 1289">
                    <a:extLst>
                      <a:ext uri="{FF2B5EF4-FFF2-40B4-BE49-F238E27FC236}">
                        <a16:creationId xmlns:a16="http://schemas.microsoft.com/office/drawing/2014/main" id="{45124C93-F2FD-253F-C765-DC578CCC352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304" name="Oval 1303">
                      <a:extLst>
                        <a:ext uri="{FF2B5EF4-FFF2-40B4-BE49-F238E27FC236}">
                          <a16:creationId xmlns:a16="http://schemas.microsoft.com/office/drawing/2014/main" id="{C9849BDF-D6A5-A774-F018-7C44F9728CCB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305" name="Group 1304">
                      <a:extLst>
                        <a:ext uri="{FF2B5EF4-FFF2-40B4-BE49-F238E27FC236}">
                          <a16:creationId xmlns:a16="http://schemas.microsoft.com/office/drawing/2014/main" id="{F35E60CD-DDA5-CA7B-1186-30E25C1147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306" name="Oval 1305">
                        <a:extLst>
                          <a:ext uri="{FF2B5EF4-FFF2-40B4-BE49-F238E27FC236}">
                            <a16:creationId xmlns:a16="http://schemas.microsoft.com/office/drawing/2014/main" id="{63F7B972-0C5C-C838-AFA3-1B21FA8D78B2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07" name="Oval 1306">
                        <a:extLst>
                          <a:ext uri="{FF2B5EF4-FFF2-40B4-BE49-F238E27FC236}">
                            <a16:creationId xmlns:a16="http://schemas.microsoft.com/office/drawing/2014/main" id="{639FED79-BBA1-1779-CBB6-39E3A329D58C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08" name="Oval 1307">
                        <a:extLst>
                          <a:ext uri="{FF2B5EF4-FFF2-40B4-BE49-F238E27FC236}">
                            <a16:creationId xmlns:a16="http://schemas.microsoft.com/office/drawing/2014/main" id="{C28844AF-EC37-3D95-6B1C-F50D97312AF1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09" name="Oval 1308">
                        <a:extLst>
                          <a:ext uri="{FF2B5EF4-FFF2-40B4-BE49-F238E27FC236}">
                            <a16:creationId xmlns:a16="http://schemas.microsoft.com/office/drawing/2014/main" id="{F872FF14-A279-A51D-5D58-AB108B9FDA22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10" name="Arc 1309">
                        <a:extLst>
                          <a:ext uri="{FF2B5EF4-FFF2-40B4-BE49-F238E27FC236}">
                            <a16:creationId xmlns:a16="http://schemas.microsoft.com/office/drawing/2014/main" id="{F1E64B30-1521-BA37-222C-EC09BD9C96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11" name="Oval 1310">
                        <a:extLst>
                          <a:ext uri="{FF2B5EF4-FFF2-40B4-BE49-F238E27FC236}">
                            <a16:creationId xmlns:a16="http://schemas.microsoft.com/office/drawing/2014/main" id="{6A6FB066-97A9-7C38-42AD-86ACC1E234D6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12" name="Arc 1311">
                        <a:extLst>
                          <a:ext uri="{FF2B5EF4-FFF2-40B4-BE49-F238E27FC236}">
                            <a16:creationId xmlns:a16="http://schemas.microsoft.com/office/drawing/2014/main" id="{A608C924-9FC8-B19E-6B2D-87B65BB809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13" name="Arc 1312">
                        <a:extLst>
                          <a:ext uri="{FF2B5EF4-FFF2-40B4-BE49-F238E27FC236}">
                            <a16:creationId xmlns:a16="http://schemas.microsoft.com/office/drawing/2014/main" id="{C116EB2A-C0B2-CD21-3455-9BFC77938AE3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291" name="Group 1290">
                    <a:extLst>
                      <a:ext uri="{FF2B5EF4-FFF2-40B4-BE49-F238E27FC236}">
                        <a16:creationId xmlns:a16="http://schemas.microsoft.com/office/drawing/2014/main" id="{7852B97D-0630-B221-F757-4597B7010BF5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294" name="Oval 1293">
                      <a:extLst>
                        <a:ext uri="{FF2B5EF4-FFF2-40B4-BE49-F238E27FC236}">
                          <a16:creationId xmlns:a16="http://schemas.microsoft.com/office/drawing/2014/main" id="{17AFE4FD-DBF2-792C-F04C-D5C7CA6522FC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295" name="Group 1294">
                      <a:extLst>
                        <a:ext uri="{FF2B5EF4-FFF2-40B4-BE49-F238E27FC236}">
                          <a16:creationId xmlns:a16="http://schemas.microsoft.com/office/drawing/2014/main" id="{42C338CE-A1F8-5D39-B80C-7B376FD5F7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296" name="Oval 1295">
                        <a:extLst>
                          <a:ext uri="{FF2B5EF4-FFF2-40B4-BE49-F238E27FC236}">
                            <a16:creationId xmlns:a16="http://schemas.microsoft.com/office/drawing/2014/main" id="{F1BF705E-3AAE-CE82-3EC0-79F8A5669588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97" name="Oval 1296">
                        <a:extLst>
                          <a:ext uri="{FF2B5EF4-FFF2-40B4-BE49-F238E27FC236}">
                            <a16:creationId xmlns:a16="http://schemas.microsoft.com/office/drawing/2014/main" id="{55BAA6B4-6E4F-4D70-6793-E809107A0690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98" name="Oval 1297">
                        <a:extLst>
                          <a:ext uri="{FF2B5EF4-FFF2-40B4-BE49-F238E27FC236}">
                            <a16:creationId xmlns:a16="http://schemas.microsoft.com/office/drawing/2014/main" id="{C907B849-E839-6C77-F52E-31100444F6EB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99" name="Oval 1298">
                        <a:extLst>
                          <a:ext uri="{FF2B5EF4-FFF2-40B4-BE49-F238E27FC236}">
                            <a16:creationId xmlns:a16="http://schemas.microsoft.com/office/drawing/2014/main" id="{73460FD3-0E88-D918-6104-D8546197900F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00" name="Arc 1299">
                        <a:extLst>
                          <a:ext uri="{FF2B5EF4-FFF2-40B4-BE49-F238E27FC236}">
                            <a16:creationId xmlns:a16="http://schemas.microsoft.com/office/drawing/2014/main" id="{1B194DDE-FC5E-D0FA-182E-DB6FE0152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01" name="Oval 1300">
                        <a:extLst>
                          <a:ext uri="{FF2B5EF4-FFF2-40B4-BE49-F238E27FC236}">
                            <a16:creationId xmlns:a16="http://schemas.microsoft.com/office/drawing/2014/main" id="{09D2F8A0-87C1-3066-9DF5-563208FF6A29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02" name="Arc 1301">
                        <a:extLst>
                          <a:ext uri="{FF2B5EF4-FFF2-40B4-BE49-F238E27FC236}">
                            <a16:creationId xmlns:a16="http://schemas.microsoft.com/office/drawing/2014/main" id="{7D7D2375-D44E-7767-E583-AE7F68ADEA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03" name="Arc 1302">
                        <a:extLst>
                          <a:ext uri="{FF2B5EF4-FFF2-40B4-BE49-F238E27FC236}">
                            <a16:creationId xmlns:a16="http://schemas.microsoft.com/office/drawing/2014/main" id="{441EE698-9955-F289-3E6A-156981DC9E38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292" name="Straight Connector 1291">
                    <a:extLst>
                      <a:ext uri="{FF2B5EF4-FFF2-40B4-BE49-F238E27FC236}">
                        <a16:creationId xmlns:a16="http://schemas.microsoft.com/office/drawing/2014/main" id="{138C421A-2EC0-B0C3-E43D-D2AD93DCCC31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3" name="Straight Connector 1292">
                    <a:extLst>
                      <a:ext uri="{FF2B5EF4-FFF2-40B4-BE49-F238E27FC236}">
                        <a16:creationId xmlns:a16="http://schemas.microsoft.com/office/drawing/2014/main" id="{E8AD5856-55A7-8C52-2742-19D5E7562849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81" name="Group 1280">
                  <a:extLst>
                    <a:ext uri="{FF2B5EF4-FFF2-40B4-BE49-F238E27FC236}">
                      <a16:creationId xmlns:a16="http://schemas.microsoft.com/office/drawing/2014/main" id="{65DC0B13-ECD7-6688-E3BC-F2F7441EF08B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1282" name="Moon 1281">
                    <a:extLst>
                      <a:ext uri="{FF2B5EF4-FFF2-40B4-BE49-F238E27FC236}">
                        <a16:creationId xmlns:a16="http://schemas.microsoft.com/office/drawing/2014/main" id="{7135D2F7-15B3-40DE-F9B3-0C5E78C2BD8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3" name="Oval 1282">
                    <a:extLst>
                      <a:ext uri="{FF2B5EF4-FFF2-40B4-BE49-F238E27FC236}">
                        <a16:creationId xmlns:a16="http://schemas.microsoft.com/office/drawing/2014/main" id="{35A9258C-E727-9108-FA26-845477BCD1F4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4" name="Oval 1283">
                    <a:extLst>
                      <a:ext uri="{FF2B5EF4-FFF2-40B4-BE49-F238E27FC236}">
                        <a16:creationId xmlns:a16="http://schemas.microsoft.com/office/drawing/2014/main" id="{3A0020A1-E579-86EF-34BE-14C60CACC4C6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5" name="Oval 1284">
                    <a:extLst>
                      <a:ext uri="{FF2B5EF4-FFF2-40B4-BE49-F238E27FC236}">
                        <a16:creationId xmlns:a16="http://schemas.microsoft.com/office/drawing/2014/main" id="{4B5C6402-66CB-BFF0-5D1C-31EC8DFC1DC8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6" name="Oval 1285">
                    <a:extLst>
                      <a:ext uri="{FF2B5EF4-FFF2-40B4-BE49-F238E27FC236}">
                        <a16:creationId xmlns:a16="http://schemas.microsoft.com/office/drawing/2014/main" id="{9076A59A-583F-827F-A3AB-2752A9D6A0CE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7" name="Oval 1286">
                    <a:extLst>
                      <a:ext uri="{FF2B5EF4-FFF2-40B4-BE49-F238E27FC236}">
                        <a16:creationId xmlns:a16="http://schemas.microsoft.com/office/drawing/2014/main" id="{4AD3FC9A-2415-4FE6-BFC7-678F12A97AB2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8" name="Oval 1287">
                    <a:extLst>
                      <a:ext uri="{FF2B5EF4-FFF2-40B4-BE49-F238E27FC236}">
                        <a16:creationId xmlns:a16="http://schemas.microsoft.com/office/drawing/2014/main" id="{833FDA3C-CD19-5E1A-0CD3-9D656382595E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9" name="Oval 1288">
                    <a:extLst>
                      <a:ext uri="{FF2B5EF4-FFF2-40B4-BE49-F238E27FC236}">
                        <a16:creationId xmlns:a16="http://schemas.microsoft.com/office/drawing/2014/main" id="{192DDA4E-34E5-E76B-74AF-3A86D9ABAB46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BE855A-227D-BDF0-2368-5C360F89ED3F}"/>
                </a:ext>
              </a:extLst>
            </p:cNvPr>
            <p:cNvGrpSpPr/>
            <p:nvPr/>
          </p:nvGrpSpPr>
          <p:grpSpPr>
            <a:xfrm>
              <a:off x="5493669" y="3395745"/>
              <a:ext cx="714579" cy="561864"/>
              <a:chOff x="10309720" y="4212349"/>
              <a:chExt cx="714579" cy="561864"/>
            </a:xfrm>
          </p:grpSpPr>
          <p:sp>
            <p:nvSpPr>
              <p:cNvPr id="1139" name="Oval 1138">
                <a:extLst>
                  <a:ext uri="{FF2B5EF4-FFF2-40B4-BE49-F238E27FC236}">
                    <a16:creationId xmlns:a16="http://schemas.microsoft.com/office/drawing/2014/main" id="{C777BAD4-B11C-8E69-89D0-828584101D14}"/>
                  </a:ext>
                </a:extLst>
              </p:cNvPr>
              <p:cNvSpPr/>
              <p:nvPr/>
            </p:nvSpPr>
            <p:spPr>
              <a:xfrm rot="5400000">
                <a:off x="10386078" y="4135991"/>
                <a:ext cx="561864" cy="71457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40" name="Group 1139">
                <a:extLst>
                  <a:ext uri="{FF2B5EF4-FFF2-40B4-BE49-F238E27FC236}">
                    <a16:creationId xmlns:a16="http://schemas.microsoft.com/office/drawing/2014/main" id="{B00991B7-5414-699E-08CD-2132102E5DFF}"/>
                  </a:ext>
                </a:extLst>
              </p:cNvPr>
              <p:cNvGrpSpPr/>
              <p:nvPr/>
            </p:nvGrpSpPr>
            <p:grpSpPr>
              <a:xfrm rot="20357241">
                <a:off x="10503199" y="4236927"/>
                <a:ext cx="45719" cy="375264"/>
                <a:chOff x="6686062" y="3899868"/>
                <a:chExt cx="74130" cy="410527"/>
              </a:xfrm>
            </p:grpSpPr>
            <p:sp>
              <p:nvSpPr>
                <p:cNvPr id="1268" name="Rounded Rectangle 1267">
                  <a:extLst>
                    <a:ext uri="{FF2B5EF4-FFF2-40B4-BE49-F238E27FC236}">
                      <a16:creationId xmlns:a16="http://schemas.microsoft.com/office/drawing/2014/main" id="{BC175DF1-6107-343F-E8D1-C62BA2E39977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9" name="Rounded Rectangle 1268">
                  <a:extLst>
                    <a:ext uri="{FF2B5EF4-FFF2-40B4-BE49-F238E27FC236}">
                      <a16:creationId xmlns:a16="http://schemas.microsoft.com/office/drawing/2014/main" id="{8A910BB3-49DF-E721-5590-778573051D7F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0" name="Rounded Rectangle 1269">
                  <a:extLst>
                    <a:ext uri="{FF2B5EF4-FFF2-40B4-BE49-F238E27FC236}">
                      <a16:creationId xmlns:a16="http://schemas.microsoft.com/office/drawing/2014/main" id="{6BA3015A-3C9A-96C4-95B5-F309B007AA56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1" name="Rounded Rectangle 1270">
                  <a:extLst>
                    <a:ext uri="{FF2B5EF4-FFF2-40B4-BE49-F238E27FC236}">
                      <a16:creationId xmlns:a16="http://schemas.microsoft.com/office/drawing/2014/main" id="{1BBB5DAE-F912-A394-900A-62FB8357C475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2" name="Rounded Rectangle 1271">
                  <a:extLst>
                    <a:ext uri="{FF2B5EF4-FFF2-40B4-BE49-F238E27FC236}">
                      <a16:creationId xmlns:a16="http://schemas.microsoft.com/office/drawing/2014/main" id="{B2ABC1F5-4A35-4344-6D67-56FC5671C641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73" name="Straight Connector 1272">
                  <a:extLst>
                    <a:ext uri="{FF2B5EF4-FFF2-40B4-BE49-F238E27FC236}">
                      <a16:creationId xmlns:a16="http://schemas.microsoft.com/office/drawing/2014/main" id="{BAE8A622-E3AA-429A-0EC8-AC495D695CB3}"/>
                    </a:ext>
                  </a:extLst>
                </p:cNvPr>
                <p:cNvCxnSpPr>
                  <a:cxnSpLocks/>
                  <a:stCxn id="1268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1" name="Group 1140">
                <a:extLst>
                  <a:ext uri="{FF2B5EF4-FFF2-40B4-BE49-F238E27FC236}">
                    <a16:creationId xmlns:a16="http://schemas.microsoft.com/office/drawing/2014/main" id="{22E8FD96-89AB-F984-2954-BD06050545A7}"/>
                  </a:ext>
                </a:extLst>
              </p:cNvPr>
              <p:cNvGrpSpPr/>
              <p:nvPr/>
            </p:nvGrpSpPr>
            <p:grpSpPr>
              <a:xfrm rot="9928240" flipH="1" flipV="1">
                <a:off x="10452295" y="4362413"/>
                <a:ext cx="144704" cy="348791"/>
                <a:chOff x="8901293" y="933753"/>
                <a:chExt cx="2135899" cy="5148330"/>
              </a:xfrm>
              <a:solidFill>
                <a:srgbClr val="FF0000"/>
              </a:solidFill>
            </p:grpSpPr>
            <p:grpSp>
              <p:nvGrpSpPr>
                <p:cNvPr id="1209" name="Group 1208">
                  <a:extLst>
                    <a:ext uri="{FF2B5EF4-FFF2-40B4-BE49-F238E27FC236}">
                      <a16:creationId xmlns:a16="http://schemas.microsoft.com/office/drawing/2014/main" id="{9C3FAFC1-96EE-42B1-9916-3798298E57F0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244" name="Group 1243">
                    <a:extLst>
                      <a:ext uri="{FF2B5EF4-FFF2-40B4-BE49-F238E27FC236}">
                        <a16:creationId xmlns:a16="http://schemas.microsoft.com/office/drawing/2014/main" id="{A34FB794-76D9-9C99-5854-268F0A24ACB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258" name="Oval 1257">
                      <a:extLst>
                        <a:ext uri="{FF2B5EF4-FFF2-40B4-BE49-F238E27FC236}">
                          <a16:creationId xmlns:a16="http://schemas.microsoft.com/office/drawing/2014/main" id="{C9A73182-457A-D37A-630F-1EA2179960F4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259" name="Group 1258">
                      <a:extLst>
                        <a:ext uri="{FF2B5EF4-FFF2-40B4-BE49-F238E27FC236}">
                          <a16:creationId xmlns:a16="http://schemas.microsoft.com/office/drawing/2014/main" id="{F01A584E-D84F-365F-9EB8-2B37C5121B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260" name="Oval 1259">
                        <a:extLst>
                          <a:ext uri="{FF2B5EF4-FFF2-40B4-BE49-F238E27FC236}">
                            <a16:creationId xmlns:a16="http://schemas.microsoft.com/office/drawing/2014/main" id="{10A1C164-8448-E757-9976-684090686607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61" name="Oval 1260">
                        <a:extLst>
                          <a:ext uri="{FF2B5EF4-FFF2-40B4-BE49-F238E27FC236}">
                            <a16:creationId xmlns:a16="http://schemas.microsoft.com/office/drawing/2014/main" id="{1F3B91CC-FFDA-2C47-1582-68CC7FB912B4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62" name="Oval 1261">
                        <a:extLst>
                          <a:ext uri="{FF2B5EF4-FFF2-40B4-BE49-F238E27FC236}">
                            <a16:creationId xmlns:a16="http://schemas.microsoft.com/office/drawing/2014/main" id="{44BC51B6-143E-550D-7C8F-32F800028481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63" name="Oval 1262">
                        <a:extLst>
                          <a:ext uri="{FF2B5EF4-FFF2-40B4-BE49-F238E27FC236}">
                            <a16:creationId xmlns:a16="http://schemas.microsoft.com/office/drawing/2014/main" id="{A386CD48-3D90-8E1E-EB9B-8BC20E808918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64" name="Arc 1263">
                        <a:extLst>
                          <a:ext uri="{FF2B5EF4-FFF2-40B4-BE49-F238E27FC236}">
                            <a16:creationId xmlns:a16="http://schemas.microsoft.com/office/drawing/2014/main" id="{E5F35092-869D-F340-26C5-229467EDD3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65" name="Oval 1264">
                        <a:extLst>
                          <a:ext uri="{FF2B5EF4-FFF2-40B4-BE49-F238E27FC236}">
                            <a16:creationId xmlns:a16="http://schemas.microsoft.com/office/drawing/2014/main" id="{E968D319-D410-ACB7-A229-D730FC4AD3D9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66" name="Arc 1265">
                        <a:extLst>
                          <a:ext uri="{FF2B5EF4-FFF2-40B4-BE49-F238E27FC236}">
                            <a16:creationId xmlns:a16="http://schemas.microsoft.com/office/drawing/2014/main" id="{8DB60114-826F-1B97-6A1F-90ABE70046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67" name="Arc 1266">
                        <a:extLst>
                          <a:ext uri="{FF2B5EF4-FFF2-40B4-BE49-F238E27FC236}">
                            <a16:creationId xmlns:a16="http://schemas.microsoft.com/office/drawing/2014/main" id="{A176919E-6E21-CAE5-FD3C-E13C6C9D9300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245" name="Group 1244">
                    <a:extLst>
                      <a:ext uri="{FF2B5EF4-FFF2-40B4-BE49-F238E27FC236}">
                        <a16:creationId xmlns:a16="http://schemas.microsoft.com/office/drawing/2014/main" id="{69C5F2D0-F907-8967-BBE0-123DE82F56B6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248" name="Oval 1247">
                      <a:extLst>
                        <a:ext uri="{FF2B5EF4-FFF2-40B4-BE49-F238E27FC236}">
                          <a16:creationId xmlns:a16="http://schemas.microsoft.com/office/drawing/2014/main" id="{D725E2E8-A37D-5969-2F5D-BD365B3672F5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249" name="Group 1248">
                      <a:extLst>
                        <a:ext uri="{FF2B5EF4-FFF2-40B4-BE49-F238E27FC236}">
                          <a16:creationId xmlns:a16="http://schemas.microsoft.com/office/drawing/2014/main" id="{364E061B-6FBA-47C3-27FC-E32203AD90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250" name="Oval 1249">
                        <a:extLst>
                          <a:ext uri="{FF2B5EF4-FFF2-40B4-BE49-F238E27FC236}">
                            <a16:creationId xmlns:a16="http://schemas.microsoft.com/office/drawing/2014/main" id="{97BFCBE5-4A71-A59A-285B-937BAD8A8D69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51" name="Oval 1250">
                        <a:extLst>
                          <a:ext uri="{FF2B5EF4-FFF2-40B4-BE49-F238E27FC236}">
                            <a16:creationId xmlns:a16="http://schemas.microsoft.com/office/drawing/2014/main" id="{1D4AA549-F70D-B994-F043-B8914D6EBA6B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52" name="Oval 1251">
                        <a:extLst>
                          <a:ext uri="{FF2B5EF4-FFF2-40B4-BE49-F238E27FC236}">
                            <a16:creationId xmlns:a16="http://schemas.microsoft.com/office/drawing/2014/main" id="{71F6EE5A-10A8-D123-AF9A-2BDD5959B40B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53" name="Oval 1252">
                        <a:extLst>
                          <a:ext uri="{FF2B5EF4-FFF2-40B4-BE49-F238E27FC236}">
                            <a16:creationId xmlns:a16="http://schemas.microsoft.com/office/drawing/2014/main" id="{E624C7C1-F356-C7F1-411E-B9D1B77FE3EB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54" name="Arc 1253">
                        <a:extLst>
                          <a:ext uri="{FF2B5EF4-FFF2-40B4-BE49-F238E27FC236}">
                            <a16:creationId xmlns:a16="http://schemas.microsoft.com/office/drawing/2014/main" id="{D0EE2487-C4C8-06EE-319E-BB6947E25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55" name="Oval 1254">
                        <a:extLst>
                          <a:ext uri="{FF2B5EF4-FFF2-40B4-BE49-F238E27FC236}">
                            <a16:creationId xmlns:a16="http://schemas.microsoft.com/office/drawing/2014/main" id="{8CCEB4C2-C6A0-D2E7-5C92-90FDFEF2EEF3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56" name="Arc 1255">
                        <a:extLst>
                          <a:ext uri="{FF2B5EF4-FFF2-40B4-BE49-F238E27FC236}">
                            <a16:creationId xmlns:a16="http://schemas.microsoft.com/office/drawing/2014/main" id="{C6E98B6B-BC83-2D2C-5684-32066E0A85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57" name="Arc 1256">
                        <a:extLst>
                          <a:ext uri="{FF2B5EF4-FFF2-40B4-BE49-F238E27FC236}">
                            <a16:creationId xmlns:a16="http://schemas.microsoft.com/office/drawing/2014/main" id="{7AD5142B-6E89-B935-A6D8-195B62DEA44A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246" name="Straight Connector 1245">
                    <a:extLst>
                      <a:ext uri="{FF2B5EF4-FFF2-40B4-BE49-F238E27FC236}">
                        <a16:creationId xmlns:a16="http://schemas.microsoft.com/office/drawing/2014/main" id="{90748074-DABB-41C1-86E6-0AD73750E20E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7" name="Straight Connector 1246">
                    <a:extLst>
                      <a:ext uri="{FF2B5EF4-FFF2-40B4-BE49-F238E27FC236}">
                        <a16:creationId xmlns:a16="http://schemas.microsoft.com/office/drawing/2014/main" id="{42CC1A0B-E997-2B8C-5411-C2902A6A1E17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10" name="Group 1209">
                  <a:extLst>
                    <a:ext uri="{FF2B5EF4-FFF2-40B4-BE49-F238E27FC236}">
                      <a16:creationId xmlns:a16="http://schemas.microsoft.com/office/drawing/2014/main" id="{7F70BE32-C325-A4CF-A323-237440265E92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220" name="Group 1219">
                    <a:extLst>
                      <a:ext uri="{FF2B5EF4-FFF2-40B4-BE49-F238E27FC236}">
                        <a16:creationId xmlns:a16="http://schemas.microsoft.com/office/drawing/2014/main" id="{442EC89A-5B6A-1735-A875-94840A057F9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234" name="Oval 1233">
                      <a:extLst>
                        <a:ext uri="{FF2B5EF4-FFF2-40B4-BE49-F238E27FC236}">
                          <a16:creationId xmlns:a16="http://schemas.microsoft.com/office/drawing/2014/main" id="{5B156472-7B63-F5BF-182B-949751A80CCC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235" name="Group 1234">
                      <a:extLst>
                        <a:ext uri="{FF2B5EF4-FFF2-40B4-BE49-F238E27FC236}">
                          <a16:creationId xmlns:a16="http://schemas.microsoft.com/office/drawing/2014/main" id="{5F5647F2-8BEC-EABA-EBE1-8C6A8E8E15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236" name="Oval 1235">
                        <a:extLst>
                          <a:ext uri="{FF2B5EF4-FFF2-40B4-BE49-F238E27FC236}">
                            <a16:creationId xmlns:a16="http://schemas.microsoft.com/office/drawing/2014/main" id="{33A2AA49-1DCE-CB22-274C-3B02CFC92E7F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37" name="Oval 1236">
                        <a:extLst>
                          <a:ext uri="{FF2B5EF4-FFF2-40B4-BE49-F238E27FC236}">
                            <a16:creationId xmlns:a16="http://schemas.microsoft.com/office/drawing/2014/main" id="{E25F3B8A-167C-3406-153B-A306ECD8F3DD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38" name="Oval 1237">
                        <a:extLst>
                          <a:ext uri="{FF2B5EF4-FFF2-40B4-BE49-F238E27FC236}">
                            <a16:creationId xmlns:a16="http://schemas.microsoft.com/office/drawing/2014/main" id="{0AFFB602-F686-D2AE-4FB0-B40357CA5331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39" name="Oval 1238">
                        <a:extLst>
                          <a:ext uri="{FF2B5EF4-FFF2-40B4-BE49-F238E27FC236}">
                            <a16:creationId xmlns:a16="http://schemas.microsoft.com/office/drawing/2014/main" id="{6FECCC9D-F53C-B556-4D05-E83AB51FADC6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40" name="Arc 1239">
                        <a:extLst>
                          <a:ext uri="{FF2B5EF4-FFF2-40B4-BE49-F238E27FC236}">
                            <a16:creationId xmlns:a16="http://schemas.microsoft.com/office/drawing/2014/main" id="{2345A5D0-A813-FF45-3786-40768ABF25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41" name="Oval 1240">
                        <a:extLst>
                          <a:ext uri="{FF2B5EF4-FFF2-40B4-BE49-F238E27FC236}">
                            <a16:creationId xmlns:a16="http://schemas.microsoft.com/office/drawing/2014/main" id="{4FA27095-FEF4-5AD9-1A6A-40E399DAB87A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42" name="Arc 1241">
                        <a:extLst>
                          <a:ext uri="{FF2B5EF4-FFF2-40B4-BE49-F238E27FC236}">
                            <a16:creationId xmlns:a16="http://schemas.microsoft.com/office/drawing/2014/main" id="{6A4D5BA2-1102-7200-C28F-52EAC82B49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43" name="Arc 1242">
                        <a:extLst>
                          <a:ext uri="{FF2B5EF4-FFF2-40B4-BE49-F238E27FC236}">
                            <a16:creationId xmlns:a16="http://schemas.microsoft.com/office/drawing/2014/main" id="{3488206F-AC54-5B60-5CC5-CE12BDEB8DA5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221" name="Group 1220">
                    <a:extLst>
                      <a:ext uri="{FF2B5EF4-FFF2-40B4-BE49-F238E27FC236}">
                        <a16:creationId xmlns:a16="http://schemas.microsoft.com/office/drawing/2014/main" id="{F87E956A-EBC1-4809-D757-B91195DF2F26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224" name="Oval 1223">
                      <a:extLst>
                        <a:ext uri="{FF2B5EF4-FFF2-40B4-BE49-F238E27FC236}">
                          <a16:creationId xmlns:a16="http://schemas.microsoft.com/office/drawing/2014/main" id="{B4825F97-A491-6BEF-29B7-EC9A7DBAE57E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225" name="Group 1224">
                      <a:extLst>
                        <a:ext uri="{FF2B5EF4-FFF2-40B4-BE49-F238E27FC236}">
                          <a16:creationId xmlns:a16="http://schemas.microsoft.com/office/drawing/2014/main" id="{19CBD2BA-F981-25A3-0717-AF28870CE2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226" name="Oval 1225">
                        <a:extLst>
                          <a:ext uri="{FF2B5EF4-FFF2-40B4-BE49-F238E27FC236}">
                            <a16:creationId xmlns:a16="http://schemas.microsoft.com/office/drawing/2014/main" id="{902E368F-F196-C258-B2C4-2627EAA516CC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7" name="Oval 1226">
                        <a:extLst>
                          <a:ext uri="{FF2B5EF4-FFF2-40B4-BE49-F238E27FC236}">
                            <a16:creationId xmlns:a16="http://schemas.microsoft.com/office/drawing/2014/main" id="{85AA1EC1-8B52-D40D-44C6-ABFFFBE1A05C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8" name="Oval 1227">
                        <a:extLst>
                          <a:ext uri="{FF2B5EF4-FFF2-40B4-BE49-F238E27FC236}">
                            <a16:creationId xmlns:a16="http://schemas.microsoft.com/office/drawing/2014/main" id="{3D5E6501-EE5E-712D-792D-ABD0878F3F7D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9" name="Oval 1228">
                        <a:extLst>
                          <a:ext uri="{FF2B5EF4-FFF2-40B4-BE49-F238E27FC236}">
                            <a16:creationId xmlns:a16="http://schemas.microsoft.com/office/drawing/2014/main" id="{38ADBDB6-FEBB-1A4B-118E-2442F95E923A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30" name="Arc 1229">
                        <a:extLst>
                          <a:ext uri="{FF2B5EF4-FFF2-40B4-BE49-F238E27FC236}">
                            <a16:creationId xmlns:a16="http://schemas.microsoft.com/office/drawing/2014/main" id="{A1EDD47B-9792-55A2-549D-AF1BF7B939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31" name="Oval 1230">
                        <a:extLst>
                          <a:ext uri="{FF2B5EF4-FFF2-40B4-BE49-F238E27FC236}">
                            <a16:creationId xmlns:a16="http://schemas.microsoft.com/office/drawing/2014/main" id="{7ABBE51F-A6B1-1605-B6A1-CEFE4D5B7917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32" name="Arc 1231">
                        <a:extLst>
                          <a:ext uri="{FF2B5EF4-FFF2-40B4-BE49-F238E27FC236}">
                            <a16:creationId xmlns:a16="http://schemas.microsoft.com/office/drawing/2014/main" id="{C733E341-CB03-355C-0EE1-624816054D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33" name="Arc 1232">
                        <a:extLst>
                          <a:ext uri="{FF2B5EF4-FFF2-40B4-BE49-F238E27FC236}">
                            <a16:creationId xmlns:a16="http://schemas.microsoft.com/office/drawing/2014/main" id="{51E2E693-C334-F2B6-4F13-ED3652FCF579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222" name="Straight Connector 1221">
                    <a:extLst>
                      <a:ext uri="{FF2B5EF4-FFF2-40B4-BE49-F238E27FC236}">
                        <a16:creationId xmlns:a16="http://schemas.microsoft.com/office/drawing/2014/main" id="{B1A89498-A5C5-3FF4-3464-7082F9CF93C7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3" name="Straight Connector 1222">
                    <a:extLst>
                      <a:ext uri="{FF2B5EF4-FFF2-40B4-BE49-F238E27FC236}">
                        <a16:creationId xmlns:a16="http://schemas.microsoft.com/office/drawing/2014/main" id="{E753B9F0-7AB1-6688-FDB1-5B9114ACC955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11" name="Group 1210">
                  <a:extLst>
                    <a:ext uri="{FF2B5EF4-FFF2-40B4-BE49-F238E27FC236}">
                      <a16:creationId xmlns:a16="http://schemas.microsoft.com/office/drawing/2014/main" id="{1C0E9504-11FB-C8A5-F275-99442153A704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1212" name="Moon 1211">
                    <a:extLst>
                      <a:ext uri="{FF2B5EF4-FFF2-40B4-BE49-F238E27FC236}">
                        <a16:creationId xmlns:a16="http://schemas.microsoft.com/office/drawing/2014/main" id="{64CD3E82-3BDB-68ED-60D5-052D7632D9A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3" name="Oval 1212">
                    <a:extLst>
                      <a:ext uri="{FF2B5EF4-FFF2-40B4-BE49-F238E27FC236}">
                        <a16:creationId xmlns:a16="http://schemas.microsoft.com/office/drawing/2014/main" id="{8EA4E641-2995-3209-1A35-D626F0890BAE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4" name="Oval 1213">
                    <a:extLst>
                      <a:ext uri="{FF2B5EF4-FFF2-40B4-BE49-F238E27FC236}">
                        <a16:creationId xmlns:a16="http://schemas.microsoft.com/office/drawing/2014/main" id="{C9DC264A-CBFA-AE09-7E4E-BD82A271BA5E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5" name="Oval 1214">
                    <a:extLst>
                      <a:ext uri="{FF2B5EF4-FFF2-40B4-BE49-F238E27FC236}">
                        <a16:creationId xmlns:a16="http://schemas.microsoft.com/office/drawing/2014/main" id="{5AAD33CB-29EF-7FAD-943D-7171FF0A68E6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6" name="Oval 1215">
                    <a:extLst>
                      <a:ext uri="{FF2B5EF4-FFF2-40B4-BE49-F238E27FC236}">
                        <a16:creationId xmlns:a16="http://schemas.microsoft.com/office/drawing/2014/main" id="{137ED9D6-75DC-BCC2-0972-7701B75509D3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7" name="Oval 1216">
                    <a:extLst>
                      <a:ext uri="{FF2B5EF4-FFF2-40B4-BE49-F238E27FC236}">
                        <a16:creationId xmlns:a16="http://schemas.microsoft.com/office/drawing/2014/main" id="{324DE6A4-7ADA-4A0E-D8D0-4F0279BAEF1C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8" name="Oval 1217">
                    <a:extLst>
                      <a:ext uri="{FF2B5EF4-FFF2-40B4-BE49-F238E27FC236}">
                        <a16:creationId xmlns:a16="http://schemas.microsoft.com/office/drawing/2014/main" id="{60389D70-8E06-F195-CAB9-18C5947D4AA3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9" name="Oval 1218">
                    <a:extLst>
                      <a:ext uri="{FF2B5EF4-FFF2-40B4-BE49-F238E27FC236}">
                        <a16:creationId xmlns:a16="http://schemas.microsoft.com/office/drawing/2014/main" id="{23B9DB24-4D42-A6ED-D920-DF87E1B74779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2" name="Group 1141">
                <a:extLst>
                  <a:ext uri="{FF2B5EF4-FFF2-40B4-BE49-F238E27FC236}">
                    <a16:creationId xmlns:a16="http://schemas.microsoft.com/office/drawing/2014/main" id="{C0442FDD-4DE4-B081-6110-0C58515DE30E}"/>
                  </a:ext>
                </a:extLst>
              </p:cNvPr>
              <p:cNvGrpSpPr/>
              <p:nvPr/>
            </p:nvGrpSpPr>
            <p:grpSpPr>
              <a:xfrm rot="9179632">
                <a:off x="10779424" y="4378246"/>
                <a:ext cx="45719" cy="375264"/>
                <a:chOff x="6686062" y="3899868"/>
                <a:chExt cx="74130" cy="410527"/>
              </a:xfrm>
            </p:grpSpPr>
            <p:sp>
              <p:nvSpPr>
                <p:cNvPr id="1203" name="Rounded Rectangle 1202">
                  <a:extLst>
                    <a:ext uri="{FF2B5EF4-FFF2-40B4-BE49-F238E27FC236}">
                      <a16:creationId xmlns:a16="http://schemas.microsoft.com/office/drawing/2014/main" id="{20046E66-5973-3A32-3108-14A91430C69F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4" name="Rounded Rectangle 1203">
                  <a:extLst>
                    <a:ext uri="{FF2B5EF4-FFF2-40B4-BE49-F238E27FC236}">
                      <a16:creationId xmlns:a16="http://schemas.microsoft.com/office/drawing/2014/main" id="{6E3532DB-1D97-D68A-ACFA-C527B03DC89F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5" name="Rounded Rectangle 1204">
                  <a:extLst>
                    <a:ext uri="{FF2B5EF4-FFF2-40B4-BE49-F238E27FC236}">
                      <a16:creationId xmlns:a16="http://schemas.microsoft.com/office/drawing/2014/main" id="{E572AC4D-0811-25A3-6157-F84AD53DB841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6" name="Rounded Rectangle 1205">
                  <a:extLst>
                    <a:ext uri="{FF2B5EF4-FFF2-40B4-BE49-F238E27FC236}">
                      <a16:creationId xmlns:a16="http://schemas.microsoft.com/office/drawing/2014/main" id="{6627F3A1-3966-099F-11FB-ED91FB673B68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7" name="Rounded Rectangle 1206">
                  <a:extLst>
                    <a:ext uri="{FF2B5EF4-FFF2-40B4-BE49-F238E27FC236}">
                      <a16:creationId xmlns:a16="http://schemas.microsoft.com/office/drawing/2014/main" id="{C76A0318-2D27-56C5-D623-5A1627971327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08" name="Straight Connector 1207">
                  <a:extLst>
                    <a:ext uri="{FF2B5EF4-FFF2-40B4-BE49-F238E27FC236}">
                      <a16:creationId xmlns:a16="http://schemas.microsoft.com/office/drawing/2014/main" id="{1A696AF0-DAA3-8CD6-EF4D-B183875A6276}"/>
                    </a:ext>
                  </a:extLst>
                </p:cNvPr>
                <p:cNvCxnSpPr>
                  <a:cxnSpLocks/>
                  <a:stCxn id="1203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3" name="Group 1142">
                <a:extLst>
                  <a:ext uri="{FF2B5EF4-FFF2-40B4-BE49-F238E27FC236}">
                    <a16:creationId xmlns:a16="http://schemas.microsoft.com/office/drawing/2014/main" id="{6564919D-60C6-CD89-5E11-0F97A0F2E08E}"/>
                  </a:ext>
                </a:extLst>
              </p:cNvPr>
              <p:cNvGrpSpPr/>
              <p:nvPr/>
            </p:nvGrpSpPr>
            <p:grpSpPr>
              <a:xfrm rot="9928240" flipH="1" flipV="1">
                <a:off x="10754194" y="4318884"/>
                <a:ext cx="144704" cy="348791"/>
                <a:chOff x="8901293" y="933753"/>
                <a:chExt cx="2135899" cy="5148330"/>
              </a:xfrm>
              <a:solidFill>
                <a:srgbClr val="0070C0"/>
              </a:solidFill>
            </p:grpSpPr>
            <p:grpSp>
              <p:nvGrpSpPr>
                <p:cNvPr id="1144" name="Group 1143">
                  <a:extLst>
                    <a:ext uri="{FF2B5EF4-FFF2-40B4-BE49-F238E27FC236}">
                      <a16:creationId xmlns:a16="http://schemas.microsoft.com/office/drawing/2014/main" id="{C9325412-77F9-F260-7841-07957604ACD9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179" name="Group 1178">
                    <a:extLst>
                      <a:ext uri="{FF2B5EF4-FFF2-40B4-BE49-F238E27FC236}">
                        <a16:creationId xmlns:a16="http://schemas.microsoft.com/office/drawing/2014/main" id="{326CFB86-8958-A931-0C8C-ACE4F0793E6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193" name="Oval 1192">
                      <a:extLst>
                        <a:ext uri="{FF2B5EF4-FFF2-40B4-BE49-F238E27FC236}">
                          <a16:creationId xmlns:a16="http://schemas.microsoft.com/office/drawing/2014/main" id="{BC3ECA40-6D36-4167-7070-BB454F9CB00D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194" name="Group 1193">
                      <a:extLst>
                        <a:ext uri="{FF2B5EF4-FFF2-40B4-BE49-F238E27FC236}">
                          <a16:creationId xmlns:a16="http://schemas.microsoft.com/office/drawing/2014/main" id="{2AE5B089-12D0-005A-8099-5B4CA1AC3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195" name="Oval 1194">
                        <a:extLst>
                          <a:ext uri="{FF2B5EF4-FFF2-40B4-BE49-F238E27FC236}">
                            <a16:creationId xmlns:a16="http://schemas.microsoft.com/office/drawing/2014/main" id="{35C085DF-30DD-D1BC-AC5D-0E0950660B80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96" name="Oval 1195">
                        <a:extLst>
                          <a:ext uri="{FF2B5EF4-FFF2-40B4-BE49-F238E27FC236}">
                            <a16:creationId xmlns:a16="http://schemas.microsoft.com/office/drawing/2014/main" id="{E6F84B3C-7F50-6EE5-C3FB-9DC28353224D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97" name="Oval 1196">
                        <a:extLst>
                          <a:ext uri="{FF2B5EF4-FFF2-40B4-BE49-F238E27FC236}">
                            <a16:creationId xmlns:a16="http://schemas.microsoft.com/office/drawing/2014/main" id="{676095E3-5294-F919-CC89-0B6600CDD826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98" name="Oval 1197">
                        <a:extLst>
                          <a:ext uri="{FF2B5EF4-FFF2-40B4-BE49-F238E27FC236}">
                            <a16:creationId xmlns:a16="http://schemas.microsoft.com/office/drawing/2014/main" id="{F692CEA0-1047-AF0C-0164-46B32F903711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99" name="Arc 1198">
                        <a:extLst>
                          <a:ext uri="{FF2B5EF4-FFF2-40B4-BE49-F238E27FC236}">
                            <a16:creationId xmlns:a16="http://schemas.microsoft.com/office/drawing/2014/main" id="{045BFA8E-7C8D-2EEB-379D-B0F336B25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00" name="Oval 1199">
                        <a:extLst>
                          <a:ext uri="{FF2B5EF4-FFF2-40B4-BE49-F238E27FC236}">
                            <a16:creationId xmlns:a16="http://schemas.microsoft.com/office/drawing/2014/main" id="{81E5285E-457D-72F5-3D01-A1C3AD9F1964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01" name="Arc 1200">
                        <a:extLst>
                          <a:ext uri="{FF2B5EF4-FFF2-40B4-BE49-F238E27FC236}">
                            <a16:creationId xmlns:a16="http://schemas.microsoft.com/office/drawing/2014/main" id="{C8084259-065D-15CC-92FA-423024596D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02" name="Arc 1201">
                        <a:extLst>
                          <a:ext uri="{FF2B5EF4-FFF2-40B4-BE49-F238E27FC236}">
                            <a16:creationId xmlns:a16="http://schemas.microsoft.com/office/drawing/2014/main" id="{2B475625-64E4-995E-4539-C9B48B208282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180" name="Group 1179">
                    <a:extLst>
                      <a:ext uri="{FF2B5EF4-FFF2-40B4-BE49-F238E27FC236}">
                        <a16:creationId xmlns:a16="http://schemas.microsoft.com/office/drawing/2014/main" id="{01740AB6-4A2A-B2EB-3477-2CDA1B69A02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183" name="Oval 1182">
                      <a:extLst>
                        <a:ext uri="{FF2B5EF4-FFF2-40B4-BE49-F238E27FC236}">
                          <a16:creationId xmlns:a16="http://schemas.microsoft.com/office/drawing/2014/main" id="{7496593D-2DB2-1C11-A273-C340A98449E3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184" name="Group 1183">
                      <a:extLst>
                        <a:ext uri="{FF2B5EF4-FFF2-40B4-BE49-F238E27FC236}">
                          <a16:creationId xmlns:a16="http://schemas.microsoft.com/office/drawing/2014/main" id="{87DC7E71-A644-1D7F-C539-A0157CDCA6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185" name="Oval 1184">
                        <a:extLst>
                          <a:ext uri="{FF2B5EF4-FFF2-40B4-BE49-F238E27FC236}">
                            <a16:creationId xmlns:a16="http://schemas.microsoft.com/office/drawing/2014/main" id="{8BD12A84-036E-91AE-0067-6644075DA43F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86" name="Oval 1185">
                        <a:extLst>
                          <a:ext uri="{FF2B5EF4-FFF2-40B4-BE49-F238E27FC236}">
                            <a16:creationId xmlns:a16="http://schemas.microsoft.com/office/drawing/2014/main" id="{33C8C90B-1E68-6273-D9CB-B5697639CD88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87" name="Oval 1186">
                        <a:extLst>
                          <a:ext uri="{FF2B5EF4-FFF2-40B4-BE49-F238E27FC236}">
                            <a16:creationId xmlns:a16="http://schemas.microsoft.com/office/drawing/2014/main" id="{700A9AAB-1460-9F4E-138D-1DB3D522D61D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88" name="Oval 1187">
                        <a:extLst>
                          <a:ext uri="{FF2B5EF4-FFF2-40B4-BE49-F238E27FC236}">
                            <a16:creationId xmlns:a16="http://schemas.microsoft.com/office/drawing/2014/main" id="{A1E5ECF4-19D0-BE44-62F0-A3D0CF79F1DB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89" name="Arc 1188">
                        <a:extLst>
                          <a:ext uri="{FF2B5EF4-FFF2-40B4-BE49-F238E27FC236}">
                            <a16:creationId xmlns:a16="http://schemas.microsoft.com/office/drawing/2014/main" id="{58EE0A44-688C-D05E-B7CE-4E7AFFC97D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90" name="Oval 1189">
                        <a:extLst>
                          <a:ext uri="{FF2B5EF4-FFF2-40B4-BE49-F238E27FC236}">
                            <a16:creationId xmlns:a16="http://schemas.microsoft.com/office/drawing/2014/main" id="{71956651-E7B6-88A9-6CFE-1FCB628C854A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91" name="Arc 1190">
                        <a:extLst>
                          <a:ext uri="{FF2B5EF4-FFF2-40B4-BE49-F238E27FC236}">
                            <a16:creationId xmlns:a16="http://schemas.microsoft.com/office/drawing/2014/main" id="{DEB9D12E-EB9A-7749-1D1F-016D2DF8D1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92" name="Arc 1191">
                        <a:extLst>
                          <a:ext uri="{FF2B5EF4-FFF2-40B4-BE49-F238E27FC236}">
                            <a16:creationId xmlns:a16="http://schemas.microsoft.com/office/drawing/2014/main" id="{7C9599F8-E051-722E-D536-D03823A8EFEC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181" name="Straight Connector 1180">
                    <a:extLst>
                      <a:ext uri="{FF2B5EF4-FFF2-40B4-BE49-F238E27FC236}">
                        <a16:creationId xmlns:a16="http://schemas.microsoft.com/office/drawing/2014/main" id="{A2AFEE2B-84B8-7CC8-FF2D-FEB86852AC41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2" name="Straight Connector 1181">
                    <a:extLst>
                      <a:ext uri="{FF2B5EF4-FFF2-40B4-BE49-F238E27FC236}">
                        <a16:creationId xmlns:a16="http://schemas.microsoft.com/office/drawing/2014/main" id="{7E1FE930-43CE-B5C3-77CC-C20022BFFCAF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45" name="Group 1144">
                  <a:extLst>
                    <a:ext uri="{FF2B5EF4-FFF2-40B4-BE49-F238E27FC236}">
                      <a16:creationId xmlns:a16="http://schemas.microsoft.com/office/drawing/2014/main" id="{64A4D966-1614-DC43-32D1-5667CAD23632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155" name="Group 1154">
                    <a:extLst>
                      <a:ext uri="{FF2B5EF4-FFF2-40B4-BE49-F238E27FC236}">
                        <a16:creationId xmlns:a16="http://schemas.microsoft.com/office/drawing/2014/main" id="{60127088-7685-83C2-9B3D-1B98F859090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169" name="Oval 1168">
                      <a:extLst>
                        <a:ext uri="{FF2B5EF4-FFF2-40B4-BE49-F238E27FC236}">
                          <a16:creationId xmlns:a16="http://schemas.microsoft.com/office/drawing/2014/main" id="{3B1C68C3-CB62-44E3-17C8-F829525F670C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170" name="Group 1169">
                      <a:extLst>
                        <a:ext uri="{FF2B5EF4-FFF2-40B4-BE49-F238E27FC236}">
                          <a16:creationId xmlns:a16="http://schemas.microsoft.com/office/drawing/2014/main" id="{1A62C55C-B5A6-740D-0E28-A3D81C340D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171" name="Oval 1170">
                        <a:extLst>
                          <a:ext uri="{FF2B5EF4-FFF2-40B4-BE49-F238E27FC236}">
                            <a16:creationId xmlns:a16="http://schemas.microsoft.com/office/drawing/2014/main" id="{B2DFCEE0-9AE3-C407-9C8C-4B48C5F8A411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72" name="Oval 1171">
                        <a:extLst>
                          <a:ext uri="{FF2B5EF4-FFF2-40B4-BE49-F238E27FC236}">
                            <a16:creationId xmlns:a16="http://schemas.microsoft.com/office/drawing/2014/main" id="{13EB333B-4EAC-C47F-BCD2-04DBCBF5DC0E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73" name="Oval 1172">
                        <a:extLst>
                          <a:ext uri="{FF2B5EF4-FFF2-40B4-BE49-F238E27FC236}">
                            <a16:creationId xmlns:a16="http://schemas.microsoft.com/office/drawing/2014/main" id="{C7A01A25-A3B4-1F27-A74A-E6E68ECCD814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74" name="Oval 1173">
                        <a:extLst>
                          <a:ext uri="{FF2B5EF4-FFF2-40B4-BE49-F238E27FC236}">
                            <a16:creationId xmlns:a16="http://schemas.microsoft.com/office/drawing/2014/main" id="{DDA4CEA6-9F5F-8BEB-2E9C-829F32FCF768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75" name="Arc 1174">
                        <a:extLst>
                          <a:ext uri="{FF2B5EF4-FFF2-40B4-BE49-F238E27FC236}">
                            <a16:creationId xmlns:a16="http://schemas.microsoft.com/office/drawing/2014/main" id="{37059415-104E-2D9E-8D07-A4B95B40FC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76" name="Oval 1175">
                        <a:extLst>
                          <a:ext uri="{FF2B5EF4-FFF2-40B4-BE49-F238E27FC236}">
                            <a16:creationId xmlns:a16="http://schemas.microsoft.com/office/drawing/2014/main" id="{85E8E2B8-C2AC-E0D5-F1CF-B300A08BC05C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77" name="Arc 1176">
                        <a:extLst>
                          <a:ext uri="{FF2B5EF4-FFF2-40B4-BE49-F238E27FC236}">
                            <a16:creationId xmlns:a16="http://schemas.microsoft.com/office/drawing/2014/main" id="{994EF5A7-B82F-25E5-9FDB-DCE322C390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78" name="Arc 1177">
                        <a:extLst>
                          <a:ext uri="{FF2B5EF4-FFF2-40B4-BE49-F238E27FC236}">
                            <a16:creationId xmlns:a16="http://schemas.microsoft.com/office/drawing/2014/main" id="{5CFDA22D-014E-8193-D3B4-EBDEF113CCEA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156" name="Group 1155">
                    <a:extLst>
                      <a:ext uri="{FF2B5EF4-FFF2-40B4-BE49-F238E27FC236}">
                        <a16:creationId xmlns:a16="http://schemas.microsoft.com/office/drawing/2014/main" id="{0CBAE895-460D-8887-E997-B2269A4D5F7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159" name="Oval 1158">
                      <a:extLst>
                        <a:ext uri="{FF2B5EF4-FFF2-40B4-BE49-F238E27FC236}">
                          <a16:creationId xmlns:a16="http://schemas.microsoft.com/office/drawing/2014/main" id="{69E04620-E26B-1057-19E2-16E7D9755F72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160" name="Group 1159">
                      <a:extLst>
                        <a:ext uri="{FF2B5EF4-FFF2-40B4-BE49-F238E27FC236}">
                          <a16:creationId xmlns:a16="http://schemas.microsoft.com/office/drawing/2014/main" id="{D306DE68-F76F-2193-3E98-7C88DF3080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161" name="Oval 1160">
                        <a:extLst>
                          <a:ext uri="{FF2B5EF4-FFF2-40B4-BE49-F238E27FC236}">
                            <a16:creationId xmlns:a16="http://schemas.microsoft.com/office/drawing/2014/main" id="{BD85F3C3-0B38-F5FF-FF85-532734352F07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62" name="Oval 1161">
                        <a:extLst>
                          <a:ext uri="{FF2B5EF4-FFF2-40B4-BE49-F238E27FC236}">
                            <a16:creationId xmlns:a16="http://schemas.microsoft.com/office/drawing/2014/main" id="{F98B2415-A01C-F19B-72FA-DB82FFC2041B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63" name="Oval 1162">
                        <a:extLst>
                          <a:ext uri="{FF2B5EF4-FFF2-40B4-BE49-F238E27FC236}">
                            <a16:creationId xmlns:a16="http://schemas.microsoft.com/office/drawing/2014/main" id="{FE1723FB-F1C1-1315-177C-3D2046060B02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64" name="Oval 1163">
                        <a:extLst>
                          <a:ext uri="{FF2B5EF4-FFF2-40B4-BE49-F238E27FC236}">
                            <a16:creationId xmlns:a16="http://schemas.microsoft.com/office/drawing/2014/main" id="{7A3F77FE-69CB-AAB1-05BC-0A087CD3A129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65" name="Arc 1164">
                        <a:extLst>
                          <a:ext uri="{FF2B5EF4-FFF2-40B4-BE49-F238E27FC236}">
                            <a16:creationId xmlns:a16="http://schemas.microsoft.com/office/drawing/2014/main" id="{F5D683E0-AB43-2368-801B-B327F4B5E1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66" name="Oval 1165">
                        <a:extLst>
                          <a:ext uri="{FF2B5EF4-FFF2-40B4-BE49-F238E27FC236}">
                            <a16:creationId xmlns:a16="http://schemas.microsoft.com/office/drawing/2014/main" id="{EF9B6AF2-7671-C2AF-75DD-BF146E823CF3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67" name="Arc 1166">
                        <a:extLst>
                          <a:ext uri="{FF2B5EF4-FFF2-40B4-BE49-F238E27FC236}">
                            <a16:creationId xmlns:a16="http://schemas.microsoft.com/office/drawing/2014/main" id="{F52DD648-8EA8-CEBA-1382-741FB9B033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68" name="Arc 1167">
                        <a:extLst>
                          <a:ext uri="{FF2B5EF4-FFF2-40B4-BE49-F238E27FC236}">
                            <a16:creationId xmlns:a16="http://schemas.microsoft.com/office/drawing/2014/main" id="{2B2B4B26-6688-769D-AE17-08C1A8C514D1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157" name="Straight Connector 1156">
                    <a:extLst>
                      <a:ext uri="{FF2B5EF4-FFF2-40B4-BE49-F238E27FC236}">
                        <a16:creationId xmlns:a16="http://schemas.microsoft.com/office/drawing/2014/main" id="{F7F1F9AC-28DE-4065-BB71-1BC2B108E5A1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8" name="Straight Connector 1157">
                    <a:extLst>
                      <a:ext uri="{FF2B5EF4-FFF2-40B4-BE49-F238E27FC236}">
                        <a16:creationId xmlns:a16="http://schemas.microsoft.com/office/drawing/2014/main" id="{2D7E9996-BB3C-EC5A-A093-AF1165CE9DDF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46" name="Group 1145">
                  <a:extLst>
                    <a:ext uri="{FF2B5EF4-FFF2-40B4-BE49-F238E27FC236}">
                      <a16:creationId xmlns:a16="http://schemas.microsoft.com/office/drawing/2014/main" id="{F6ECDF53-9883-E9F7-5CB2-4379864118C7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1147" name="Moon 1146">
                    <a:extLst>
                      <a:ext uri="{FF2B5EF4-FFF2-40B4-BE49-F238E27FC236}">
                        <a16:creationId xmlns:a16="http://schemas.microsoft.com/office/drawing/2014/main" id="{9ADA0EEF-5B92-1280-6F46-03C77B71BA7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8" name="Oval 1147">
                    <a:extLst>
                      <a:ext uri="{FF2B5EF4-FFF2-40B4-BE49-F238E27FC236}">
                        <a16:creationId xmlns:a16="http://schemas.microsoft.com/office/drawing/2014/main" id="{9A90ED33-A53B-80E4-4F72-5D7D6D985C8A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9" name="Oval 1148">
                    <a:extLst>
                      <a:ext uri="{FF2B5EF4-FFF2-40B4-BE49-F238E27FC236}">
                        <a16:creationId xmlns:a16="http://schemas.microsoft.com/office/drawing/2014/main" id="{1206C7E5-28FB-D9A2-4C56-FB0763EA0995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0" name="Oval 1149">
                    <a:extLst>
                      <a:ext uri="{FF2B5EF4-FFF2-40B4-BE49-F238E27FC236}">
                        <a16:creationId xmlns:a16="http://schemas.microsoft.com/office/drawing/2014/main" id="{704C95C0-4F15-A41F-2127-310E5FCF7DA7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1" name="Oval 1150">
                    <a:extLst>
                      <a:ext uri="{FF2B5EF4-FFF2-40B4-BE49-F238E27FC236}">
                        <a16:creationId xmlns:a16="http://schemas.microsoft.com/office/drawing/2014/main" id="{BD2479D3-5557-3CC2-3EEB-2ED0484A2319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2" name="Oval 1151">
                    <a:extLst>
                      <a:ext uri="{FF2B5EF4-FFF2-40B4-BE49-F238E27FC236}">
                        <a16:creationId xmlns:a16="http://schemas.microsoft.com/office/drawing/2014/main" id="{2F3A7307-5C25-1D09-F864-14544105CA9D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3" name="Oval 1152">
                    <a:extLst>
                      <a:ext uri="{FF2B5EF4-FFF2-40B4-BE49-F238E27FC236}">
                        <a16:creationId xmlns:a16="http://schemas.microsoft.com/office/drawing/2014/main" id="{A9F56954-47F2-B91D-5DA8-825656FCFF51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4" name="Oval 1153">
                    <a:extLst>
                      <a:ext uri="{FF2B5EF4-FFF2-40B4-BE49-F238E27FC236}">
                        <a16:creationId xmlns:a16="http://schemas.microsoft.com/office/drawing/2014/main" id="{59B3F87B-1C52-F53D-9FC8-0BCA91FCAD4F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83786D3-8FA8-B5E0-4020-5ADA58131B4B}"/>
                </a:ext>
              </a:extLst>
            </p:cNvPr>
            <p:cNvGrpSpPr/>
            <p:nvPr/>
          </p:nvGrpSpPr>
          <p:grpSpPr>
            <a:xfrm>
              <a:off x="5304393" y="2177201"/>
              <a:ext cx="714579" cy="561864"/>
              <a:chOff x="10462120" y="3202699"/>
              <a:chExt cx="714579" cy="561864"/>
            </a:xfrm>
          </p:grpSpPr>
          <p:sp>
            <p:nvSpPr>
              <p:cNvPr id="1071" name="Oval 1070">
                <a:extLst>
                  <a:ext uri="{FF2B5EF4-FFF2-40B4-BE49-F238E27FC236}">
                    <a16:creationId xmlns:a16="http://schemas.microsoft.com/office/drawing/2014/main" id="{D191BA75-2C2E-8596-C949-2C16C3081D7B}"/>
                  </a:ext>
                </a:extLst>
              </p:cNvPr>
              <p:cNvSpPr/>
              <p:nvPr/>
            </p:nvSpPr>
            <p:spPr>
              <a:xfrm rot="5400000">
                <a:off x="10538478" y="3126341"/>
                <a:ext cx="561864" cy="71457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72" name="Group 1071">
                <a:extLst>
                  <a:ext uri="{FF2B5EF4-FFF2-40B4-BE49-F238E27FC236}">
                    <a16:creationId xmlns:a16="http://schemas.microsoft.com/office/drawing/2014/main" id="{3A7008EE-7437-315F-01D1-A636A785417F}"/>
                  </a:ext>
                </a:extLst>
              </p:cNvPr>
              <p:cNvGrpSpPr/>
              <p:nvPr/>
            </p:nvGrpSpPr>
            <p:grpSpPr>
              <a:xfrm rot="20357241">
                <a:off x="10655599" y="3227277"/>
                <a:ext cx="45719" cy="375264"/>
                <a:chOff x="6686062" y="3899868"/>
                <a:chExt cx="74130" cy="410527"/>
              </a:xfrm>
            </p:grpSpPr>
            <p:sp>
              <p:nvSpPr>
                <p:cNvPr id="1133" name="Rounded Rectangle 1132">
                  <a:extLst>
                    <a:ext uri="{FF2B5EF4-FFF2-40B4-BE49-F238E27FC236}">
                      <a16:creationId xmlns:a16="http://schemas.microsoft.com/office/drawing/2014/main" id="{62409526-040E-14A4-F0DB-C555528229F8}"/>
                    </a:ext>
                  </a:extLst>
                </p:cNvPr>
                <p:cNvSpPr/>
                <p:nvPr/>
              </p:nvSpPr>
              <p:spPr>
                <a:xfrm>
                  <a:off x="6686063" y="3970295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4" name="Rounded Rectangle 1133">
                  <a:extLst>
                    <a:ext uri="{FF2B5EF4-FFF2-40B4-BE49-F238E27FC236}">
                      <a16:creationId xmlns:a16="http://schemas.microsoft.com/office/drawing/2014/main" id="{1D03D2FB-CD4A-D96A-D40E-07276ECF22C5}"/>
                    </a:ext>
                  </a:extLst>
                </p:cNvPr>
                <p:cNvSpPr/>
                <p:nvPr/>
              </p:nvSpPr>
              <p:spPr>
                <a:xfrm>
                  <a:off x="6686738" y="4039854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5" name="Rounded Rectangle 1134">
                  <a:extLst>
                    <a:ext uri="{FF2B5EF4-FFF2-40B4-BE49-F238E27FC236}">
                      <a16:creationId xmlns:a16="http://schemas.microsoft.com/office/drawing/2014/main" id="{9880D5B9-1B04-65BA-55F1-45A94FF6BD87}"/>
                    </a:ext>
                  </a:extLst>
                </p:cNvPr>
                <p:cNvSpPr/>
                <p:nvPr/>
              </p:nvSpPr>
              <p:spPr>
                <a:xfrm>
                  <a:off x="6687528" y="4108138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6" name="Rounded Rectangle 1135">
                  <a:extLst>
                    <a:ext uri="{FF2B5EF4-FFF2-40B4-BE49-F238E27FC236}">
                      <a16:creationId xmlns:a16="http://schemas.microsoft.com/office/drawing/2014/main" id="{D50C46EA-374B-896F-64BE-85E371062D08}"/>
                    </a:ext>
                  </a:extLst>
                </p:cNvPr>
                <p:cNvSpPr/>
                <p:nvPr/>
              </p:nvSpPr>
              <p:spPr>
                <a:xfrm>
                  <a:off x="6686062" y="4176422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7" name="Rounded Rectangle 1136">
                  <a:extLst>
                    <a:ext uri="{FF2B5EF4-FFF2-40B4-BE49-F238E27FC236}">
                      <a16:creationId xmlns:a16="http://schemas.microsoft.com/office/drawing/2014/main" id="{3AEC6590-4733-F7C3-7D65-E0098ACDA3D8}"/>
                    </a:ext>
                  </a:extLst>
                </p:cNvPr>
                <p:cNvSpPr/>
                <p:nvPr/>
              </p:nvSpPr>
              <p:spPr>
                <a:xfrm>
                  <a:off x="6686982" y="4242111"/>
                  <a:ext cx="72664" cy="68284"/>
                </a:xfrm>
                <a:prstGeom prst="roundRect">
                  <a:avLst/>
                </a:prstGeom>
                <a:solidFill>
                  <a:schemeClr val="accent2"/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38" name="Straight Connector 1137">
                  <a:extLst>
                    <a:ext uri="{FF2B5EF4-FFF2-40B4-BE49-F238E27FC236}">
                      <a16:creationId xmlns:a16="http://schemas.microsoft.com/office/drawing/2014/main" id="{8F382914-3424-E9D1-1AF5-0B38EFB1A8A5}"/>
                    </a:ext>
                  </a:extLst>
                </p:cNvPr>
                <p:cNvCxnSpPr>
                  <a:cxnSpLocks/>
                  <a:stCxn id="1133" idx="0"/>
                </p:cNvCxnSpPr>
                <p:nvPr/>
              </p:nvCxnSpPr>
              <p:spPr>
                <a:xfrm flipV="1">
                  <a:off x="6722395" y="3899868"/>
                  <a:ext cx="0" cy="70427"/>
                </a:xfrm>
                <a:prstGeom prst="line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3" name="Group 1072">
                <a:extLst>
                  <a:ext uri="{FF2B5EF4-FFF2-40B4-BE49-F238E27FC236}">
                    <a16:creationId xmlns:a16="http://schemas.microsoft.com/office/drawing/2014/main" id="{318DE41C-E20D-8271-5153-16BC25C32BA9}"/>
                  </a:ext>
                </a:extLst>
              </p:cNvPr>
              <p:cNvGrpSpPr/>
              <p:nvPr/>
            </p:nvGrpSpPr>
            <p:grpSpPr>
              <a:xfrm rot="9928240" flipH="1" flipV="1">
                <a:off x="10604695" y="3352763"/>
                <a:ext cx="144704" cy="348791"/>
                <a:chOff x="8901293" y="933753"/>
                <a:chExt cx="2135899" cy="5148330"/>
              </a:xfrm>
              <a:solidFill>
                <a:srgbClr val="FF0000"/>
              </a:solidFill>
            </p:grpSpPr>
            <p:grpSp>
              <p:nvGrpSpPr>
                <p:cNvPr id="1074" name="Group 1073">
                  <a:extLst>
                    <a:ext uri="{FF2B5EF4-FFF2-40B4-BE49-F238E27FC236}">
                      <a16:creationId xmlns:a16="http://schemas.microsoft.com/office/drawing/2014/main" id="{D8444950-56E3-4782-3991-B0A03B009399}"/>
                    </a:ext>
                  </a:extLst>
                </p:cNvPr>
                <p:cNvGrpSpPr/>
                <p:nvPr/>
              </p:nvGrpSpPr>
              <p:grpSpPr>
                <a:xfrm>
                  <a:off x="8901293" y="933753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109" name="Group 1108">
                    <a:extLst>
                      <a:ext uri="{FF2B5EF4-FFF2-40B4-BE49-F238E27FC236}">
                        <a16:creationId xmlns:a16="http://schemas.microsoft.com/office/drawing/2014/main" id="{920DFC92-33B0-1980-397B-B697E7F8C40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123" name="Oval 1122">
                      <a:extLst>
                        <a:ext uri="{FF2B5EF4-FFF2-40B4-BE49-F238E27FC236}">
                          <a16:creationId xmlns:a16="http://schemas.microsoft.com/office/drawing/2014/main" id="{85E183C2-5351-B101-02D7-8CD6886B5181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124" name="Group 1123">
                      <a:extLst>
                        <a:ext uri="{FF2B5EF4-FFF2-40B4-BE49-F238E27FC236}">
                          <a16:creationId xmlns:a16="http://schemas.microsoft.com/office/drawing/2014/main" id="{1AC66E9E-48FD-449E-6FED-980561A178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125" name="Oval 1124">
                        <a:extLst>
                          <a:ext uri="{FF2B5EF4-FFF2-40B4-BE49-F238E27FC236}">
                            <a16:creationId xmlns:a16="http://schemas.microsoft.com/office/drawing/2014/main" id="{7B223D88-8E7E-243E-ED95-EEA954389F89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26" name="Oval 1125">
                        <a:extLst>
                          <a:ext uri="{FF2B5EF4-FFF2-40B4-BE49-F238E27FC236}">
                            <a16:creationId xmlns:a16="http://schemas.microsoft.com/office/drawing/2014/main" id="{879FDB8E-229E-E9A4-6153-42A46F2E375C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27" name="Oval 1126">
                        <a:extLst>
                          <a:ext uri="{FF2B5EF4-FFF2-40B4-BE49-F238E27FC236}">
                            <a16:creationId xmlns:a16="http://schemas.microsoft.com/office/drawing/2014/main" id="{14AF583C-D83F-2037-781B-73D43A6C89F5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28" name="Oval 1127">
                        <a:extLst>
                          <a:ext uri="{FF2B5EF4-FFF2-40B4-BE49-F238E27FC236}">
                            <a16:creationId xmlns:a16="http://schemas.microsoft.com/office/drawing/2014/main" id="{7BF8AC44-FA67-16C5-F661-D9A53AE23662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29" name="Arc 1128">
                        <a:extLst>
                          <a:ext uri="{FF2B5EF4-FFF2-40B4-BE49-F238E27FC236}">
                            <a16:creationId xmlns:a16="http://schemas.microsoft.com/office/drawing/2014/main" id="{4C2DBD08-22DB-590B-E050-CEA6DA51A1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30" name="Oval 1129">
                        <a:extLst>
                          <a:ext uri="{FF2B5EF4-FFF2-40B4-BE49-F238E27FC236}">
                            <a16:creationId xmlns:a16="http://schemas.microsoft.com/office/drawing/2014/main" id="{DDD8C832-4552-771A-9918-A07CFF93A30A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31" name="Arc 1130">
                        <a:extLst>
                          <a:ext uri="{FF2B5EF4-FFF2-40B4-BE49-F238E27FC236}">
                            <a16:creationId xmlns:a16="http://schemas.microsoft.com/office/drawing/2014/main" id="{97AEA8A2-6695-F922-584D-F064D5DE95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32" name="Arc 1131">
                        <a:extLst>
                          <a:ext uri="{FF2B5EF4-FFF2-40B4-BE49-F238E27FC236}">
                            <a16:creationId xmlns:a16="http://schemas.microsoft.com/office/drawing/2014/main" id="{559985FB-A934-5A06-7B3A-2204333AEE97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110" name="Group 1109">
                    <a:extLst>
                      <a:ext uri="{FF2B5EF4-FFF2-40B4-BE49-F238E27FC236}">
                        <a16:creationId xmlns:a16="http://schemas.microsoft.com/office/drawing/2014/main" id="{A7ACC968-88E6-9A2B-9EA8-B89C055E5CAF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113" name="Oval 1112">
                      <a:extLst>
                        <a:ext uri="{FF2B5EF4-FFF2-40B4-BE49-F238E27FC236}">
                          <a16:creationId xmlns:a16="http://schemas.microsoft.com/office/drawing/2014/main" id="{1F4C256B-551B-0BAA-44BA-907A106007FF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114" name="Group 1113">
                      <a:extLst>
                        <a:ext uri="{FF2B5EF4-FFF2-40B4-BE49-F238E27FC236}">
                          <a16:creationId xmlns:a16="http://schemas.microsoft.com/office/drawing/2014/main" id="{A65ED0F0-7C95-4943-8A8F-8A04B1BA33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115" name="Oval 1114">
                        <a:extLst>
                          <a:ext uri="{FF2B5EF4-FFF2-40B4-BE49-F238E27FC236}">
                            <a16:creationId xmlns:a16="http://schemas.microsoft.com/office/drawing/2014/main" id="{FF2E9B47-B16F-E533-5389-5414E51979E8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16" name="Oval 1115">
                        <a:extLst>
                          <a:ext uri="{FF2B5EF4-FFF2-40B4-BE49-F238E27FC236}">
                            <a16:creationId xmlns:a16="http://schemas.microsoft.com/office/drawing/2014/main" id="{459760AC-E37B-AC66-7D38-8585CA6D6B65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17" name="Oval 1116">
                        <a:extLst>
                          <a:ext uri="{FF2B5EF4-FFF2-40B4-BE49-F238E27FC236}">
                            <a16:creationId xmlns:a16="http://schemas.microsoft.com/office/drawing/2014/main" id="{B495DDF2-97BA-E28E-C14E-AA896F1F5198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18" name="Oval 1117">
                        <a:extLst>
                          <a:ext uri="{FF2B5EF4-FFF2-40B4-BE49-F238E27FC236}">
                            <a16:creationId xmlns:a16="http://schemas.microsoft.com/office/drawing/2014/main" id="{A8014271-570E-8A30-21D4-973BEB922F97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19" name="Arc 1118">
                        <a:extLst>
                          <a:ext uri="{FF2B5EF4-FFF2-40B4-BE49-F238E27FC236}">
                            <a16:creationId xmlns:a16="http://schemas.microsoft.com/office/drawing/2014/main" id="{72C49662-828C-75D7-A0AB-4B7AC067DB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20" name="Oval 1119">
                        <a:extLst>
                          <a:ext uri="{FF2B5EF4-FFF2-40B4-BE49-F238E27FC236}">
                            <a16:creationId xmlns:a16="http://schemas.microsoft.com/office/drawing/2014/main" id="{7DAC95ED-59FC-180D-A8C3-7D00AD33FFFF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21" name="Arc 1120">
                        <a:extLst>
                          <a:ext uri="{FF2B5EF4-FFF2-40B4-BE49-F238E27FC236}">
                            <a16:creationId xmlns:a16="http://schemas.microsoft.com/office/drawing/2014/main" id="{705E8EA3-6A25-F32F-376F-2D78892E0E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22" name="Arc 1121">
                        <a:extLst>
                          <a:ext uri="{FF2B5EF4-FFF2-40B4-BE49-F238E27FC236}">
                            <a16:creationId xmlns:a16="http://schemas.microsoft.com/office/drawing/2014/main" id="{3C828458-49CA-28EE-0FFF-8B655D7EFD4F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111" name="Straight Connector 1110">
                    <a:extLst>
                      <a:ext uri="{FF2B5EF4-FFF2-40B4-BE49-F238E27FC236}">
                        <a16:creationId xmlns:a16="http://schemas.microsoft.com/office/drawing/2014/main" id="{64C9522B-91F6-3DA4-7ED7-CB0610BE3B3D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2" name="Straight Connector 1111">
                    <a:extLst>
                      <a:ext uri="{FF2B5EF4-FFF2-40B4-BE49-F238E27FC236}">
                        <a16:creationId xmlns:a16="http://schemas.microsoft.com/office/drawing/2014/main" id="{6B912563-81E4-DEF3-87D0-E94B499107F3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5" name="Group 1074">
                  <a:extLst>
                    <a:ext uri="{FF2B5EF4-FFF2-40B4-BE49-F238E27FC236}">
                      <a16:creationId xmlns:a16="http://schemas.microsoft.com/office/drawing/2014/main" id="{CE2708CB-2F5B-ADDF-370E-AFEECE95D701}"/>
                    </a:ext>
                  </a:extLst>
                </p:cNvPr>
                <p:cNvGrpSpPr/>
                <p:nvPr/>
              </p:nvGrpSpPr>
              <p:grpSpPr>
                <a:xfrm flipV="1">
                  <a:off x="8906828" y="3517591"/>
                  <a:ext cx="2130364" cy="2564492"/>
                  <a:chOff x="4102111" y="1327060"/>
                  <a:chExt cx="2130364" cy="2564492"/>
                </a:xfrm>
                <a:grpFill/>
              </p:grpSpPr>
              <p:grpSp>
                <p:nvGrpSpPr>
                  <p:cNvPr id="1085" name="Group 1084">
                    <a:extLst>
                      <a:ext uri="{FF2B5EF4-FFF2-40B4-BE49-F238E27FC236}">
                        <a16:creationId xmlns:a16="http://schemas.microsoft.com/office/drawing/2014/main" id="{58235040-9B29-C1E5-6351-61EDC7FF5A1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27060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099" name="Oval 1098">
                      <a:extLst>
                        <a:ext uri="{FF2B5EF4-FFF2-40B4-BE49-F238E27FC236}">
                          <a16:creationId xmlns:a16="http://schemas.microsoft.com/office/drawing/2014/main" id="{39E17C90-011B-88AE-614B-ED45492461E8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100" name="Group 1099">
                      <a:extLst>
                        <a:ext uri="{FF2B5EF4-FFF2-40B4-BE49-F238E27FC236}">
                          <a16:creationId xmlns:a16="http://schemas.microsoft.com/office/drawing/2014/main" id="{B69C12CD-E916-214F-4BBD-2AD2BC15D3B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101" name="Oval 1100">
                        <a:extLst>
                          <a:ext uri="{FF2B5EF4-FFF2-40B4-BE49-F238E27FC236}">
                            <a16:creationId xmlns:a16="http://schemas.microsoft.com/office/drawing/2014/main" id="{2E7EB233-84A6-E1B9-9E1B-B8CA22CEB323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2" name="Oval 1101">
                        <a:extLst>
                          <a:ext uri="{FF2B5EF4-FFF2-40B4-BE49-F238E27FC236}">
                            <a16:creationId xmlns:a16="http://schemas.microsoft.com/office/drawing/2014/main" id="{B6514804-0995-76C0-1436-29E0850D5620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3" name="Oval 1102">
                        <a:extLst>
                          <a:ext uri="{FF2B5EF4-FFF2-40B4-BE49-F238E27FC236}">
                            <a16:creationId xmlns:a16="http://schemas.microsoft.com/office/drawing/2014/main" id="{743151E2-AF45-7FC1-C17D-B3776DC6F2BF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4" name="Oval 1103">
                        <a:extLst>
                          <a:ext uri="{FF2B5EF4-FFF2-40B4-BE49-F238E27FC236}">
                            <a16:creationId xmlns:a16="http://schemas.microsoft.com/office/drawing/2014/main" id="{5CEA24AC-47AA-BA6A-1089-08E60797BC5E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5" name="Arc 1104">
                        <a:extLst>
                          <a:ext uri="{FF2B5EF4-FFF2-40B4-BE49-F238E27FC236}">
                            <a16:creationId xmlns:a16="http://schemas.microsoft.com/office/drawing/2014/main" id="{93520EC4-26D6-380E-4583-F4DD82FDAD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06" name="Oval 1105">
                        <a:extLst>
                          <a:ext uri="{FF2B5EF4-FFF2-40B4-BE49-F238E27FC236}">
                            <a16:creationId xmlns:a16="http://schemas.microsoft.com/office/drawing/2014/main" id="{9D0B6BDA-7AC8-65E9-7239-E6B3987C75CC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7" name="Arc 1106">
                        <a:extLst>
                          <a:ext uri="{FF2B5EF4-FFF2-40B4-BE49-F238E27FC236}">
                            <a16:creationId xmlns:a16="http://schemas.microsoft.com/office/drawing/2014/main" id="{AAA58626-F418-F272-CB20-4C1AFE5D6B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08" name="Arc 1107">
                        <a:extLst>
                          <a:ext uri="{FF2B5EF4-FFF2-40B4-BE49-F238E27FC236}">
                            <a16:creationId xmlns:a16="http://schemas.microsoft.com/office/drawing/2014/main" id="{831B8263-3C1B-1429-CCFD-104866C0929B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086" name="Group 1085">
                    <a:extLst>
                      <a:ext uri="{FF2B5EF4-FFF2-40B4-BE49-F238E27FC236}">
                        <a16:creationId xmlns:a16="http://schemas.microsoft.com/office/drawing/2014/main" id="{9B9EAE2F-1A95-97DC-FAD8-CEAB267C9CAD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138140" y="1336301"/>
                    <a:ext cx="1094335" cy="2555251"/>
                    <a:chOff x="4102111" y="1327060"/>
                    <a:chExt cx="1094335" cy="2555251"/>
                  </a:xfrm>
                  <a:grpFill/>
                </p:grpSpPr>
                <p:sp>
                  <p:nvSpPr>
                    <p:cNvPr id="1089" name="Oval 1088">
                      <a:extLst>
                        <a:ext uri="{FF2B5EF4-FFF2-40B4-BE49-F238E27FC236}">
                          <a16:creationId xmlns:a16="http://schemas.microsoft.com/office/drawing/2014/main" id="{C2BEFA76-810F-1325-4CEB-46C226F3B596}"/>
                        </a:ext>
                      </a:extLst>
                    </p:cNvPr>
                    <p:cNvSpPr/>
                    <p:nvPr/>
                  </p:nvSpPr>
                  <p:spPr>
                    <a:xfrm rot="2094095">
                      <a:off x="4224168" y="1327060"/>
                      <a:ext cx="583350" cy="42489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090" name="Group 1089">
                      <a:extLst>
                        <a:ext uri="{FF2B5EF4-FFF2-40B4-BE49-F238E27FC236}">
                          <a16:creationId xmlns:a16="http://schemas.microsoft.com/office/drawing/2014/main" id="{51A06428-5D5D-0B72-1281-5C8F448740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2111" y="1374064"/>
                      <a:ext cx="1094335" cy="2508247"/>
                      <a:chOff x="4102111" y="1374064"/>
                      <a:chExt cx="1094335" cy="2508247"/>
                    </a:xfrm>
                    <a:grpFill/>
                  </p:grpSpPr>
                  <p:sp>
                    <p:nvSpPr>
                      <p:cNvPr id="1091" name="Oval 1090">
                        <a:extLst>
                          <a:ext uri="{FF2B5EF4-FFF2-40B4-BE49-F238E27FC236}">
                            <a16:creationId xmlns:a16="http://schemas.microsoft.com/office/drawing/2014/main" id="{BA31DA2C-B5B4-478C-5CB8-7B2E3D3AEE89}"/>
                          </a:ext>
                        </a:extLst>
                      </p:cNvPr>
                      <p:cNvSpPr/>
                      <p:nvPr/>
                    </p:nvSpPr>
                    <p:spPr>
                      <a:xfrm rot="4202241">
                        <a:off x="3939335" y="1536840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2" name="Oval 1091">
                        <a:extLst>
                          <a:ext uri="{FF2B5EF4-FFF2-40B4-BE49-F238E27FC236}">
                            <a16:creationId xmlns:a16="http://schemas.microsoft.com/office/drawing/2014/main" id="{42539FDE-52CC-4D73-FC16-3D71426A177D}"/>
                          </a:ext>
                        </a:extLst>
                      </p:cNvPr>
                      <p:cNvSpPr/>
                      <p:nvPr/>
                    </p:nvSpPr>
                    <p:spPr>
                      <a:xfrm rot="2602848">
                        <a:off x="4310212" y="2022366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3" name="Oval 1092">
                        <a:extLst>
                          <a:ext uri="{FF2B5EF4-FFF2-40B4-BE49-F238E27FC236}">
                            <a16:creationId xmlns:a16="http://schemas.microsoft.com/office/drawing/2014/main" id="{A2C4CA03-4E58-9478-FCFD-6A41B2BC7130}"/>
                          </a:ext>
                        </a:extLst>
                      </p:cNvPr>
                      <p:cNvSpPr/>
                      <p:nvPr/>
                    </p:nvSpPr>
                    <p:spPr>
                      <a:xfrm rot="4012902">
                        <a:off x="4560009" y="1873067"/>
                        <a:ext cx="663549" cy="337997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4" name="Oval 1093">
                        <a:extLst>
                          <a:ext uri="{FF2B5EF4-FFF2-40B4-BE49-F238E27FC236}">
                            <a16:creationId xmlns:a16="http://schemas.microsoft.com/office/drawing/2014/main" id="{E32DADDC-12B5-4F0B-C79D-2336E7A2AE0D}"/>
                          </a:ext>
                        </a:extLst>
                      </p:cNvPr>
                      <p:cNvSpPr/>
                      <p:nvPr/>
                    </p:nvSpPr>
                    <p:spPr>
                      <a:xfrm rot="6593353">
                        <a:off x="4653267" y="2736730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5" name="Arc 1094">
                        <a:extLst>
                          <a:ext uri="{FF2B5EF4-FFF2-40B4-BE49-F238E27FC236}">
                            <a16:creationId xmlns:a16="http://schemas.microsoft.com/office/drawing/2014/main" id="{04D156B8-4AF9-80E2-67E5-B61F4CB39E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73113" y="2317108"/>
                        <a:ext cx="215224" cy="70105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096" name="Oval 1095">
                        <a:extLst>
                          <a:ext uri="{FF2B5EF4-FFF2-40B4-BE49-F238E27FC236}">
                            <a16:creationId xmlns:a16="http://schemas.microsoft.com/office/drawing/2014/main" id="{C531D392-D125-A286-17AD-5014CE47F1E1}"/>
                          </a:ext>
                        </a:extLst>
                      </p:cNvPr>
                      <p:cNvSpPr/>
                      <p:nvPr/>
                    </p:nvSpPr>
                    <p:spPr>
                      <a:xfrm rot="15006647" flipH="1">
                        <a:off x="4691330" y="3377195"/>
                        <a:ext cx="663549" cy="346683"/>
                      </a:xfrm>
                      <a:prstGeom prst="ellipse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7" name="Arc 1096">
                        <a:extLst>
                          <a:ext uri="{FF2B5EF4-FFF2-40B4-BE49-F238E27FC236}">
                            <a16:creationId xmlns:a16="http://schemas.microsoft.com/office/drawing/2014/main" id="{62132A74-64D4-E204-EA22-ADB2429C3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8921" y="1694550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098" name="Arc 1097">
                        <a:extLst>
                          <a:ext uri="{FF2B5EF4-FFF2-40B4-BE49-F238E27FC236}">
                            <a16:creationId xmlns:a16="http://schemas.microsoft.com/office/drawing/2014/main" id="{86399A71-EDDA-D959-4E04-47B019965421}"/>
                          </a:ext>
                        </a:extLst>
                      </p:cNvPr>
                      <p:cNvSpPr/>
                      <p:nvPr/>
                    </p:nvSpPr>
                    <p:spPr>
                      <a:xfrm rot="11689115">
                        <a:off x="4351978" y="1763728"/>
                        <a:ext cx="306129" cy="311642"/>
                      </a:xfrm>
                      <a:prstGeom prst="arc">
                        <a:avLst/>
                      </a:prstGeom>
                      <a:grpFill/>
                      <a:ln w="635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1087" name="Straight Connector 1086">
                    <a:extLst>
                      <a:ext uri="{FF2B5EF4-FFF2-40B4-BE49-F238E27FC236}">
                        <a16:creationId xmlns:a16="http://schemas.microsoft.com/office/drawing/2014/main" id="{780E1E61-9A23-0468-9CEE-25D72CAD7826}"/>
                      </a:ext>
                    </a:extLst>
                  </p:cNvPr>
                  <p:cNvCxnSpPr/>
                  <p:nvPr/>
                </p:nvCxnSpPr>
                <p:spPr>
                  <a:xfrm>
                    <a:off x="5061868" y="2422793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8" name="Straight Connector 1087">
                    <a:extLst>
                      <a:ext uri="{FF2B5EF4-FFF2-40B4-BE49-F238E27FC236}">
                        <a16:creationId xmlns:a16="http://schemas.microsoft.com/office/drawing/2014/main" id="{1A1F378D-4F03-D087-92A2-7A60DCFAC29D}"/>
                      </a:ext>
                    </a:extLst>
                  </p:cNvPr>
                  <p:cNvCxnSpPr/>
                  <p:nvPr/>
                </p:nvCxnSpPr>
                <p:spPr>
                  <a:xfrm>
                    <a:off x="5073671" y="2539115"/>
                    <a:ext cx="210641" cy="0"/>
                  </a:xfrm>
                  <a:prstGeom prst="line">
                    <a:avLst/>
                  </a:prstGeom>
                  <a:grpFill/>
                  <a:ln w="635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6" name="Group 1075">
                  <a:extLst>
                    <a:ext uri="{FF2B5EF4-FFF2-40B4-BE49-F238E27FC236}">
                      <a16:creationId xmlns:a16="http://schemas.microsoft.com/office/drawing/2014/main" id="{509A4573-E2AB-870E-6239-3B6F739CB560}"/>
                    </a:ext>
                  </a:extLst>
                </p:cNvPr>
                <p:cNvGrpSpPr/>
                <p:nvPr/>
              </p:nvGrpSpPr>
              <p:grpSpPr>
                <a:xfrm>
                  <a:off x="9663969" y="2298797"/>
                  <a:ext cx="552240" cy="2447093"/>
                  <a:chOff x="8443826" y="2170814"/>
                  <a:chExt cx="552240" cy="2447093"/>
                </a:xfrm>
                <a:grpFill/>
              </p:grpSpPr>
              <p:sp>
                <p:nvSpPr>
                  <p:cNvPr id="1077" name="Moon 1076">
                    <a:extLst>
                      <a:ext uri="{FF2B5EF4-FFF2-40B4-BE49-F238E27FC236}">
                        <a16:creationId xmlns:a16="http://schemas.microsoft.com/office/drawing/2014/main" id="{941A19F1-053F-831A-FE6F-F1860603C6D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521053" y="3121798"/>
                    <a:ext cx="475013" cy="501401"/>
                  </a:xfrm>
                  <a:prstGeom prst="moon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8" name="Oval 1077">
                    <a:extLst>
                      <a:ext uri="{FF2B5EF4-FFF2-40B4-BE49-F238E27FC236}">
                        <a16:creationId xmlns:a16="http://schemas.microsoft.com/office/drawing/2014/main" id="{802619CE-3F4D-7A4A-A398-6415824FD6FA}"/>
                      </a:ext>
                    </a:extLst>
                  </p:cNvPr>
                  <p:cNvSpPr/>
                  <p:nvPr/>
                </p:nvSpPr>
                <p:spPr>
                  <a:xfrm rot="858604">
                    <a:off x="8443826" y="2170814"/>
                    <a:ext cx="185640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9" name="Oval 1078">
                    <a:extLst>
                      <a:ext uri="{FF2B5EF4-FFF2-40B4-BE49-F238E27FC236}">
                        <a16:creationId xmlns:a16="http://schemas.microsoft.com/office/drawing/2014/main" id="{F9695BC3-78E0-156C-4D1D-ED970E5E1D1C}"/>
                      </a:ext>
                    </a:extLst>
                  </p:cNvPr>
                  <p:cNvSpPr/>
                  <p:nvPr/>
                </p:nvSpPr>
                <p:spPr>
                  <a:xfrm rot="20518439">
                    <a:off x="8483460" y="2496378"/>
                    <a:ext cx="18222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0" name="Oval 1079">
                    <a:extLst>
                      <a:ext uri="{FF2B5EF4-FFF2-40B4-BE49-F238E27FC236}">
                        <a16:creationId xmlns:a16="http://schemas.microsoft.com/office/drawing/2014/main" id="{82E11309-4F2D-8A9F-0C84-57F369E26684}"/>
                      </a:ext>
                    </a:extLst>
                  </p:cNvPr>
                  <p:cNvSpPr/>
                  <p:nvPr/>
                </p:nvSpPr>
                <p:spPr>
                  <a:xfrm rot="20585931">
                    <a:off x="8613830" y="2840511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1" name="Oval 1080">
                    <a:extLst>
                      <a:ext uri="{FF2B5EF4-FFF2-40B4-BE49-F238E27FC236}">
                        <a16:creationId xmlns:a16="http://schemas.microsoft.com/office/drawing/2014/main" id="{1B3A5722-D4FD-F75E-FB3A-248B7FD13EA1}"/>
                      </a:ext>
                    </a:extLst>
                  </p:cNvPr>
                  <p:cNvSpPr/>
                  <p:nvPr/>
                </p:nvSpPr>
                <p:spPr>
                  <a:xfrm rot="21442569">
                    <a:off x="8745960" y="3505447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2" name="Oval 1081">
                    <a:extLst>
                      <a:ext uri="{FF2B5EF4-FFF2-40B4-BE49-F238E27FC236}">
                        <a16:creationId xmlns:a16="http://schemas.microsoft.com/office/drawing/2014/main" id="{CFF962AF-4DC0-CBC3-F24A-7D5AE5E34866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35446" y="3890139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3" name="Oval 1082">
                    <a:extLst>
                      <a:ext uri="{FF2B5EF4-FFF2-40B4-BE49-F238E27FC236}">
                        <a16:creationId xmlns:a16="http://schemas.microsoft.com/office/drawing/2014/main" id="{900EA7C9-FE55-97D7-8C6A-BDD5697F7803}"/>
                      </a:ext>
                    </a:extLst>
                  </p:cNvPr>
                  <p:cNvSpPr/>
                  <p:nvPr/>
                </p:nvSpPr>
                <p:spPr>
                  <a:xfrm rot="1811840">
                    <a:off x="8654891" y="4238014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4" name="Oval 1083">
                    <a:extLst>
                      <a:ext uri="{FF2B5EF4-FFF2-40B4-BE49-F238E27FC236}">
                        <a16:creationId xmlns:a16="http://schemas.microsoft.com/office/drawing/2014/main" id="{5E002A03-93EA-0D87-D2C1-1B702914E342}"/>
                      </a:ext>
                    </a:extLst>
                  </p:cNvPr>
                  <p:cNvSpPr/>
                  <p:nvPr/>
                </p:nvSpPr>
                <p:spPr>
                  <a:xfrm rot="21561546">
                    <a:off x="8704487" y="3182552"/>
                    <a:ext cx="165668" cy="379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69AF08B-BB6D-4E00-4974-67A1E5A379B9}"/>
                </a:ext>
              </a:extLst>
            </p:cNvPr>
            <p:cNvGrpSpPr/>
            <p:nvPr/>
          </p:nvGrpSpPr>
          <p:grpSpPr>
            <a:xfrm rot="5400000" flipH="1" flipV="1">
              <a:off x="4697358" y="3574712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012" name="Group 1011">
                <a:extLst>
                  <a:ext uri="{FF2B5EF4-FFF2-40B4-BE49-F238E27FC236}">
                    <a16:creationId xmlns:a16="http://schemas.microsoft.com/office/drawing/2014/main" id="{199286CB-015B-B83A-D124-66AB4E4B31AD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047" name="Group 1046">
                  <a:extLst>
                    <a:ext uri="{FF2B5EF4-FFF2-40B4-BE49-F238E27FC236}">
                      <a16:creationId xmlns:a16="http://schemas.microsoft.com/office/drawing/2014/main" id="{A6B71AD7-4757-5A47-626C-B5F342251782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61" name="Oval 1060">
                    <a:extLst>
                      <a:ext uri="{FF2B5EF4-FFF2-40B4-BE49-F238E27FC236}">
                        <a16:creationId xmlns:a16="http://schemas.microsoft.com/office/drawing/2014/main" id="{4CBD2BD5-29AF-15FA-C9B4-FD9DE607C5B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62" name="Group 1061">
                    <a:extLst>
                      <a:ext uri="{FF2B5EF4-FFF2-40B4-BE49-F238E27FC236}">
                        <a16:creationId xmlns:a16="http://schemas.microsoft.com/office/drawing/2014/main" id="{4796167C-C78F-E894-3D76-4C81E69F862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63" name="Oval 1062">
                      <a:extLst>
                        <a:ext uri="{FF2B5EF4-FFF2-40B4-BE49-F238E27FC236}">
                          <a16:creationId xmlns:a16="http://schemas.microsoft.com/office/drawing/2014/main" id="{500BABB2-4ADB-F6FB-84A2-134AA93D8A74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64" name="Oval 1063">
                      <a:extLst>
                        <a:ext uri="{FF2B5EF4-FFF2-40B4-BE49-F238E27FC236}">
                          <a16:creationId xmlns:a16="http://schemas.microsoft.com/office/drawing/2014/main" id="{CB31D29A-2BB1-7E61-E0D3-4CF0A8ED2F0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65" name="Oval 1064">
                      <a:extLst>
                        <a:ext uri="{FF2B5EF4-FFF2-40B4-BE49-F238E27FC236}">
                          <a16:creationId xmlns:a16="http://schemas.microsoft.com/office/drawing/2014/main" id="{B7F5FC78-AC9F-D51A-EDBB-1122929E3D5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AAEC810E-AC60-5AAD-BCD6-DE4FC608B1C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67" name="Arc 1066">
                      <a:extLst>
                        <a:ext uri="{FF2B5EF4-FFF2-40B4-BE49-F238E27FC236}">
                          <a16:creationId xmlns:a16="http://schemas.microsoft.com/office/drawing/2014/main" id="{34763733-C362-AEB4-17B4-A0A830DD9C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68" name="Oval 1067">
                      <a:extLst>
                        <a:ext uri="{FF2B5EF4-FFF2-40B4-BE49-F238E27FC236}">
                          <a16:creationId xmlns:a16="http://schemas.microsoft.com/office/drawing/2014/main" id="{9A421AA1-BF95-CEB0-D508-C02A9FEC2ED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69" name="Arc 1068">
                      <a:extLst>
                        <a:ext uri="{FF2B5EF4-FFF2-40B4-BE49-F238E27FC236}">
                          <a16:creationId xmlns:a16="http://schemas.microsoft.com/office/drawing/2014/main" id="{B28C6C82-5516-984F-1E32-76D54184A9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0" name="Arc 1069">
                      <a:extLst>
                        <a:ext uri="{FF2B5EF4-FFF2-40B4-BE49-F238E27FC236}">
                          <a16:creationId xmlns:a16="http://schemas.microsoft.com/office/drawing/2014/main" id="{A4858AD6-28BD-3021-9A04-64CF6106D48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48" name="Group 1047">
                  <a:extLst>
                    <a:ext uri="{FF2B5EF4-FFF2-40B4-BE49-F238E27FC236}">
                      <a16:creationId xmlns:a16="http://schemas.microsoft.com/office/drawing/2014/main" id="{55FC951B-1222-0B45-C514-0B6A13C58719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51" name="Oval 1050">
                    <a:extLst>
                      <a:ext uri="{FF2B5EF4-FFF2-40B4-BE49-F238E27FC236}">
                        <a16:creationId xmlns:a16="http://schemas.microsoft.com/office/drawing/2014/main" id="{B2B9035C-E064-96E1-77DE-F6C69B36198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52" name="Group 1051">
                    <a:extLst>
                      <a:ext uri="{FF2B5EF4-FFF2-40B4-BE49-F238E27FC236}">
                        <a16:creationId xmlns:a16="http://schemas.microsoft.com/office/drawing/2014/main" id="{951C3C9A-0CF5-B274-B048-BC87B321DB2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53" name="Oval 1052">
                      <a:extLst>
                        <a:ext uri="{FF2B5EF4-FFF2-40B4-BE49-F238E27FC236}">
                          <a16:creationId xmlns:a16="http://schemas.microsoft.com/office/drawing/2014/main" id="{C647C31F-C748-28B7-6D33-26ED71912E8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54" name="Oval 1053">
                      <a:extLst>
                        <a:ext uri="{FF2B5EF4-FFF2-40B4-BE49-F238E27FC236}">
                          <a16:creationId xmlns:a16="http://schemas.microsoft.com/office/drawing/2014/main" id="{E0AB8F06-B906-86A0-9BBA-15C5613BB00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55" name="Oval 1054">
                      <a:extLst>
                        <a:ext uri="{FF2B5EF4-FFF2-40B4-BE49-F238E27FC236}">
                          <a16:creationId xmlns:a16="http://schemas.microsoft.com/office/drawing/2014/main" id="{DAEFEB93-A2BF-13FA-AB15-5B234AD2E06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DFAE9E90-A24C-9BE0-D16A-A539CBF7D30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57" name="Arc 1056">
                      <a:extLst>
                        <a:ext uri="{FF2B5EF4-FFF2-40B4-BE49-F238E27FC236}">
                          <a16:creationId xmlns:a16="http://schemas.microsoft.com/office/drawing/2014/main" id="{613316B1-BE9F-B3E2-FD2F-FD176AC7B7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58" name="Oval 1057">
                      <a:extLst>
                        <a:ext uri="{FF2B5EF4-FFF2-40B4-BE49-F238E27FC236}">
                          <a16:creationId xmlns:a16="http://schemas.microsoft.com/office/drawing/2014/main" id="{E842365F-E0F6-3EA3-BD21-BB52E3FFEC3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59" name="Arc 1058">
                      <a:extLst>
                        <a:ext uri="{FF2B5EF4-FFF2-40B4-BE49-F238E27FC236}">
                          <a16:creationId xmlns:a16="http://schemas.microsoft.com/office/drawing/2014/main" id="{2DE4F715-1298-E8B6-38FF-19DF8620BB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60" name="Arc 1059">
                      <a:extLst>
                        <a:ext uri="{FF2B5EF4-FFF2-40B4-BE49-F238E27FC236}">
                          <a16:creationId xmlns:a16="http://schemas.microsoft.com/office/drawing/2014/main" id="{FE3CD306-E803-60A9-8298-554294A709B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049" name="Straight Connector 1048">
                  <a:extLst>
                    <a:ext uri="{FF2B5EF4-FFF2-40B4-BE49-F238E27FC236}">
                      <a16:creationId xmlns:a16="http://schemas.microsoft.com/office/drawing/2014/main" id="{1F616456-7871-CDCE-1E2C-8E4CACF37474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0" name="Straight Connector 1049">
                  <a:extLst>
                    <a:ext uri="{FF2B5EF4-FFF2-40B4-BE49-F238E27FC236}">
                      <a16:creationId xmlns:a16="http://schemas.microsoft.com/office/drawing/2014/main" id="{22D3AEF9-3A72-A91D-3C8C-8E559A88371F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3" name="Group 1012">
                <a:extLst>
                  <a:ext uri="{FF2B5EF4-FFF2-40B4-BE49-F238E27FC236}">
                    <a16:creationId xmlns:a16="http://schemas.microsoft.com/office/drawing/2014/main" id="{B1FEEBEC-F21C-5DAE-4215-31C57BCC4E7A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023" name="Group 1022">
                  <a:extLst>
                    <a:ext uri="{FF2B5EF4-FFF2-40B4-BE49-F238E27FC236}">
                      <a16:creationId xmlns:a16="http://schemas.microsoft.com/office/drawing/2014/main" id="{37F9E6C5-4347-4995-62E3-59451EDFA21B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37" name="Oval 1036">
                    <a:extLst>
                      <a:ext uri="{FF2B5EF4-FFF2-40B4-BE49-F238E27FC236}">
                        <a16:creationId xmlns:a16="http://schemas.microsoft.com/office/drawing/2014/main" id="{D7222A86-B4FD-1FEB-F047-E73196F4D33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38" name="Group 1037">
                    <a:extLst>
                      <a:ext uri="{FF2B5EF4-FFF2-40B4-BE49-F238E27FC236}">
                        <a16:creationId xmlns:a16="http://schemas.microsoft.com/office/drawing/2014/main" id="{C29EA868-0D6F-F464-DD7B-D6ABC227552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39" name="Oval 1038">
                      <a:extLst>
                        <a:ext uri="{FF2B5EF4-FFF2-40B4-BE49-F238E27FC236}">
                          <a16:creationId xmlns:a16="http://schemas.microsoft.com/office/drawing/2014/main" id="{54D52A01-652C-6814-7F49-C5285E56AFA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0" name="Oval 1039">
                      <a:extLst>
                        <a:ext uri="{FF2B5EF4-FFF2-40B4-BE49-F238E27FC236}">
                          <a16:creationId xmlns:a16="http://schemas.microsoft.com/office/drawing/2014/main" id="{BACBF067-7934-E683-753C-91319AE5B26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1" name="Oval 1040">
                      <a:extLst>
                        <a:ext uri="{FF2B5EF4-FFF2-40B4-BE49-F238E27FC236}">
                          <a16:creationId xmlns:a16="http://schemas.microsoft.com/office/drawing/2014/main" id="{E3396AA5-EC54-5A60-D8CC-3613FBBFCB0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2" name="Oval 1041">
                      <a:extLst>
                        <a:ext uri="{FF2B5EF4-FFF2-40B4-BE49-F238E27FC236}">
                          <a16:creationId xmlns:a16="http://schemas.microsoft.com/office/drawing/2014/main" id="{30DFE61A-4A57-EFE7-AF2A-34367F0DB4A5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3" name="Arc 1042">
                      <a:extLst>
                        <a:ext uri="{FF2B5EF4-FFF2-40B4-BE49-F238E27FC236}">
                          <a16:creationId xmlns:a16="http://schemas.microsoft.com/office/drawing/2014/main" id="{388C407A-C2E6-5F96-FEE4-B754DFA170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44" name="Oval 1043">
                      <a:extLst>
                        <a:ext uri="{FF2B5EF4-FFF2-40B4-BE49-F238E27FC236}">
                          <a16:creationId xmlns:a16="http://schemas.microsoft.com/office/drawing/2014/main" id="{A65850D3-404F-1B8C-0650-B2F0A1E96AB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45" name="Arc 1044">
                      <a:extLst>
                        <a:ext uri="{FF2B5EF4-FFF2-40B4-BE49-F238E27FC236}">
                          <a16:creationId xmlns:a16="http://schemas.microsoft.com/office/drawing/2014/main" id="{EC72D632-8BEC-2E13-4F1F-74D3B1B2EC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46" name="Arc 1045">
                      <a:extLst>
                        <a:ext uri="{FF2B5EF4-FFF2-40B4-BE49-F238E27FC236}">
                          <a16:creationId xmlns:a16="http://schemas.microsoft.com/office/drawing/2014/main" id="{EF6B31F2-ED4A-95BC-5427-18964A7C5C8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24" name="Group 1023">
                  <a:extLst>
                    <a:ext uri="{FF2B5EF4-FFF2-40B4-BE49-F238E27FC236}">
                      <a16:creationId xmlns:a16="http://schemas.microsoft.com/office/drawing/2014/main" id="{771D7B4C-6859-58E3-9B3F-4652E7F72F86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27" name="Oval 1026">
                    <a:extLst>
                      <a:ext uri="{FF2B5EF4-FFF2-40B4-BE49-F238E27FC236}">
                        <a16:creationId xmlns:a16="http://schemas.microsoft.com/office/drawing/2014/main" id="{26E3B8F0-333C-FFE7-A928-2BC0848CAAC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28" name="Group 1027">
                    <a:extLst>
                      <a:ext uri="{FF2B5EF4-FFF2-40B4-BE49-F238E27FC236}">
                        <a16:creationId xmlns:a16="http://schemas.microsoft.com/office/drawing/2014/main" id="{57C053BB-D12C-5CB1-A067-BA879CB17BD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29" name="Oval 1028">
                      <a:extLst>
                        <a:ext uri="{FF2B5EF4-FFF2-40B4-BE49-F238E27FC236}">
                          <a16:creationId xmlns:a16="http://schemas.microsoft.com/office/drawing/2014/main" id="{36D27ADC-373B-2C15-E743-31081860434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0" name="Oval 1029">
                      <a:extLst>
                        <a:ext uri="{FF2B5EF4-FFF2-40B4-BE49-F238E27FC236}">
                          <a16:creationId xmlns:a16="http://schemas.microsoft.com/office/drawing/2014/main" id="{A50DF0DD-88C8-E16B-6362-B1DA6241210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1" name="Oval 1030">
                      <a:extLst>
                        <a:ext uri="{FF2B5EF4-FFF2-40B4-BE49-F238E27FC236}">
                          <a16:creationId xmlns:a16="http://schemas.microsoft.com/office/drawing/2014/main" id="{995ACDD0-5E81-8E68-E8F1-E60CD689157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2" name="Oval 1031">
                      <a:extLst>
                        <a:ext uri="{FF2B5EF4-FFF2-40B4-BE49-F238E27FC236}">
                          <a16:creationId xmlns:a16="http://schemas.microsoft.com/office/drawing/2014/main" id="{11E0E4B2-E191-FC51-8B43-CF38396E0F6A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3" name="Arc 1032">
                      <a:extLst>
                        <a:ext uri="{FF2B5EF4-FFF2-40B4-BE49-F238E27FC236}">
                          <a16:creationId xmlns:a16="http://schemas.microsoft.com/office/drawing/2014/main" id="{C9035FF5-AD47-7B56-7B05-0596B7273C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4" name="Oval 1033">
                      <a:extLst>
                        <a:ext uri="{FF2B5EF4-FFF2-40B4-BE49-F238E27FC236}">
                          <a16:creationId xmlns:a16="http://schemas.microsoft.com/office/drawing/2014/main" id="{C172F049-8D80-CA3B-C60C-AF5A33C9CC16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35" name="Arc 1034">
                      <a:extLst>
                        <a:ext uri="{FF2B5EF4-FFF2-40B4-BE49-F238E27FC236}">
                          <a16:creationId xmlns:a16="http://schemas.microsoft.com/office/drawing/2014/main" id="{8DD4161E-40F9-357A-AAA2-AA39E37278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6" name="Arc 1035">
                      <a:extLst>
                        <a:ext uri="{FF2B5EF4-FFF2-40B4-BE49-F238E27FC236}">
                          <a16:creationId xmlns:a16="http://schemas.microsoft.com/office/drawing/2014/main" id="{AF38DF2A-4827-45AE-FBA8-7F8F3231287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025" name="Straight Connector 1024">
                  <a:extLst>
                    <a:ext uri="{FF2B5EF4-FFF2-40B4-BE49-F238E27FC236}">
                      <a16:creationId xmlns:a16="http://schemas.microsoft.com/office/drawing/2014/main" id="{FDCC460C-A9B1-2D89-66A9-0AABCB95ADE6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6" name="Straight Connector 1025">
                  <a:extLst>
                    <a:ext uri="{FF2B5EF4-FFF2-40B4-BE49-F238E27FC236}">
                      <a16:creationId xmlns:a16="http://schemas.microsoft.com/office/drawing/2014/main" id="{08C4B36A-5DC0-B435-A912-CAB959FAC73D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4" name="Group 1013">
                <a:extLst>
                  <a:ext uri="{FF2B5EF4-FFF2-40B4-BE49-F238E27FC236}">
                    <a16:creationId xmlns:a16="http://schemas.microsoft.com/office/drawing/2014/main" id="{3B64457D-1632-6CF0-7A4C-786A5C4C3999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015" name="Moon 1014">
                  <a:extLst>
                    <a:ext uri="{FF2B5EF4-FFF2-40B4-BE49-F238E27FC236}">
                      <a16:creationId xmlns:a16="http://schemas.microsoft.com/office/drawing/2014/main" id="{9C2A9BBB-AEF5-9EA7-4389-49E22DD642D6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6" name="Oval 1015">
                  <a:extLst>
                    <a:ext uri="{FF2B5EF4-FFF2-40B4-BE49-F238E27FC236}">
                      <a16:creationId xmlns:a16="http://schemas.microsoft.com/office/drawing/2014/main" id="{19F2C8D1-DCDF-B203-E390-4955BB0BEA06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7" name="Oval 1016">
                  <a:extLst>
                    <a:ext uri="{FF2B5EF4-FFF2-40B4-BE49-F238E27FC236}">
                      <a16:creationId xmlns:a16="http://schemas.microsoft.com/office/drawing/2014/main" id="{6FEFC7AB-C7D6-462B-0B91-6CD8E544A3CA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8" name="Oval 1017">
                  <a:extLst>
                    <a:ext uri="{FF2B5EF4-FFF2-40B4-BE49-F238E27FC236}">
                      <a16:creationId xmlns:a16="http://schemas.microsoft.com/office/drawing/2014/main" id="{AB8AA16E-F320-413E-6817-EF33CA4F7654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9" name="Oval 1018">
                  <a:extLst>
                    <a:ext uri="{FF2B5EF4-FFF2-40B4-BE49-F238E27FC236}">
                      <a16:creationId xmlns:a16="http://schemas.microsoft.com/office/drawing/2014/main" id="{8F7B5A67-8157-FEAF-0015-BF95A20523F3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0" name="Oval 1019">
                  <a:extLst>
                    <a:ext uri="{FF2B5EF4-FFF2-40B4-BE49-F238E27FC236}">
                      <a16:creationId xmlns:a16="http://schemas.microsoft.com/office/drawing/2014/main" id="{0775D1E8-3FC2-624F-247A-927349EB36B4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1" name="Oval 1020">
                  <a:extLst>
                    <a:ext uri="{FF2B5EF4-FFF2-40B4-BE49-F238E27FC236}">
                      <a16:creationId xmlns:a16="http://schemas.microsoft.com/office/drawing/2014/main" id="{0A597D8C-A372-7D4F-12A7-C3483378957E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2" name="Oval 1021">
                  <a:extLst>
                    <a:ext uri="{FF2B5EF4-FFF2-40B4-BE49-F238E27FC236}">
                      <a16:creationId xmlns:a16="http://schemas.microsoft.com/office/drawing/2014/main" id="{7EE41433-B131-46D0-3A41-A1AE6380A34C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D6A6A72-230C-F455-869B-A2CA1F8B4187}"/>
                </a:ext>
              </a:extLst>
            </p:cNvPr>
            <p:cNvGrpSpPr/>
            <p:nvPr/>
          </p:nvGrpSpPr>
          <p:grpSpPr>
            <a:xfrm rot="5400000" flipH="1" flipV="1">
              <a:off x="4653930" y="2934936"/>
              <a:ext cx="144704" cy="348791"/>
              <a:chOff x="8901293" y="933753"/>
              <a:chExt cx="2135899" cy="5148330"/>
            </a:xfrm>
            <a:solidFill>
              <a:srgbClr val="0070C0"/>
            </a:solidFill>
          </p:grpSpPr>
          <p:grpSp>
            <p:nvGrpSpPr>
              <p:cNvPr id="953" name="Group 952">
                <a:extLst>
                  <a:ext uri="{FF2B5EF4-FFF2-40B4-BE49-F238E27FC236}">
                    <a16:creationId xmlns:a16="http://schemas.microsoft.com/office/drawing/2014/main" id="{0F6225B0-D62C-DB04-12C2-F5D248BCD8BA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988" name="Group 987">
                  <a:extLst>
                    <a:ext uri="{FF2B5EF4-FFF2-40B4-BE49-F238E27FC236}">
                      <a16:creationId xmlns:a16="http://schemas.microsoft.com/office/drawing/2014/main" id="{80F2E49F-40C6-4C53-A503-7045F1D7814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02" name="Oval 1001">
                    <a:extLst>
                      <a:ext uri="{FF2B5EF4-FFF2-40B4-BE49-F238E27FC236}">
                        <a16:creationId xmlns:a16="http://schemas.microsoft.com/office/drawing/2014/main" id="{4FB554C3-C191-E091-E1C1-79C1D85E2AF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03" name="Group 1002">
                    <a:extLst>
                      <a:ext uri="{FF2B5EF4-FFF2-40B4-BE49-F238E27FC236}">
                        <a16:creationId xmlns:a16="http://schemas.microsoft.com/office/drawing/2014/main" id="{FE9F4432-DFED-1464-35EF-0B7A3917539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04" name="Oval 1003">
                      <a:extLst>
                        <a:ext uri="{FF2B5EF4-FFF2-40B4-BE49-F238E27FC236}">
                          <a16:creationId xmlns:a16="http://schemas.microsoft.com/office/drawing/2014/main" id="{10250EFF-3F50-0DBF-E666-8DDE3417DDC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05" name="Oval 1004">
                      <a:extLst>
                        <a:ext uri="{FF2B5EF4-FFF2-40B4-BE49-F238E27FC236}">
                          <a16:creationId xmlns:a16="http://schemas.microsoft.com/office/drawing/2014/main" id="{71FE3E59-CE88-0038-ED50-BFDBB0A9E3F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06" name="Oval 1005">
                      <a:extLst>
                        <a:ext uri="{FF2B5EF4-FFF2-40B4-BE49-F238E27FC236}">
                          <a16:creationId xmlns:a16="http://schemas.microsoft.com/office/drawing/2014/main" id="{7D2CD448-D22D-F9E6-C952-505A1BC6C19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07" name="Oval 1006">
                      <a:extLst>
                        <a:ext uri="{FF2B5EF4-FFF2-40B4-BE49-F238E27FC236}">
                          <a16:creationId xmlns:a16="http://schemas.microsoft.com/office/drawing/2014/main" id="{5CCB867D-9990-DFA0-C39C-B2F6F64B0B69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08" name="Arc 1007">
                      <a:extLst>
                        <a:ext uri="{FF2B5EF4-FFF2-40B4-BE49-F238E27FC236}">
                          <a16:creationId xmlns:a16="http://schemas.microsoft.com/office/drawing/2014/main" id="{5A987961-E74A-A6CE-A840-1C5802BDE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09" name="Oval 1008">
                      <a:extLst>
                        <a:ext uri="{FF2B5EF4-FFF2-40B4-BE49-F238E27FC236}">
                          <a16:creationId xmlns:a16="http://schemas.microsoft.com/office/drawing/2014/main" id="{35F10B46-2043-EE60-7E7C-15ED847B245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0" name="Arc 1009">
                      <a:extLst>
                        <a:ext uri="{FF2B5EF4-FFF2-40B4-BE49-F238E27FC236}">
                          <a16:creationId xmlns:a16="http://schemas.microsoft.com/office/drawing/2014/main" id="{17A9B2E3-DA38-6CB2-65A2-456F92940B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11" name="Arc 1010">
                      <a:extLst>
                        <a:ext uri="{FF2B5EF4-FFF2-40B4-BE49-F238E27FC236}">
                          <a16:creationId xmlns:a16="http://schemas.microsoft.com/office/drawing/2014/main" id="{31C2DBAB-69EA-D42C-F415-A6F13FADA36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989" name="Group 988">
                  <a:extLst>
                    <a:ext uri="{FF2B5EF4-FFF2-40B4-BE49-F238E27FC236}">
                      <a16:creationId xmlns:a16="http://schemas.microsoft.com/office/drawing/2014/main" id="{A9130BC1-545E-7197-8C7D-1991C1443FF2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92" name="Oval 991">
                    <a:extLst>
                      <a:ext uri="{FF2B5EF4-FFF2-40B4-BE49-F238E27FC236}">
                        <a16:creationId xmlns:a16="http://schemas.microsoft.com/office/drawing/2014/main" id="{8459C16C-1CCC-849B-CF1F-91EAB7FCF5C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93" name="Group 992">
                    <a:extLst>
                      <a:ext uri="{FF2B5EF4-FFF2-40B4-BE49-F238E27FC236}">
                        <a16:creationId xmlns:a16="http://schemas.microsoft.com/office/drawing/2014/main" id="{9DC29F25-5086-D32F-3DF0-A2F4F2DDB40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94" name="Oval 993">
                      <a:extLst>
                        <a:ext uri="{FF2B5EF4-FFF2-40B4-BE49-F238E27FC236}">
                          <a16:creationId xmlns:a16="http://schemas.microsoft.com/office/drawing/2014/main" id="{3E37C73C-96D4-1AEB-1A10-B006A3C643A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95" name="Oval 994">
                      <a:extLst>
                        <a:ext uri="{FF2B5EF4-FFF2-40B4-BE49-F238E27FC236}">
                          <a16:creationId xmlns:a16="http://schemas.microsoft.com/office/drawing/2014/main" id="{CAD48411-1E0B-753E-FFE5-0DD7B56DADB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96" name="Oval 995">
                      <a:extLst>
                        <a:ext uri="{FF2B5EF4-FFF2-40B4-BE49-F238E27FC236}">
                          <a16:creationId xmlns:a16="http://schemas.microsoft.com/office/drawing/2014/main" id="{AD5E1277-EF6B-97D3-813D-5BE0A5C3071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97" name="Oval 996">
                      <a:extLst>
                        <a:ext uri="{FF2B5EF4-FFF2-40B4-BE49-F238E27FC236}">
                          <a16:creationId xmlns:a16="http://schemas.microsoft.com/office/drawing/2014/main" id="{C03598CB-BA31-744C-27FE-3BBBDD250DF5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98" name="Arc 997">
                      <a:extLst>
                        <a:ext uri="{FF2B5EF4-FFF2-40B4-BE49-F238E27FC236}">
                          <a16:creationId xmlns:a16="http://schemas.microsoft.com/office/drawing/2014/main" id="{2B14F0C1-665E-7557-F64A-322236A5FD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99" name="Oval 998">
                      <a:extLst>
                        <a:ext uri="{FF2B5EF4-FFF2-40B4-BE49-F238E27FC236}">
                          <a16:creationId xmlns:a16="http://schemas.microsoft.com/office/drawing/2014/main" id="{B3EAA383-858C-1433-F328-8005E22CB47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00" name="Arc 999">
                      <a:extLst>
                        <a:ext uri="{FF2B5EF4-FFF2-40B4-BE49-F238E27FC236}">
                          <a16:creationId xmlns:a16="http://schemas.microsoft.com/office/drawing/2014/main" id="{00B0D44D-FE5E-3A90-EC29-CA1828FC6D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01" name="Arc 1000">
                      <a:extLst>
                        <a:ext uri="{FF2B5EF4-FFF2-40B4-BE49-F238E27FC236}">
                          <a16:creationId xmlns:a16="http://schemas.microsoft.com/office/drawing/2014/main" id="{C45DE9CD-6D28-E5C9-5648-D91DD70B388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990" name="Straight Connector 989">
                  <a:extLst>
                    <a:ext uri="{FF2B5EF4-FFF2-40B4-BE49-F238E27FC236}">
                      <a16:creationId xmlns:a16="http://schemas.microsoft.com/office/drawing/2014/main" id="{0BB08385-C293-CC9C-C067-5A10FD840D05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1" name="Straight Connector 990">
                  <a:extLst>
                    <a:ext uri="{FF2B5EF4-FFF2-40B4-BE49-F238E27FC236}">
                      <a16:creationId xmlns:a16="http://schemas.microsoft.com/office/drawing/2014/main" id="{14A6E8F0-B6ED-86BB-2E53-CE6E847A603E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4" name="Group 953">
                <a:extLst>
                  <a:ext uri="{FF2B5EF4-FFF2-40B4-BE49-F238E27FC236}">
                    <a16:creationId xmlns:a16="http://schemas.microsoft.com/office/drawing/2014/main" id="{6EF550AB-65CD-DBC4-ECCF-8BB26C33CAD2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964" name="Group 963">
                  <a:extLst>
                    <a:ext uri="{FF2B5EF4-FFF2-40B4-BE49-F238E27FC236}">
                      <a16:creationId xmlns:a16="http://schemas.microsoft.com/office/drawing/2014/main" id="{404BF9AA-2322-6D30-2174-E515C7E24EB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78" name="Oval 977">
                    <a:extLst>
                      <a:ext uri="{FF2B5EF4-FFF2-40B4-BE49-F238E27FC236}">
                        <a16:creationId xmlns:a16="http://schemas.microsoft.com/office/drawing/2014/main" id="{4417364C-005C-EA9B-1E6E-4CF848D60BE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79" name="Group 978">
                    <a:extLst>
                      <a:ext uri="{FF2B5EF4-FFF2-40B4-BE49-F238E27FC236}">
                        <a16:creationId xmlns:a16="http://schemas.microsoft.com/office/drawing/2014/main" id="{7F052F6E-D647-671C-BC8A-CEC965F9C61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80" name="Oval 979">
                      <a:extLst>
                        <a:ext uri="{FF2B5EF4-FFF2-40B4-BE49-F238E27FC236}">
                          <a16:creationId xmlns:a16="http://schemas.microsoft.com/office/drawing/2014/main" id="{DC1BD00C-8036-CE06-788F-299E3510722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1" name="Oval 980">
                      <a:extLst>
                        <a:ext uri="{FF2B5EF4-FFF2-40B4-BE49-F238E27FC236}">
                          <a16:creationId xmlns:a16="http://schemas.microsoft.com/office/drawing/2014/main" id="{119AF7B5-2104-4A39-E594-75EED878DC5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2" name="Oval 981">
                      <a:extLst>
                        <a:ext uri="{FF2B5EF4-FFF2-40B4-BE49-F238E27FC236}">
                          <a16:creationId xmlns:a16="http://schemas.microsoft.com/office/drawing/2014/main" id="{63E9BBA9-0D97-C23D-DCB1-6D1E0B71410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3" name="Oval 982">
                      <a:extLst>
                        <a:ext uri="{FF2B5EF4-FFF2-40B4-BE49-F238E27FC236}">
                          <a16:creationId xmlns:a16="http://schemas.microsoft.com/office/drawing/2014/main" id="{D7463E55-6F6F-C0C8-D782-EC0E431DC7D5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4" name="Arc 983">
                      <a:extLst>
                        <a:ext uri="{FF2B5EF4-FFF2-40B4-BE49-F238E27FC236}">
                          <a16:creationId xmlns:a16="http://schemas.microsoft.com/office/drawing/2014/main" id="{DB0C9134-8060-5E17-A332-CA50120FFD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85" name="Oval 984">
                      <a:extLst>
                        <a:ext uri="{FF2B5EF4-FFF2-40B4-BE49-F238E27FC236}">
                          <a16:creationId xmlns:a16="http://schemas.microsoft.com/office/drawing/2014/main" id="{EC0DAFCC-0C09-E165-2B56-27E29C36898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6" name="Arc 985">
                      <a:extLst>
                        <a:ext uri="{FF2B5EF4-FFF2-40B4-BE49-F238E27FC236}">
                          <a16:creationId xmlns:a16="http://schemas.microsoft.com/office/drawing/2014/main" id="{2B0C8839-2EAA-873F-0F14-5DD876A23E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87" name="Arc 986">
                      <a:extLst>
                        <a:ext uri="{FF2B5EF4-FFF2-40B4-BE49-F238E27FC236}">
                          <a16:creationId xmlns:a16="http://schemas.microsoft.com/office/drawing/2014/main" id="{8F6332F6-E72A-2018-6ED6-A357FE28FC7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965" name="Group 964">
                  <a:extLst>
                    <a:ext uri="{FF2B5EF4-FFF2-40B4-BE49-F238E27FC236}">
                      <a16:creationId xmlns:a16="http://schemas.microsoft.com/office/drawing/2014/main" id="{AFCCC6A6-51A3-6F7B-C872-4AE8434B37FD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68" name="Oval 967">
                    <a:extLst>
                      <a:ext uri="{FF2B5EF4-FFF2-40B4-BE49-F238E27FC236}">
                        <a16:creationId xmlns:a16="http://schemas.microsoft.com/office/drawing/2014/main" id="{DA2A23F1-44C2-ACE3-54D9-F397CC19EB2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69" name="Group 968">
                    <a:extLst>
                      <a:ext uri="{FF2B5EF4-FFF2-40B4-BE49-F238E27FC236}">
                        <a16:creationId xmlns:a16="http://schemas.microsoft.com/office/drawing/2014/main" id="{954D66AF-75A8-F521-CCAF-175A7E18748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70" name="Oval 969">
                      <a:extLst>
                        <a:ext uri="{FF2B5EF4-FFF2-40B4-BE49-F238E27FC236}">
                          <a16:creationId xmlns:a16="http://schemas.microsoft.com/office/drawing/2014/main" id="{664C6F42-5E14-F18B-80EC-0B067DE7625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71" name="Oval 970">
                      <a:extLst>
                        <a:ext uri="{FF2B5EF4-FFF2-40B4-BE49-F238E27FC236}">
                          <a16:creationId xmlns:a16="http://schemas.microsoft.com/office/drawing/2014/main" id="{64535E63-A988-D5BA-0630-689DCA78B61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72" name="Oval 971">
                      <a:extLst>
                        <a:ext uri="{FF2B5EF4-FFF2-40B4-BE49-F238E27FC236}">
                          <a16:creationId xmlns:a16="http://schemas.microsoft.com/office/drawing/2014/main" id="{79C88E6C-7452-A4F2-70CC-05DCC72D520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73" name="Oval 972">
                      <a:extLst>
                        <a:ext uri="{FF2B5EF4-FFF2-40B4-BE49-F238E27FC236}">
                          <a16:creationId xmlns:a16="http://schemas.microsoft.com/office/drawing/2014/main" id="{DB4F27F7-8646-58E4-2615-38A202D2C60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74" name="Arc 973">
                      <a:extLst>
                        <a:ext uri="{FF2B5EF4-FFF2-40B4-BE49-F238E27FC236}">
                          <a16:creationId xmlns:a16="http://schemas.microsoft.com/office/drawing/2014/main" id="{58A755F1-41A5-B611-5880-395F711F3F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75" name="Oval 974">
                      <a:extLst>
                        <a:ext uri="{FF2B5EF4-FFF2-40B4-BE49-F238E27FC236}">
                          <a16:creationId xmlns:a16="http://schemas.microsoft.com/office/drawing/2014/main" id="{7AB87941-C1DA-8A85-30AE-533F56CEC19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76" name="Arc 975">
                      <a:extLst>
                        <a:ext uri="{FF2B5EF4-FFF2-40B4-BE49-F238E27FC236}">
                          <a16:creationId xmlns:a16="http://schemas.microsoft.com/office/drawing/2014/main" id="{CDF50D3C-C71C-DC44-DE86-890985A08F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77" name="Arc 976">
                      <a:extLst>
                        <a:ext uri="{FF2B5EF4-FFF2-40B4-BE49-F238E27FC236}">
                          <a16:creationId xmlns:a16="http://schemas.microsoft.com/office/drawing/2014/main" id="{140B5BBD-9C5B-E758-FC98-A222F2EEBEF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966" name="Straight Connector 965">
                  <a:extLst>
                    <a:ext uri="{FF2B5EF4-FFF2-40B4-BE49-F238E27FC236}">
                      <a16:creationId xmlns:a16="http://schemas.microsoft.com/office/drawing/2014/main" id="{80B0F2E9-6FB8-1CA6-2342-B8A8FD3AA3DC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7" name="Straight Connector 966">
                  <a:extLst>
                    <a:ext uri="{FF2B5EF4-FFF2-40B4-BE49-F238E27FC236}">
                      <a16:creationId xmlns:a16="http://schemas.microsoft.com/office/drawing/2014/main" id="{46F12DE3-8AAB-55D5-A181-0FACD8472CCD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5" name="Group 954">
                <a:extLst>
                  <a:ext uri="{FF2B5EF4-FFF2-40B4-BE49-F238E27FC236}">
                    <a16:creationId xmlns:a16="http://schemas.microsoft.com/office/drawing/2014/main" id="{F1B5BF12-8F5F-5642-EF97-DD8136B353A5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956" name="Moon 955">
                  <a:extLst>
                    <a:ext uri="{FF2B5EF4-FFF2-40B4-BE49-F238E27FC236}">
                      <a16:creationId xmlns:a16="http://schemas.microsoft.com/office/drawing/2014/main" id="{ACD59F9A-A60C-B1A1-5EF2-3376DF58A951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7" name="Oval 956">
                  <a:extLst>
                    <a:ext uri="{FF2B5EF4-FFF2-40B4-BE49-F238E27FC236}">
                      <a16:creationId xmlns:a16="http://schemas.microsoft.com/office/drawing/2014/main" id="{0537E130-FDC6-3CB9-40F1-9F6734CA1F2E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8" name="Oval 957">
                  <a:extLst>
                    <a:ext uri="{FF2B5EF4-FFF2-40B4-BE49-F238E27FC236}">
                      <a16:creationId xmlns:a16="http://schemas.microsoft.com/office/drawing/2014/main" id="{3E55D911-764A-15CA-9447-6DC07A8C3A77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9" name="Oval 958">
                  <a:extLst>
                    <a:ext uri="{FF2B5EF4-FFF2-40B4-BE49-F238E27FC236}">
                      <a16:creationId xmlns:a16="http://schemas.microsoft.com/office/drawing/2014/main" id="{202A9229-0230-F477-E356-88D0BE969B83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0" name="Oval 959">
                  <a:extLst>
                    <a:ext uri="{FF2B5EF4-FFF2-40B4-BE49-F238E27FC236}">
                      <a16:creationId xmlns:a16="http://schemas.microsoft.com/office/drawing/2014/main" id="{26A5421A-0281-1283-6A31-C068D946E07B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1" name="Oval 960">
                  <a:extLst>
                    <a:ext uri="{FF2B5EF4-FFF2-40B4-BE49-F238E27FC236}">
                      <a16:creationId xmlns:a16="http://schemas.microsoft.com/office/drawing/2014/main" id="{5BCE5FEC-2192-290A-F847-AE141D4D6F41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2" name="Oval 961">
                  <a:extLst>
                    <a:ext uri="{FF2B5EF4-FFF2-40B4-BE49-F238E27FC236}">
                      <a16:creationId xmlns:a16="http://schemas.microsoft.com/office/drawing/2014/main" id="{72FF9514-8412-9403-BFA5-702C1D9B023E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id="{CE00A83E-F691-47A8-5EF5-6CE91B955174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43D86C8-76F8-8BF5-F56F-F6D52003499B}"/>
                </a:ext>
              </a:extLst>
            </p:cNvPr>
            <p:cNvGrpSpPr/>
            <p:nvPr/>
          </p:nvGrpSpPr>
          <p:grpSpPr>
            <a:xfrm rot="5400000" flipH="1" flipV="1">
              <a:off x="4628817" y="2214057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894" name="Group 893">
                <a:extLst>
                  <a:ext uri="{FF2B5EF4-FFF2-40B4-BE49-F238E27FC236}">
                    <a16:creationId xmlns:a16="http://schemas.microsoft.com/office/drawing/2014/main" id="{E55A620F-E64B-8958-19F2-9D33A8078B71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929" name="Group 928">
                  <a:extLst>
                    <a:ext uri="{FF2B5EF4-FFF2-40B4-BE49-F238E27FC236}">
                      <a16:creationId xmlns:a16="http://schemas.microsoft.com/office/drawing/2014/main" id="{9A21FC46-50FF-8ABA-4870-F057D5838C01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43" name="Oval 942">
                    <a:extLst>
                      <a:ext uri="{FF2B5EF4-FFF2-40B4-BE49-F238E27FC236}">
                        <a16:creationId xmlns:a16="http://schemas.microsoft.com/office/drawing/2014/main" id="{4FC73CED-5316-6336-B168-773068436F9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44" name="Group 943">
                    <a:extLst>
                      <a:ext uri="{FF2B5EF4-FFF2-40B4-BE49-F238E27FC236}">
                        <a16:creationId xmlns:a16="http://schemas.microsoft.com/office/drawing/2014/main" id="{C3ED7178-9B4C-12D3-D922-128B215BB0A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45" name="Oval 944">
                      <a:extLst>
                        <a:ext uri="{FF2B5EF4-FFF2-40B4-BE49-F238E27FC236}">
                          <a16:creationId xmlns:a16="http://schemas.microsoft.com/office/drawing/2014/main" id="{91324BEC-92C3-3293-82E9-FA63D710EB4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46" name="Oval 945">
                      <a:extLst>
                        <a:ext uri="{FF2B5EF4-FFF2-40B4-BE49-F238E27FC236}">
                          <a16:creationId xmlns:a16="http://schemas.microsoft.com/office/drawing/2014/main" id="{054D1B69-BEC0-BB2C-7A95-42A53E82E2D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47" name="Oval 946">
                      <a:extLst>
                        <a:ext uri="{FF2B5EF4-FFF2-40B4-BE49-F238E27FC236}">
                          <a16:creationId xmlns:a16="http://schemas.microsoft.com/office/drawing/2014/main" id="{4F326BE2-5E89-8DCC-1ED8-50190A5AA9AA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48" name="Oval 947">
                      <a:extLst>
                        <a:ext uri="{FF2B5EF4-FFF2-40B4-BE49-F238E27FC236}">
                          <a16:creationId xmlns:a16="http://schemas.microsoft.com/office/drawing/2014/main" id="{A34EDA06-9A05-6CBD-70C2-4B90C2589CAB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49" name="Arc 948">
                      <a:extLst>
                        <a:ext uri="{FF2B5EF4-FFF2-40B4-BE49-F238E27FC236}">
                          <a16:creationId xmlns:a16="http://schemas.microsoft.com/office/drawing/2014/main" id="{CFDFE657-DC7D-6870-7BEA-C7A3CB9D28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50" name="Oval 949">
                      <a:extLst>
                        <a:ext uri="{FF2B5EF4-FFF2-40B4-BE49-F238E27FC236}">
                          <a16:creationId xmlns:a16="http://schemas.microsoft.com/office/drawing/2014/main" id="{D80B222B-560A-4E39-5A08-1A17EE33E51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51" name="Arc 950">
                      <a:extLst>
                        <a:ext uri="{FF2B5EF4-FFF2-40B4-BE49-F238E27FC236}">
                          <a16:creationId xmlns:a16="http://schemas.microsoft.com/office/drawing/2014/main" id="{EE597132-3C77-69D3-D82A-E8C4A7B3ED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52" name="Arc 951">
                      <a:extLst>
                        <a:ext uri="{FF2B5EF4-FFF2-40B4-BE49-F238E27FC236}">
                          <a16:creationId xmlns:a16="http://schemas.microsoft.com/office/drawing/2014/main" id="{D0C93F25-61BC-B5C7-6087-DE116348B57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930" name="Group 929">
                  <a:extLst>
                    <a:ext uri="{FF2B5EF4-FFF2-40B4-BE49-F238E27FC236}">
                      <a16:creationId xmlns:a16="http://schemas.microsoft.com/office/drawing/2014/main" id="{5D0D441B-ECF0-2976-D431-FF90D759B9B1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33" name="Oval 932">
                    <a:extLst>
                      <a:ext uri="{FF2B5EF4-FFF2-40B4-BE49-F238E27FC236}">
                        <a16:creationId xmlns:a16="http://schemas.microsoft.com/office/drawing/2014/main" id="{D4FBF0AE-8A07-42AD-72C2-897C481606B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34" name="Group 933">
                    <a:extLst>
                      <a:ext uri="{FF2B5EF4-FFF2-40B4-BE49-F238E27FC236}">
                        <a16:creationId xmlns:a16="http://schemas.microsoft.com/office/drawing/2014/main" id="{DBA47463-65B2-C14D-08C1-5F761C0A22B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35" name="Oval 934">
                      <a:extLst>
                        <a:ext uri="{FF2B5EF4-FFF2-40B4-BE49-F238E27FC236}">
                          <a16:creationId xmlns:a16="http://schemas.microsoft.com/office/drawing/2014/main" id="{4096ECDA-D2AB-E8CD-3F65-F931D998751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36" name="Oval 935">
                      <a:extLst>
                        <a:ext uri="{FF2B5EF4-FFF2-40B4-BE49-F238E27FC236}">
                          <a16:creationId xmlns:a16="http://schemas.microsoft.com/office/drawing/2014/main" id="{F484E5CB-F022-3E4F-A9C8-39967F37C7E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37" name="Oval 936">
                      <a:extLst>
                        <a:ext uri="{FF2B5EF4-FFF2-40B4-BE49-F238E27FC236}">
                          <a16:creationId xmlns:a16="http://schemas.microsoft.com/office/drawing/2014/main" id="{F945E971-5964-C10C-2FA0-FFE9DA594BB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38" name="Oval 937">
                      <a:extLst>
                        <a:ext uri="{FF2B5EF4-FFF2-40B4-BE49-F238E27FC236}">
                          <a16:creationId xmlns:a16="http://schemas.microsoft.com/office/drawing/2014/main" id="{EE6DDC0F-C35E-51AB-0397-66A36A9C9FA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39" name="Arc 938">
                      <a:extLst>
                        <a:ext uri="{FF2B5EF4-FFF2-40B4-BE49-F238E27FC236}">
                          <a16:creationId xmlns:a16="http://schemas.microsoft.com/office/drawing/2014/main" id="{C63B720A-6FEE-E2D8-7124-2C8B5D3AC6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40" name="Oval 939">
                      <a:extLst>
                        <a:ext uri="{FF2B5EF4-FFF2-40B4-BE49-F238E27FC236}">
                          <a16:creationId xmlns:a16="http://schemas.microsoft.com/office/drawing/2014/main" id="{F76E464A-F428-41F5-5F08-9AEF1986D52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41" name="Arc 940">
                      <a:extLst>
                        <a:ext uri="{FF2B5EF4-FFF2-40B4-BE49-F238E27FC236}">
                          <a16:creationId xmlns:a16="http://schemas.microsoft.com/office/drawing/2014/main" id="{5D10D9ED-F1DD-E40F-BD36-D1EAB5D4A9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42" name="Arc 941">
                      <a:extLst>
                        <a:ext uri="{FF2B5EF4-FFF2-40B4-BE49-F238E27FC236}">
                          <a16:creationId xmlns:a16="http://schemas.microsoft.com/office/drawing/2014/main" id="{46A83ECF-FB03-265A-17C5-58CB3DB8B48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931" name="Straight Connector 930">
                  <a:extLst>
                    <a:ext uri="{FF2B5EF4-FFF2-40B4-BE49-F238E27FC236}">
                      <a16:creationId xmlns:a16="http://schemas.microsoft.com/office/drawing/2014/main" id="{15A55BFE-14E3-D130-B9DE-1C56D387EC14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2" name="Straight Connector 931">
                  <a:extLst>
                    <a:ext uri="{FF2B5EF4-FFF2-40B4-BE49-F238E27FC236}">
                      <a16:creationId xmlns:a16="http://schemas.microsoft.com/office/drawing/2014/main" id="{E536022B-C37C-FA5F-9DB9-88125B9F02C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5" name="Group 894">
                <a:extLst>
                  <a:ext uri="{FF2B5EF4-FFF2-40B4-BE49-F238E27FC236}">
                    <a16:creationId xmlns:a16="http://schemas.microsoft.com/office/drawing/2014/main" id="{FAE268C3-E277-F952-1EDC-FAD0A6873884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905" name="Group 904">
                  <a:extLst>
                    <a:ext uri="{FF2B5EF4-FFF2-40B4-BE49-F238E27FC236}">
                      <a16:creationId xmlns:a16="http://schemas.microsoft.com/office/drawing/2014/main" id="{0CA2D0B0-2103-8CBA-1C93-A939D2C6593E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19" name="Oval 918">
                    <a:extLst>
                      <a:ext uri="{FF2B5EF4-FFF2-40B4-BE49-F238E27FC236}">
                        <a16:creationId xmlns:a16="http://schemas.microsoft.com/office/drawing/2014/main" id="{0D1F4268-CBF9-2D27-15F7-D72FCF21645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20" name="Group 919">
                    <a:extLst>
                      <a:ext uri="{FF2B5EF4-FFF2-40B4-BE49-F238E27FC236}">
                        <a16:creationId xmlns:a16="http://schemas.microsoft.com/office/drawing/2014/main" id="{F6C1C228-C71B-E822-F405-8FBAC4B9A38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21" name="Oval 920">
                      <a:extLst>
                        <a:ext uri="{FF2B5EF4-FFF2-40B4-BE49-F238E27FC236}">
                          <a16:creationId xmlns:a16="http://schemas.microsoft.com/office/drawing/2014/main" id="{1EBE07A7-E738-41ED-D9CA-3374C8B20F6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22" name="Oval 921">
                      <a:extLst>
                        <a:ext uri="{FF2B5EF4-FFF2-40B4-BE49-F238E27FC236}">
                          <a16:creationId xmlns:a16="http://schemas.microsoft.com/office/drawing/2014/main" id="{04ECFE96-9C6B-81E5-87A0-22B96CC8AA2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23" name="Oval 922">
                      <a:extLst>
                        <a:ext uri="{FF2B5EF4-FFF2-40B4-BE49-F238E27FC236}">
                          <a16:creationId xmlns:a16="http://schemas.microsoft.com/office/drawing/2014/main" id="{86012BEB-ABE4-25BA-552A-9FFC99FED16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24" name="Oval 923">
                      <a:extLst>
                        <a:ext uri="{FF2B5EF4-FFF2-40B4-BE49-F238E27FC236}">
                          <a16:creationId xmlns:a16="http://schemas.microsoft.com/office/drawing/2014/main" id="{686725BB-080B-834B-4690-C0446BFA8D19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25" name="Arc 924">
                      <a:extLst>
                        <a:ext uri="{FF2B5EF4-FFF2-40B4-BE49-F238E27FC236}">
                          <a16:creationId xmlns:a16="http://schemas.microsoft.com/office/drawing/2014/main" id="{ADC8C1BA-1C4B-EE46-C8FF-724E89B953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26" name="Oval 925">
                      <a:extLst>
                        <a:ext uri="{FF2B5EF4-FFF2-40B4-BE49-F238E27FC236}">
                          <a16:creationId xmlns:a16="http://schemas.microsoft.com/office/drawing/2014/main" id="{934F3754-32B7-4D9D-6681-1AB15292879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27" name="Arc 926">
                      <a:extLst>
                        <a:ext uri="{FF2B5EF4-FFF2-40B4-BE49-F238E27FC236}">
                          <a16:creationId xmlns:a16="http://schemas.microsoft.com/office/drawing/2014/main" id="{CE0FE69F-2134-E18E-593B-0FBA73F5D0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28" name="Arc 927">
                      <a:extLst>
                        <a:ext uri="{FF2B5EF4-FFF2-40B4-BE49-F238E27FC236}">
                          <a16:creationId xmlns:a16="http://schemas.microsoft.com/office/drawing/2014/main" id="{9C86756B-97C4-D03A-5689-8FEBB60C5B8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906" name="Group 905">
                  <a:extLst>
                    <a:ext uri="{FF2B5EF4-FFF2-40B4-BE49-F238E27FC236}">
                      <a16:creationId xmlns:a16="http://schemas.microsoft.com/office/drawing/2014/main" id="{E80F6A69-5A14-E4A3-9E8A-23332197457A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09" name="Oval 908">
                    <a:extLst>
                      <a:ext uri="{FF2B5EF4-FFF2-40B4-BE49-F238E27FC236}">
                        <a16:creationId xmlns:a16="http://schemas.microsoft.com/office/drawing/2014/main" id="{E7150B8A-7717-AE93-D0F3-42F32525F70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10" name="Group 909">
                    <a:extLst>
                      <a:ext uri="{FF2B5EF4-FFF2-40B4-BE49-F238E27FC236}">
                        <a16:creationId xmlns:a16="http://schemas.microsoft.com/office/drawing/2014/main" id="{E163BD61-5D15-2359-B21A-DD1A315066E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11" name="Oval 910">
                      <a:extLst>
                        <a:ext uri="{FF2B5EF4-FFF2-40B4-BE49-F238E27FC236}">
                          <a16:creationId xmlns:a16="http://schemas.microsoft.com/office/drawing/2014/main" id="{C7C1C102-9B9B-A422-4661-B5A8A6011911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12" name="Oval 911">
                      <a:extLst>
                        <a:ext uri="{FF2B5EF4-FFF2-40B4-BE49-F238E27FC236}">
                          <a16:creationId xmlns:a16="http://schemas.microsoft.com/office/drawing/2014/main" id="{5AF73AD7-52CE-ECBC-611D-6934AAB16DB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13" name="Oval 912">
                      <a:extLst>
                        <a:ext uri="{FF2B5EF4-FFF2-40B4-BE49-F238E27FC236}">
                          <a16:creationId xmlns:a16="http://schemas.microsoft.com/office/drawing/2014/main" id="{1C8A815F-12DD-872F-685F-05D0BE78F279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14" name="Oval 913">
                      <a:extLst>
                        <a:ext uri="{FF2B5EF4-FFF2-40B4-BE49-F238E27FC236}">
                          <a16:creationId xmlns:a16="http://schemas.microsoft.com/office/drawing/2014/main" id="{C60CADB9-E8A1-E71D-E8BB-FB22830C01FA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15" name="Arc 914">
                      <a:extLst>
                        <a:ext uri="{FF2B5EF4-FFF2-40B4-BE49-F238E27FC236}">
                          <a16:creationId xmlns:a16="http://schemas.microsoft.com/office/drawing/2014/main" id="{6CE9E5A1-580D-8745-4D4D-C506E3ABA0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16" name="Oval 915">
                      <a:extLst>
                        <a:ext uri="{FF2B5EF4-FFF2-40B4-BE49-F238E27FC236}">
                          <a16:creationId xmlns:a16="http://schemas.microsoft.com/office/drawing/2014/main" id="{C43A0905-0CF5-1D70-1B85-368B7677F25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17" name="Arc 916">
                      <a:extLst>
                        <a:ext uri="{FF2B5EF4-FFF2-40B4-BE49-F238E27FC236}">
                          <a16:creationId xmlns:a16="http://schemas.microsoft.com/office/drawing/2014/main" id="{514492F2-DC52-49C4-0597-F695BE77A1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18" name="Arc 917">
                      <a:extLst>
                        <a:ext uri="{FF2B5EF4-FFF2-40B4-BE49-F238E27FC236}">
                          <a16:creationId xmlns:a16="http://schemas.microsoft.com/office/drawing/2014/main" id="{021A5B95-F408-7A04-3B77-7F1058D2D3F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1B5700E5-8331-35D7-EA0A-ADEC5AB904B7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F506E4F3-2E67-09FC-8A11-373FF5D3535B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6" name="Group 895">
                <a:extLst>
                  <a:ext uri="{FF2B5EF4-FFF2-40B4-BE49-F238E27FC236}">
                    <a16:creationId xmlns:a16="http://schemas.microsoft.com/office/drawing/2014/main" id="{C93BB4B5-FA64-BFC4-53A3-0DB2D26C0265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897" name="Moon 896">
                  <a:extLst>
                    <a:ext uri="{FF2B5EF4-FFF2-40B4-BE49-F238E27FC236}">
                      <a16:creationId xmlns:a16="http://schemas.microsoft.com/office/drawing/2014/main" id="{C1B911B3-182F-E887-B507-6C2FDFA5F91D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8" name="Oval 897">
                  <a:extLst>
                    <a:ext uri="{FF2B5EF4-FFF2-40B4-BE49-F238E27FC236}">
                      <a16:creationId xmlns:a16="http://schemas.microsoft.com/office/drawing/2014/main" id="{547C11DE-B358-1466-15DE-0D4DA3A1B124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9" name="Oval 898">
                  <a:extLst>
                    <a:ext uri="{FF2B5EF4-FFF2-40B4-BE49-F238E27FC236}">
                      <a16:creationId xmlns:a16="http://schemas.microsoft.com/office/drawing/2014/main" id="{FBB6C761-E419-F881-9F5A-D6BE7F070852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0" name="Oval 899">
                  <a:extLst>
                    <a:ext uri="{FF2B5EF4-FFF2-40B4-BE49-F238E27FC236}">
                      <a16:creationId xmlns:a16="http://schemas.microsoft.com/office/drawing/2014/main" id="{E9C33B6B-3078-3F15-448C-A4E7FDCBF622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1" name="Oval 900">
                  <a:extLst>
                    <a:ext uri="{FF2B5EF4-FFF2-40B4-BE49-F238E27FC236}">
                      <a16:creationId xmlns:a16="http://schemas.microsoft.com/office/drawing/2014/main" id="{61712E97-F061-5AF2-157C-9AF52A1236CE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2" name="Oval 901">
                  <a:extLst>
                    <a:ext uri="{FF2B5EF4-FFF2-40B4-BE49-F238E27FC236}">
                      <a16:creationId xmlns:a16="http://schemas.microsoft.com/office/drawing/2014/main" id="{392F789E-D6BD-28F3-392E-0985982F8C2B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3" name="Oval 902">
                  <a:extLst>
                    <a:ext uri="{FF2B5EF4-FFF2-40B4-BE49-F238E27FC236}">
                      <a16:creationId xmlns:a16="http://schemas.microsoft.com/office/drawing/2014/main" id="{57EFEF72-FB12-FCFF-5C34-D0E4A4C0B868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4" name="Oval 903">
                  <a:extLst>
                    <a:ext uri="{FF2B5EF4-FFF2-40B4-BE49-F238E27FC236}">
                      <a16:creationId xmlns:a16="http://schemas.microsoft.com/office/drawing/2014/main" id="{7AEFE0CB-56B7-E2F7-A548-FFFACC983743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B3B58E8-15CF-83CB-CC6D-9381B7F27C51}"/>
                </a:ext>
              </a:extLst>
            </p:cNvPr>
            <p:cNvGrpSpPr/>
            <p:nvPr/>
          </p:nvGrpSpPr>
          <p:grpSpPr>
            <a:xfrm rot="5400000" flipH="1" flipV="1">
              <a:off x="4671173" y="4381370"/>
              <a:ext cx="144704" cy="348791"/>
              <a:chOff x="8901293" y="933753"/>
              <a:chExt cx="2135899" cy="5148330"/>
            </a:xfrm>
            <a:solidFill>
              <a:srgbClr val="00B100"/>
            </a:solidFill>
          </p:grpSpPr>
          <p:grpSp>
            <p:nvGrpSpPr>
              <p:cNvPr id="835" name="Group 834">
                <a:extLst>
                  <a:ext uri="{FF2B5EF4-FFF2-40B4-BE49-F238E27FC236}">
                    <a16:creationId xmlns:a16="http://schemas.microsoft.com/office/drawing/2014/main" id="{6EEBD5F4-D592-7326-0A3D-8A3680C32BE9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870" name="Group 869">
                  <a:extLst>
                    <a:ext uri="{FF2B5EF4-FFF2-40B4-BE49-F238E27FC236}">
                      <a16:creationId xmlns:a16="http://schemas.microsoft.com/office/drawing/2014/main" id="{3E3499AD-6EE6-6E28-3224-737CB2E2AFB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84" name="Oval 883">
                    <a:extLst>
                      <a:ext uri="{FF2B5EF4-FFF2-40B4-BE49-F238E27FC236}">
                        <a16:creationId xmlns:a16="http://schemas.microsoft.com/office/drawing/2014/main" id="{9C6F1A88-4177-BF69-5023-EBC5DE74302B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85" name="Group 884">
                    <a:extLst>
                      <a:ext uri="{FF2B5EF4-FFF2-40B4-BE49-F238E27FC236}">
                        <a16:creationId xmlns:a16="http://schemas.microsoft.com/office/drawing/2014/main" id="{CB2BDB34-0512-B8AE-F18C-BE3878B992E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86" name="Oval 885">
                      <a:extLst>
                        <a:ext uri="{FF2B5EF4-FFF2-40B4-BE49-F238E27FC236}">
                          <a16:creationId xmlns:a16="http://schemas.microsoft.com/office/drawing/2014/main" id="{D6AF32BB-5EF2-2F91-E6ED-FB09476965F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87" name="Oval 886">
                      <a:extLst>
                        <a:ext uri="{FF2B5EF4-FFF2-40B4-BE49-F238E27FC236}">
                          <a16:creationId xmlns:a16="http://schemas.microsoft.com/office/drawing/2014/main" id="{43AAC53A-DB2D-FEC8-2DFD-E6DC38DF6E84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88" name="Oval 887">
                      <a:extLst>
                        <a:ext uri="{FF2B5EF4-FFF2-40B4-BE49-F238E27FC236}">
                          <a16:creationId xmlns:a16="http://schemas.microsoft.com/office/drawing/2014/main" id="{76C330C1-F103-91FD-08AA-BB8A58D733D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89" name="Oval 888">
                      <a:extLst>
                        <a:ext uri="{FF2B5EF4-FFF2-40B4-BE49-F238E27FC236}">
                          <a16:creationId xmlns:a16="http://schemas.microsoft.com/office/drawing/2014/main" id="{8F05456A-4CC8-FBC6-57AD-08F78780720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90" name="Arc 889">
                      <a:extLst>
                        <a:ext uri="{FF2B5EF4-FFF2-40B4-BE49-F238E27FC236}">
                          <a16:creationId xmlns:a16="http://schemas.microsoft.com/office/drawing/2014/main" id="{B5133C3D-F1A8-AC5B-7380-328AE8839D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91" name="Oval 890">
                      <a:extLst>
                        <a:ext uri="{FF2B5EF4-FFF2-40B4-BE49-F238E27FC236}">
                          <a16:creationId xmlns:a16="http://schemas.microsoft.com/office/drawing/2014/main" id="{1D36E951-E4BD-4293-B036-E0B15B95C12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92" name="Arc 891">
                      <a:extLst>
                        <a:ext uri="{FF2B5EF4-FFF2-40B4-BE49-F238E27FC236}">
                          <a16:creationId xmlns:a16="http://schemas.microsoft.com/office/drawing/2014/main" id="{F94A658E-67AB-9B60-475B-CD52A3A611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93" name="Arc 892">
                      <a:extLst>
                        <a:ext uri="{FF2B5EF4-FFF2-40B4-BE49-F238E27FC236}">
                          <a16:creationId xmlns:a16="http://schemas.microsoft.com/office/drawing/2014/main" id="{822EF8FE-FD42-EDDE-FBBC-B4BFA463088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871" name="Group 870">
                  <a:extLst>
                    <a:ext uri="{FF2B5EF4-FFF2-40B4-BE49-F238E27FC236}">
                      <a16:creationId xmlns:a16="http://schemas.microsoft.com/office/drawing/2014/main" id="{D6CE0FC5-F2BD-E338-0882-64C9F311D04C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74" name="Oval 873">
                    <a:extLst>
                      <a:ext uri="{FF2B5EF4-FFF2-40B4-BE49-F238E27FC236}">
                        <a16:creationId xmlns:a16="http://schemas.microsoft.com/office/drawing/2014/main" id="{9694DA6D-C305-1DA2-46D8-00FC8A009BE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75" name="Group 874">
                    <a:extLst>
                      <a:ext uri="{FF2B5EF4-FFF2-40B4-BE49-F238E27FC236}">
                        <a16:creationId xmlns:a16="http://schemas.microsoft.com/office/drawing/2014/main" id="{954BD285-0ED9-E40C-02DB-45EAC89044A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76" name="Oval 875">
                      <a:extLst>
                        <a:ext uri="{FF2B5EF4-FFF2-40B4-BE49-F238E27FC236}">
                          <a16:creationId xmlns:a16="http://schemas.microsoft.com/office/drawing/2014/main" id="{76700973-43B7-344A-9DCC-FEB1E2C7C597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77" name="Oval 876">
                      <a:extLst>
                        <a:ext uri="{FF2B5EF4-FFF2-40B4-BE49-F238E27FC236}">
                          <a16:creationId xmlns:a16="http://schemas.microsoft.com/office/drawing/2014/main" id="{DB73C9A0-7B59-76E8-9085-7E49E4AB6D2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78" name="Oval 877">
                      <a:extLst>
                        <a:ext uri="{FF2B5EF4-FFF2-40B4-BE49-F238E27FC236}">
                          <a16:creationId xmlns:a16="http://schemas.microsoft.com/office/drawing/2014/main" id="{72B1486C-FFB1-3B8B-E67A-25B79CF1237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79" name="Oval 878">
                      <a:extLst>
                        <a:ext uri="{FF2B5EF4-FFF2-40B4-BE49-F238E27FC236}">
                          <a16:creationId xmlns:a16="http://schemas.microsoft.com/office/drawing/2014/main" id="{4E829924-BCC0-5165-0ACE-7A75DAAEC7B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80" name="Arc 879">
                      <a:extLst>
                        <a:ext uri="{FF2B5EF4-FFF2-40B4-BE49-F238E27FC236}">
                          <a16:creationId xmlns:a16="http://schemas.microsoft.com/office/drawing/2014/main" id="{F96E5910-5EAE-61E6-234F-41B5FBB28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81" name="Oval 880">
                      <a:extLst>
                        <a:ext uri="{FF2B5EF4-FFF2-40B4-BE49-F238E27FC236}">
                          <a16:creationId xmlns:a16="http://schemas.microsoft.com/office/drawing/2014/main" id="{CF09AACA-08A8-3564-6DD5-4C6820DAAA6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82" name="Arc 881">
                      <a:extLst>
                        <a:ext uri="{FF2B5EF4-FFF2-40B4-BE49-F238E27FC236}">
                          <a16:creationId xmlns:a16="http://schemas.microsoft.com/office/drawing/2014/main" id="{62D09EF1-6226-07E0-7EBC-8713B88607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83" name="Arc 882">
                      <a:extLst>
                        <a:ext uri="{FF2B5EF4-FFF2-40B4-BE49-F238E27FC236}">
                          <a16:creationId xmlns:a16="http://schemas.microsoft.com/office/drawing/2014/main" id="{C4D33D0C-775B-7903-8E26-952F6AA8301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872" name="Straight Connector 871">
                  <a:extLst>
                    <a:ext uri="{FF2B5EF4-FFF2-40B4-BE49-F238E27FC236}">
                      <a16:creationId xmlns:a16="http://schemas.microsoft.com/office/drawing/2014/main" id="{D06DFE83-1391-D8C5-821D-B5D88BD8BB9F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Straight Connector 872">
                  <a:extLst>
                    <a:ext uri="{FF2B5EF4-FFF2-40B4-BE49-F238E27FC236}">
                      <a16:creationId xmlns:a16="http://schemas.microsoft.com/office/drawing/2014/main" id="{E1CEB3EC-A5F0-BA5C-9F3C-106F7B6F7853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6" name="Group 835">
                <a:extLst>
                  <a:ext uri="{FF2B5EF4-FFF2-40B4-BE49-F238E27FC236}">
                    <a16:creationId xmlns:a16="http://schemas.microsoft.com/office/drawing/2014/main" id="{93CCABF9-AFE3-93D4-00AE-5384C5181052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846" name="Group 845">
                  <a:extLst>
                    <a:ext uri="{FF2B5EF4-FFF2-40B4-BE49-F238E27FC236}">
                      <a16:creationId xmlns:a16="http://schemas.microsoft.com/office/drawing/2014/main" id="{01C10054-05FC-0024-B629-C3C81BF1E4D1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60" name="Oval 859">
                    <a:extLst>
                      <a:ext uri="{FF2B5EF4-FFF2-40B4-BE49-F238E27FC236}">
                        <a16:creationId xmlns:a16="http://schemas.microsoft.com/office/drawing/2014/main" id="{588CE143-55D1-69DA-2B87-803A7B55890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61" name="Group 860">
                    <a:extLst>
                      <a:ext uri="{FF2B5EF4-FFF2-40B4-BE49-F238E27FC236}">
                        <a16:creationId xmlns:a16="http://schemas.microsoft.com/office/drawing/2014/main" id="{C94A24F7-3E12-71A9-8206-AA61EF6A662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62" name="Oval 861">
                      <a:extLst>
                        <a:ext uri="{FF2B5EF4-FFF2-40B4-BE49-F238E27FC236}">
                          <a16:creationId xmlns:a16="http://schemas.microsoft.com/office/drawing/2014/main" id="{7E43C642-9C20-CCBE-A2A8-D76080E7390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63" name="Oval 862">
                      <a:extLst>
                        <a:ext uri="{FF2B5EF4-FFF2-40B4-BE49-F238E27FC236}">
                          <a16:creationId xmlns:a16="http://schemas.microsoft.com/office/drawing/2014/main" id="{E06C5BAF-A386-18F0-EF05-A1FA37CAD69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64" name="Oval 863">
                      <a:extLst>
                        <a:ext uri="{FF2B5EF4-FFF2-40B4-BE49-F238E27FC236}">
                          <a16:creationId xmlns:a16="http://schemas.microsoft.com/office/drawing/2014/main" id="{F7840CA9-1087-1BA0-0F51-5ACE94A2FF5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65" name="Oval 864">
                      <a:extLst>
                        <a:ext uri="{FF2B5EF4-FFF2-40B4-BE49-F238E27FC236}">
                          <a16:creationId xmlns:a16="http://schemas.microsoft.com/office/drawing/2014/main" id="{0AC96D11-9B3A-FBA0-2009-86EA914767A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66" name="Arc 865">
                      <a:extLst>
                        <a:ext uri="{FF2B5EF4-FFF2-40B4-BE49-F238E27FC236}">
                          <a16:creationId xmlns:a16="http://schemas.microsoft.com/office/drawing/2014/main" id="{5149331A-071A-01E5-B455-2E383225E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67" name="Oval 866">
                      <a:extLst>
                        <a:ext uri="{FF2B5EF4-FFF2-40B4-BE49-F238E27FC236}">
                          <a16:creationId xmlns:a16="http://schemas.microsoft.com/office/drawing/2014/main" id="{0EEB8985-604D-F0C4-F008-E173ECB10CD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68" name="Arc 867">
                      <a:extLst>
                        <a:ext uri="{FF2B5EF4-FFF2-40B4-BE49-F238E27FC236}">
                          <a16:creationId xmlns:a16="http://schemas.microsoft.com/office/drawing/2014/main" id="{298D964B-B5A9-23F8-D1E9-389F51BBC4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69" name="Arc 868">
                      <a:extLst>
                        <a:ext uri="{FF2B5EF4-FFF2-40B4-BE49-F238E27FC236}">
                          <a16:creationId xmlns:a16="http://schemas.microsoft.com/office/drawing/2014/main" id="{7F609370-5288-2437-6505-CE006DAED5D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847" name="Group 846">
                  <a:extLst>
                    <a:ext uri="{FF2B5EF4-FFF2-40B4-BE49-F238E27FC236}">
                      <a16:creationId xmlns:a16="http://schemas.microsoft.com/office/drawing/2014/main" id="{95D9EBD2-D68F-76EB-7FDE-51F99D65E3C3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50" name="Oval 849">
                    <a:extLst>
                      <a:ext uri="{FF2B5EF4-FFF2-40B4-BE49-F238E27FC236}">
                        <a16:creationId xmlns:a16="http://schemas.microsoft.com/office/drawing/2014/main" id="{D32EE81C-5701-2377-E882-7F009112F55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51" name="Group 850">
                    <a:extLst>
                      <a:ext uri="{FF2B5EF4-FFF2-40B4-BE49-F238E27FC236}">
                        <a16:creationId xmlns:a16="http://schemas.microsoft.com/office/drawing/2014/main" id="{36465408-4F5F-FC7C-67BE-CC7396DEDE7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52" name="Oval 851">
                      <a:extLst>
                        <a:ext uri="{FF2B5EF4-FFF2-40B4-BE49-F238E27FC236}">
                          <a16:creationId xmlns:a16="http://schemas.microsoft.com/office/drawing/2014/main" id="{2100E9CF-6435-32BB-447D-030E039E466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53" name="Oval 852">
                      <a:extLst>
                        <a:ext uri="{FF2B5EF4-FFF2-40B4-BE49-F238E27FC236}">
                          <a16:creationId xmlns:a16="http://schemas.microsoft.com/office/drawing/2014/main" id="{54A237C4-AB8B-EDA2-EAE6-4E2DDAD4C70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54" name="Oval 853">
                      <a:extLst>
                        <a:ext uri="{FF2B5EF4-FFF2-40B4-BE49-F238E27FC236}">
                          <a16:creationId xmlns:a16="http://schemas.microsoft.com/office/drawing/2014/main" id="{9BC7E0DB-B21E-CC8B-BDE4-417F0EA32F09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55" name="Oval 854">
                      <a:extLst>
                        <a:ext uri="{FF2B5EF4-FFF2-40B4-BE49-F238E27FC236}">
                          <a16:creationId xmlns:a16="http://schemas.microsoft.com/office/drawing/2014/main" id="{3A6DB65C-3D6A-754C-97F7-1923C566D97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56" name="Arc 855">
                      <a:extLst>
                        <a:ext uri="{FF2B5EF4-FFF2-40B4-BE49-F238E27FC236}">
                          <a16:creationId xmlns:a16="http://schemas.microsoft.com/office/drawing/2014/main" id="{88A7A8E7-1800-A652-03CB-8F751D9B77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57" name="Oval 856">
                      <a:extLst>
                        <a:ext uri="{FF2B5EF4-FFF2-40B4-BE49-F238E27FC236}">
                          <a16:creationId xmlns:a16="http://schemas.microsoft.com/office/drawing/2014/main" id="{ECA60C8C-C168-9D2C-CAC4-BC3AD99F4A4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58" name="Arc 857">
                      <a:extLst>
                        <a:ext uri="{FF2B5EF4-FFF2-40B4-BE49-F238E27FC236}">
                          <a16:creationId xmlns:a16="http://schemas.microsoft.com/office/drawing/2014/main" id="{52E43654-289B-A99B-4D2E-872917A991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59" name="Arc 858">
                      <a:extLst>
                        <a:ext uri="{FF2B5EF4-FFF2-40B4-BE49-F238E27FC236}">
                          <a16:creationId xmlns:a16="http://schemas.microsoft.com/office/drawing/2014/main" id="{3CCC89DC-47DE-93F6-26C0-27F1E44D29D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848" name="Straight Connector 847">
                  <a:extLst>
                    <a:ext uri="{FF2B5EF4-FFF2-40B4-BE49-F238E27FC236}">
                      <a16:creationId xmlns:a16="http://schemas.microsoft.com/office/drawing/2014/main" id="{F2C121B6-80DC-DF51-0E9F-966287DC435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9" name="Straight Connector 848">
                  <a:extLst>
                    <a:ext uri="{FF2B5EF4-FFF2-40B4-BE49-F238E27FC236}">
                      <a16:creationId xmlns:a16="http://schemas.microsoft.com/office/drawing/2014/main" id="{0A2D637F-E5AF-DF29-0598-65EEDD1608E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7" name="Group 836">
                <a:extLst>
                  <a:ext uri="{FF2B5EF4-FFF2-40B4-BE49-F238E27FC236}">
                    <a16:creationId xmlns:a16="http://schemas.microsoft.com/office/drawing/2014/main" id="{FEB38183-6D03-D048-8E2D-334DF1A8ADC2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838" name="Moon 837">
                  <a:extLst>
                    <a:ext uri="{FF2B5EF4-FFF2-40B4-BE49-F238E27FC236}">
                      <a16:creationId xmlns:a16="http://schemas.microsoft.com/office/drawing/2014/main" id="{D7AB75B8-BAF6-66D2-970C-0DA8C270DD58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9" name="Oval 838">
                  <a:extLst>
                    <a:ext uri="{FF2B5EF4-FFF2-40B4-BE49-F238E27FC236}">
                      <a16:creationId xmlns:a16="http://schemas.microsoft.com/office/drawing/2014/main" id="{6574C1B8-B845-59D0-193C-26DCB3F0E3E4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0" name="Oval 839">
                  <a:extLst>
                    <a:ext uri="{FF2B5EF4-FFF2-40B4-BE49-F238E27FC236}">
                      <a16:creationId xmlns:a16="http://schemas.microsoft.com/office/drawing/2014/main" id="{2D76E0CC-ABD0-8FCE-4633-3716381FD9E7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1" name="Oval 840">
                  <a:extLst>
                    <a:ext uri="{FF2B5EF4-FFF2-40B4-BE49-F238E27FC236}">
                      <a16:creationId xmlns:a16="http://schemas.microsoft.com/office/drawing/2014/main" id="{B75CD653-34A9-633B-B780-FB32DAE4AF97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2" name="Oval 841">
                  <a:extLst>
                    <a:ext uri="{FF2B5EF4-FFF2-40B4-BE49-F238E27FC236}">
                      <a16:creationId xmlns:a16="http://schemas.microsoft.com/office/drawing/2014/main" id="{D25641D5-7228-8EEF-FCB2-B9ADE02D49FA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3" name="Oval 842">
                  <a:extLst>
                    <a:ext uri="{FF2B5EF4-FFF2-40B4-BE49-F238E27FC236}">
                      <a16:creationId xmlns:a16="http://schemas.microsoft.com/office/drawing/2014/main" id="{F071155B-C3C2-A236-2E6B-000DCCCE6173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4" name="Oval 843">
                  <a:extLst>
                    <a:ext uri="{FF2B5EF4-FFF2-40B4-BE49-F238E27FC236}">
                      <a16:creationId xmlns:a16="http://schemas.microsoft.com/office/drawing/2014/main" id="{48F1DC8B-534C-DF11-AC94-9A125530E4BA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5" name="Oval 844">
                  <a:extLst>
                    <a:ext uri="{FF2B5EF4-FFF2-40B4-BE49-F238E27FC236}">
                      <a16:creationId xmlns:a16="http://schemas.microsoft.com/office/drawing/2014/main" id="{63368C3F-CB92-3427-F4CD-4E3D38A08DA1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EC7B513-73A9-52D5-F66F-5AE92775DC44}"/>
                </a:ext>
              </a:extLst>
            </p:cNvPr>
            <p:cNvGrpSpPr/>
            <p:nvPr/>
          </p:nvGrpSpPr>
          <p:grpSpPr>
            <a:xfrm rot="5400000" flipH="1" flipV="1">
              <a:off x="3503380" y="2697398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776" name="Group 775">
                <a:extLst>
                  <a:ext uri="{FF2B5EF4-FFF2-40B4-BE49-F238E27FC236}">
                    <a16:creationId xmlns:a16="http://schemas.microsoft.com/office/drawing/2014/main" id="{068D0BA1-794A-441E-1797-8F6BF9E9B84E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811" name="Group 810">
                  <a:extLst>
                    <a:ext uri="{FF2B5EF4-FFF2-40B4-BE49-F238E27FC236}">
                      <a16:creationId xmlns:a16="http://schemas.microsoft.com/office/drawing/2014/main" id="{F96C08D0-C816-C405-8EAA-672ED03E06F0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25" name="Oval 824">
                    <a:extLst>
                      <a:ext uri="{FF2B5EF4-FFF2-40B4-BE49-F238E27FC236}">
                        <a16:creationId xmlns:a16="http://schemas.microsoft.com/office/drawing/2014/main" id="{25C7485D-EBDD-877F-5554-9FF0FD63168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26" name="Group 825">
                    <a:extLst>
                      <a:ext uri="{FF2B5EF4-FFF2-40B4-BE49-F238E27FC236}">
                        <a16:creationId xmlns:a16="http://schemas.microsoft.com/office/drawing/2014/main" id="{F3DE5870-51CE-49A6-40DB-57671592648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27" name="Oval 826">
                      <a:extLst>
                        <a:ext uri="{FF2B5EF4-FFF2-40B4-BE49-F238E27FC236}">
                          <a16:creationId xmlns:a16="http://schemas.microsoft.com/office/drawing/2014/main" id="{586173DB-4291-003F-3745-8A0D466CC37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28" name="Oval 827">
                      <a:extLst>
                        <a:ext uri="{FF2B5EF4-FFF2-40B4-BE49-F238E27FC236}">
                          <a16:creationId xmlns:a16="http://schemas.microsoft.com/office/drawing/2014/main" id="{E663E38A-EF6F-7259-2EEA-9D91EAE0001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29" name="Oval 828">
                      <a:extLst>
                        <a:ext uri="{FF2B5EF4-FFF2-40B4-BE49-F238E27FC236}">
                          <a16:creationId xmlns:a16="http://schemas.microsoft.com/office/drawing/2014/main" id="{808DFE98-C15F-F7D6-CF6C-810087B1D03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30" name="Oval 829">
                      <a:extLst>
                        <a:ext uri="{FF2B5EF4-FFF2-40B4-BE49-F238E27FC236}">
                          <a16:creationId xmlns:a16="http://schemas.microsoft.com/office/drawing/2014/main" id="{CF118DBA-F5A2-9ADB-AFC8-C1E83FCEA87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31" name="Arc 830">
                      <a:extLst>
                        <a:ext uri="{FF2B5EF4-FFF2-40B4-BE49-F238E27FC236}">
                          <a16:creationId xmlns:a16="http://schemas.microsoft.com/office/drawing/2014/main" id="{28052204-F3A2-CA41-C04A-355FFA2C2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32" name="Oval 831">
                      <a:extLst>
                        <a:ext uri="{FF2B5EF4-FFF2-40B4-BE49-F238E27FC236}">
                          <a16:creationId xmlns:a16="http://schemas.microsoft.com/office/drawing/2014/main" id="{B39E46C4-B20E-A1D3-1C6E-99D0CA3A4B01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33" name="Arc 832">
                      <a:extLst>
                        <a:ext uri="{FF2B5EF4-FFF2-40B4-BE49-F238E27FC236}">
                          <a16:creationId xmlns:a16="http://schemas.microsoft.com/office/drawing/2014/main" id="{B8D13E8D-DB71-65B3-BF03-1835618312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34" name="Arc 833">
                      <a:extLst>
                        <a:ext uri="{FF2B5EF4-FFF2-40B4-BE49-F238E27FC236}">
                          <a16:creationId xmlns:a16="http://schemas.microsoft.com/office/drawing/2014/main" id="{9011923E-5A76-8D18-9B6B-ECA57FE8EE0F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812" name="Group 811">
                  <a:extLst>
                    <a:ext uri="{FF2B5EF4-FFF2-40B4-BE49-F238E27FC236}">
                      <a16:creationId xmlns:a16="http://schemas.microsoft.com/office/drawing/2014/main" id="{69F777F7-E9E0-DF44-2DCA-B86F340559D0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15" name="Oval 814">
                    <a:extLst>
                      <a:ext uri="{FF2B5EF4-FFF2-40B4-BE49-F238E27FC236}">
                        <a16:creationId xmlns:a16="http://schemas.microsoft.com/office/drawing/2014/main" id="{F592A6D5-F956-06CE-04CD-24F8A73271B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16" name="Group 815">
                    <a:extLst>
                      <a:ext uri="{FF2B5EF4-FFF2-40B4-BE49-F238E27FC236}">
                        <a16:creationId xmlns:a16="http://schemas.microsoft.com/office/drawing/2014/main" id="{35BBD94D-8511-54DC-0C32-29BC5D2B7D6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17" name="Oval 816">
                      <a:extLst>
                        <a:ext uri="{FF2B5EF4-FFF2-40B4-BE49-F238E27FC236}">
                          <a16:creationId xmlns:a16="http://schemas.microsoft.com/office/drawing/2014/main" id="{3D8C7F8F-F058-A58C-357E-DB1FC63F3A44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18" name="Oval 817">
                      <a:extLst>
                        <a:ext uri="{FF2B5EF4-FFF2-40B4-BE49-F238E27FC236}">
                          <a16:creationId xmlns:a16="http://schemas.microsoft.com/office/drawing/2014/main" id="{9C590C8C-D9E3-D97D-591A-C6741F2D29A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19" name="Oval 818">
                      <a:extLst>
                        <a:ext uri="{FF2B5EF4-FFF2-40B4-BE49-F238E27FC236}">
                          <a16:creationId xmlns:a16="http://schemas.microsoft.com/office/drawing/2014/main" id="{C167B0F3-72A6-BDAF-B18C-E1679E0D79E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20" name="Oval 819">
                      <a:extLst>
                        <a:ext uri="{FF2B5EF4-FFF2-40B4-BE49-F238E27FC236}">
                          <a16:creationId xmlns:a16="http://schemas.microsoft.com/office/drawing/2014/main" id="{E131D09D-E05F-7840-9B25-9ED9CA58AD7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21" name="Arc 820">
                      <a:extLst>
                        <a:ext uri="{FF2B5EF4-FFF2-40B4-BE49-F238E27FC236}">
                          <a16:creationId xmlns:a16="http://schemas.microsoft.com/office/drawing/2014/main" id="{1746F176-63C8-E6C4-A404-44069E1EB0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22" name="Oval 821">
                      <a:extLst>
                        <a:ext uri="{FF2B5EF4-FFF2-40B4-BE49-F238E27FC236}">
                          <a16:creationId xmlns:a16="http://schemas.microsoft.com/office/drawing/2014/main" id="{16277E37-8D53-3BC0-E4E5-5421A37E0D4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23" name="Arc 822">
                      <a:extLst>
                        <a:ext uri="{FF2B5EF4-FFF2-40B4-BE49-F238E27FC236}">
                          <a16:creationId xmlns:a16="http://schemas.microsoft.com/office/drawing/2014/main" id="{3E5595C6-0913-A8A0-4492-4113A1D595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24" name="Arc 823">
                      <a:extLst>
                        <a:ext uri="{FF2B5EF4-FFF2-40B4-BE49-F238E27FC236}">
                          <a16:creationId xmlns:a16="http://schemas.microsoft.com/office/drawing/2014/main" id="{084D8A1E-6097-1FCD-FD7A-8D78A30C393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813" name="Straight Connector 812">
                  <a:extLst>
                    <a:ext uri="{FF2B5EF4-FFF2-40B4-BE49-F238E27FC236}">
                      <a16:creationId xmlns:a16="http://schemas.microsoft.com/office/drawing/2014/main" id="{0F40DC7A-633A-83C9-5A6F-03C64A1C995F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4" name="Straight Connector 813">
                  <a:extLst>
                    <a:ext uri="{FF2B5EF4-FFF2-40B4-BE49-F238E27FC236}">
                      <a16:creationId xmlns:a16="http://schemas.microsoft.com/office/drawing/2014/main" id="{745E1BDC-617F-00BC-B74C-47A5CDA9AD3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7" name="Group 776">
                <a:extLst>
                  <a:ext uri="{FF2B5EF4-FFF2-40B4-BE49-F238E27FC236}">
                    <a16:creationId xmlns:a16="http://schemas.microsoft.com/office/drawing/2014/main" id="{268143D3-D8B2-B7B7-3A81-D8BF79A3C356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787" name="Group 786">
                  <a:extLst>
                    <a:ext uri="{FF2B5EF4-FFF2-40B4-BE49-F238E27FC236}">
                      <a16:creationId xmlns:a16="http://schemas.microsoft.com/office/drawing/2014/main" id="{E79E7F6B-D236-6829-E81C-369E73D168B0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01" name="Oval 800">
                    <a:extLst>
                      <a:ext uri="{FF2B5EF4-FFF2-40B4-BE49-F238E27FC236}">
                        <a16:creationId xmlns:a16="http://schemas.microsoft.com/office/drawing/2014/main" id="{76D9BFBF-1A22-BFA8-DDE2-2A6116766E57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02" name="Group 801">
                    <a:extLst>
                      <a:ext uri="{FF2B5EF4-FFF2-40B4-BE49-F238E27FC236}">
                        <a16:creationId xmlns:a16="http://schemas.microsoft.com/office/drawing/2014/main" id="{CC0D3AD0-C387-C353-EA67-AD9A6856C69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03" name="Oval 802">
                      <a:extLst>
                        <a:ext uri="{FF2B5EF4-FFF2-40B4-BE49-F238E27FC236}">
                          <a16:creationId xmlns:a16="http://schemas.microsoft.com/office/drawing/2014/main" id="{DF6D2099-97A1-03B3-E4CB-FB41993A6D8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04" name="Oval 803">
                      <a:extLst>
                        <a:ext uri="{FF2B5EF4-FFF2-40B4-BE49-F238E27FC236}">
                          <a16:creationId xmlns:a16="http://schemas.microsoft.com/office/drawing/2014/main" id="{2552FC8A-4775-03B4-9C88-14F6C7A6269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05" name="Oval 804">
                      <a:extLst>
                        <a:ext uri="{FF2B5EF4-FFF2-40B4-BE49-F238E27FC236}">
                          <a16:creationId xmlns:a16="http://schemas.microsoft.com/office/drawing/2014/main" id="{1AABAC50-3A00-6B1C-66B7-FE4CFF3E9AAA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06" name="Oval 805">
                      <a:extLst>
                        <a:ext uri="{FF2B5EF4-FFF2-40B4-BE49-F238E27FC236}">
                          <a16:creationId xmlns:a16="http://schemas.microsoft.com/office/drawing/2014/main" id="{6DE95F4B-D814-A478-E2D1-64C2674BA75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07" name="Arc 806">
                      <a:extLst>
                        <a:ext uri="{FF2B5EF4-FFF2-40B4-BE49-F238E27FC236}">
                          <a16:creationId xmlns:a16="http://schemas.microsoft.com/office/drawing/2014/main" id="{746500B2-C838-5295-5DDB-C128DEB956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08" name="Oval 807">
                      <a:extLst>
                        <a:ext uri="{FF2B5EF4-FFF2-40B4-BE49-F238E27FC236}">
                          <a16:creationId xmlns:a16="http://schemas.microsoft.com/office/drawing/2014/main" id="{79D7765F-4E9B-683D-0E2D-A1CA0B6F22A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09" name="Arc 808">
                      <a:extLst>
                        <a:ext uri="{FF2B5EF4-FFF2-40B4-BE49-F238E27FC236}">
                          <a16:creationId xmlns:a16="http://schemas.microsoft.com/office/drawing/2014/main" id="{D847C531-5A79-B595-1C96-30267EF11B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0" name="Arc 809">
                      <a:extLst>
                        <a:ext uri="{FF2B5EF4-FFF2-40B4-BE49-F238E27FC236}">
                          <a16:creationId xmlns:a16="http://schemas.microsoft.com/office/drawing/2014/main" id="{4819211D-F594-1361-B4A0-E60386CD9D7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788" name="Group 787">
                  <a:extLst>
                    <a:ext uri="{FF2B5EF4-FFF2-40B4-BE49-F238E27FC236}">
                      <a16:creationId xmlns:a16="http://schemas.microsoft.com/office/drawing/2014/main" id="{9CD1ECC1-C13F-90D9-69E2-46BD29478D9A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791" name="Oval 790">
                    <a:extLst>
                      <a:ext uri="{FF2B5EF4-FFF2-40B4-BE49-F238E27FC236}">
                        <a16:creationId xmlns:a16="http://schemas.microsoft.com/office/drawing/2014/main" id="{544CDD2B-7D10-06EE-E06B-2034FF5DD9B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792" name="Group 791">
                    <a:extLst>
                      <a:ext uri="{FF2B5EF4-FFF2-40B4-BE49-F238E27FC236}">
                        <a16:creationId xmlns:a16="http://schemas.microsoft.com/office/drawing/2014/main" id="{FF19F9A2-49B3-29C6-7078-7CBDF42AB11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793" name="Oval 792">
                      <a:extLst>
                        <a:ext uri="{FF2B5EF4-FFF2-40B4-BE49-F238E27FC236}">
                          <a16:creationId xmlns:a16="http://schemas.microsoft.com/office/drawing/2014/main" id="{F309C158-3070-5632-EB05-208099EFFC6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94" name="Oval 793">
                      <a:extLst>
                        <a:ext uri="{FF2B5EF4-FFF2-40B4-BE49-F238E27FC236}">
                          <a16:creationId xmlns:a16="http://schemas.microsoft.com/office/drawing/2014/main" id="{DEE553DA-A0C6-1740-270B-F41CACF4B638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95" name="Oval 794">
                      <a:extLst>
                        <a:ext uri="{FF2B5EF4-FFF2-40B4-BE49-F238E27FC236}">
                          <a16:creationId xmlns:a16="http://schemas.microsoft.com/office/drawing/2014/main" id="{D0174ACB-0B8F-766A-4785-C8CD6374800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96" name="Oval 795">
                      <a:extLst>
                        <a:ext uri="{FF2B5EF4-FFF2-40B4-BE49-F238E27FC236}">
                          <a16:creationId xmlns:a16="http://schemas.microsoft.com/office/drawing/2014/main" id="{47769D52-34AA-7959-8B21-9AFCC0CAC11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97" name="Arc 796">
                      <a:extLst>
                        <a:ext uri="{FF2B5EF4-FFF2-40B4-BE49-F238E27FC236}">
                          <a16:creationId xmlns:a16="http://schemas.microsoft.com/office/drawing/2014/main" id="{458A2B98-6CBB-E5A2-03CA-12AAE1C72A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98" name="Oval 797">
                      <a:extLst>
                        <a:ext uri="{FF2B5EF4-FFF2-40B4-BE49-F238E27FC236}">
                          <a16:creationId xmlns:a16="http://schemas.microsoft.com/office/drawing/2014/main" id="{C5168FAC-D35C-B9FC-6277-77A971D11E3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99" name="Arc 798">
                      <a:extLst>
                        <a:ext uri="{FF2B5EF4-FFF2-40B4-BE49-F238E27FC236}">
                          <a16:creationId xmlns:a16="http://schemas.microsoft.com/office/drawing/2014/main" id="{8667D6B2-320B-3B58-BC63-A401E05F31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00" name="Arc 799">
                      <a:extLst>
                        <a:ext uri="{FF2B5EF4-FFF2-40B4-BE49-F238E27FC236}">
                          <a16:creationId xmlns:a16="http://schemas.microsoft.com/office/drawing/2014/main" id="{BF96F59D-053C-1986-3170-E9D7C0C2836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789" name="Straight Connector 788">
                  <a:extLst>
                    <a:ext uri="{FF2B5EF4-FFF2-40B4-BE49-F238E27FC236}">
                      <a16:creationId xmlns:a16="http://schemas.microsoft.com/office/drawing/2014/main" id="{7C7ECF00-E7CA-0904-953D-F5E38A756660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0" name="Straight Connector 789">
                  <a:extLst>
                    <a:ext uri="{FF2B5EF4-FFF2-40B4-BE49-F238E27FC236}">
                      <a16:creationId xmlns:a16="http://schemas.microsoft.com/office/drawing/2014/main" id="{AFC58B97-EB2B-129B-CEA4-26B7A363DB31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8" name="Group 777">
                <a:extLst>
                  <a:ext uri="{FF2B5EF4-FFF2-40B4-BE49-F238E27FC236}">
                    <a16:creationId xmlns:a16="http://schemas.microsoft.com/office/drawing/2014/main" id="{1F93DFC9-ADB9-19A4-590E-F0FAD9667B38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779" name="Moon 778">
                  <a:extLst>
                    <a:ext uri="{FF2B5EF4-FFF2-40B4-BE49-F238E27FC236}">
                      <a16:creationId xmlns:a16="http://schemas.microsoft.com/office/drawing/2014/main" id="{AA17182B-8494-2234-582C-6D1008B45A06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0" name="Oval 779">
                  <a:extLst>
                    <a:ext uri="{FF2B5EF4-FFF2-40B4-BE49-F238E27FC236}">
                      <a16:creationId xmlns:a16="http://schemas.microsoft.com/office/drawing/2014/main" id="{6784306F-6CED-AECA-DC50-4CBF44CB082C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1" name="Oval 780">
                  <a:extLst>
                    <a:ext uri="{FF2B5EF4-FFF2-40B4-BE49-F238E27FC236}">
                      <a16:creationId xmlns:a16="http://schemas.microsoft.com/office/drawing/2014/main" id="{BD05055C-369F-8A42-9D35-04DD054CC65E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2" name="Oval 781">
                  <a:extLst>
                    <a:ext uri="{FF2B5EF4-FFF2-40B4-BE49-F238E27FC236}">
                      <a16:creationId xmlns:a16="http://schemas.microsoft.com/office/drawing/2014/main" id="{EF9747C6-CEA9-EB39-8E88-1E3CA8B72F9D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3" name="Oval 782">
                  <a:extLst>
                    <a:ext uri="{FF2B5EF4-FFF2-40B4-BE49-F238E27FC236}">
                      <a16:creationId xmlns:a16="http://schemas.microsoft.com/office/drawing/2014/main" id="{C487684D-6AA6-FBFC-49E4-3607995561F8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4" name="Oval 783">
                  <a:extLst>
                    <a:ext uri="{FF2B5EF4-FFF2-40B4-BE49-F238E27FC236}">
                      <a16:creationId xmlns:a16="http://schemas.microsoft.com/office/drawing/2014/main" id="{DCF84C2E-7D51-5E9D-FBB0-27D35960AA36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5" name="Oval 784">
                  <a:extLst>
                    <a:ext uri="{FF2B5EF4-FFF2-40B4-BE49-F238E27FC236}">
                      <a16:creationId xmlns:a16="http://schemas.microsoft.com/office/drawing/2014/main" id="{5385480B-7F0C-9F23-BA23-F57CA2449BA2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6" name="Oval 785">
                  <a:extLst>
                    <a:ext uri="{FF2B5EF4-FFF2-40B4-BE49-F238E27FC236}">
                      <a16:creationId xmlns:a16="http://schemas.microsoft.com/office/drawing/2014/main" id="{71A69540-C0B0-6658-7D5E-B2DF633FCE8D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B08F1E5-D2FE-9F1F-CBD7-ED5C8482F67D}"/>
                </a:ext>
              </a:extLst>
            </p:cNvPr>
            <p:cNvGrpSpPr/>
            <p:nvPr/>
          </p:nvGrpSpPr>
          <p:grpSpPr>
            <a:xfrm rot="7464527" flipH="1" flipV="1">
              <a:off x="3987910" y="3006828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717" name="Group 716">
                <a:extLst>
                  <a:ext uri="{FF2B5EF4-FFF2-40B4-BE49-F238E27FC236}">
                    <a16:creationId xmlns:a16="http://schemas.microsoft.com/office/drawing/2014/main" id="{DAE6E863-7816-2C3F-292B-75A13A2F00B4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752" name="Group 751">
                  <a:extLst>
                    <a:ext uri="{FF2B5EF4-FFF2-40B4-BE49-F238E27FC236}">
                      <a16:creationId xmlns:a16="http://schemas.microsoft.com/office/drawing/2014/main" id="{6D971D97-2D06-2370-E649-281BE3CFBFA9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766" name="Oval 765">
                    <a:extLst>
                      <a:ext uri="{FF2B5EF4-FFF2-40B4-BE49-F238E27FC236}">
                        <a16:creationId xmlns:a16="http://schemas.microsoft.com/office/drawing/2014/main" id="{A550C827-BA16-4400-25B8-63C5BA59146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767" name="Group 766">
                    <a:extLst>
                      <a:ext uri="{FF2B5EF4-FFF2-40B4-BE49-F238E27FC236}">
                        <a16:creationId xmlns:a16="http://schemas.microsoft.com/office/drawing/2014/main" id="{50E1A45B-94D5-6932-FF70-78E9D9BC97E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768" name="Oval 767">
                      <a:extLst>
                        <a:ext uri="{FF2B5EF4-FFF2-40B4-BE49-F238E27FC236}">
                          <a16:creationId xmlns:a16="http://schemas.microsoft.com/office/drawing/2014/main" id="{4628D3A2-F5E6-B0D8-442A-AE6DD4A57A0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69" name="Oval 768">
                      <a:extLst>
                        <a:ext uri="{FF2B5EF4-FFF2-40B4-BE49-F238E27FC236}">
                          <a16:creationId xmlns:a16="http://schemas.microsoft.com/office/drawing/2014/main" id="{830F5CEE-350A-CD48-EE49-74A11AA2684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70" name="Oval 769">
                      <a:extLst>
                        <a:ext uri="{FF2B5EF4-FFF2-40B4-BE49-F238E27FC236}">
                          <a16:creationId xmlns:a16="http://schemas.microsoft.com/office/drawing/2014/main" id="{C536DA9B-715E-1E5B-EE04-BB3E084A5D0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71" name="Oval 770">
                      <a:extLst>
                        <a:ext uri="{FF2B5EF4-FFF2-40B4-BE49-F238E27FC236}">
                          <a16:creationId xmlns:a16="http://schemas.microsoft.com/office/drawing/2014/main" id="{5B52D76A-FBCA-2F5A-D8FD-991AF1C619F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72" name="Arc 771">
                      <a:extLst>
                        <a:ext uri="{FF2B5EF4-FFF2-40B4-BE49-F238E27FC236}">
                          <a16:creationId xmlns:a16="http://schemas.microsoft.com/office/drawing/2014/main" id="{35CFF197-B2F4-31F2-6E85-5DFFA8286F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73" name="Oval 772">
                      <a:extLst>
                        <a:ext uri="{FF2B5EF4-FFF2-40B4-BE49-F238E27FC236}">
                          <a16:creationId xmlns:a16="http://schemas.microsoft.com/office/drawing/2014/main" id="{6684E6B5-8AD6-A154-6F55-CADA299FD07C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74" name="Arc 773">
                      <a:extLst>
                        <a:ext uri="{FF2B5EF4-FFF2-40B4-BE49-F238E27FC236}">
                          <a16:creationId xmlns:a16="http://schemas.microsoft.com/office/drawing/2014/main" id="{64779939-C811-33CD-3539-253C5051D6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75" name="Arc 774">
                      <a:extLst>
                        <a:ext uri="{FF2B5EF4-FFF2-40B4-BE49-F238E27FC236}">
                          <a16:creationId xmlns:a16="http://schemas.microsoft.com/office/drawing/2014/main" id="{35B70063-2BDF-8B7D-2E2F-CA754F6CB3B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753" name="Group 752">
                  <a:extLst>
                    <a:ext uri="{FF2B5EF4-FFF2-40B4-BE49-F238E27FC236}">
                      <a16:creationId xmlns:a16="http://schemas.microsoft.com/office/drawing/2014/main" id="{5D7D9353-56F6-5B40-1C01-0C1ABE4CAE37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756" name="Oval 755">
                    <a:extLst>
                      <a:ext uri="{FF2B5EF4-FFF2-40B4-BE49-F238E27FC236}">
                        <a16:creationId xmlns:a16="http://schemas.microsoft.com/office/drawing/2014/main" id="{8709B8C8-50A0-2A76-719C-BC02E680B28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757" name="Group 756">
                    <a:extLst>
                      <a:ext uri="{FF2B5EF4-FFF2-40B4-BE49-F238E27FC236}">
                        <a16:creationId xmlns:a16="http://schemas.microsoft.com/office/drawing/2014/main" id="{D362AEC5-F264-45B0-27C8-FD3EA67A5FD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758" name="Oval 757">
                      <a:extLst>
                        <a:ext uri="{FF2B5EF4-FFF2-40B4-BE49-F238E27FC236}">
                          <a16:creationId xmlns:a16="http://schemas.microsoft.com/office/drawing/2014/main" id="{77FC70F8-E282-C537-7F76-E1C646EE345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59" name="Oval 758">
                      <a:extLst>
                        <a:ext uri="{FF2B5EF4-FFF2-40B4-BE49-F238E27FC236}">
                          <a16:creationId xmlns:a16="http://schemas.microsoft.com/office/drawing/2014/main" id="{35F32F82-45D9-616A-A261-4A188BF3D80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60" name="Oval 759">
                      <a:extLst>
                        <a:ext uri="{FF2B5EF4-FFF2-40B4-BE49-F238E27FC236}">
                          <a16:creationId xmlns:a16="http://schemas.microsoft.com/office/drawing/2014/main" id="{0BC28EDF-A6D9-E0EF-2F8F-55DAB64C7C6A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61" name="Oval 760">
                      <a:extLst>
                        <a:ext uri="{FF2B5EF4-FFF2-40B4-BE49-F238E27FC236}">
                          <a16:creationId xmlns:a16="http://schemas.microsoft.com/office/drawing/2014/main" id="{CC55F14B-AD60-C8C2-5838-3F9BE142A8B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62" name="Arc 761">
                      <a:extLst>
                        <a:ext uri="{FF2B5EF4-FFF2-40B4-BE49-F238E27FC236}">
                          <a16:creationId xmlns:a16="http://schemas.microsoft.com/office/drawing/2014/main" id="{66749E69-3FEF-FD15-0423-7302C9902F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63" name="Oval 762">
                      <a:extLst>
                        <a:ext uri="{FF2B5EF4-FFF2-40B4-BE49-F238E27FC236}">
                          <a16:creationId xmlns:a16="http://schemas.microsoft.com/office/drawing/2014/main" id="{A49280A7-06C6-AAC1-B55D-FC6F7249DA7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64" name="Arc 763">
                      <a:extLst>
                        <a:ext uri="{FF2B5EF4-FFF2-40B4-BE49-F238E27FC236}">
                          <a16:creationId xmlns:a16="http://schemas.microsoft.com/office/drawing/2014/main" id="{A4E30D89-D076-E151-C6CE-A56048A70E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65" name="Arc 764">
                      <a:extLst>
                        <a:ext uri="{FF2B5EF4-FFF2-40B4-BE49-F238E27FC236}">
                          <a16:creationId xmlns:a16="http://schemas.microsoft.com/office/drawing/2014/main" id="{2C5AA6CE-51AF-9878-EC79-75489EBDF54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754" name="Straight Connector 753">
                  <a:extLst>
                    <a:ext uri="{FF2B5EF4-FFF2-40B4-BE49-F238E27FC236}">
                      <a16:creationId xmlns:a16="http://schemas.microsoft.com/office/drawing/2014/main" id="{BC51A44A-7FC9-D19A-0AF9-B2B912A265F2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5" name="Straight Connector 754">
                  <a:extLst>
                    <a:ext uri="{FF2B5EF4-FFF2-40B4-BE49-F238E27FC236}">
                      <a16:creationId xmlns:a16="http://schemas.microsoft.com/office/drawing/2014/main" id="{AD17F020-F76B-7699-7B22-E4938E608566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8" name="Group 717">
                <a:extLst>
                  <a:ext uri="{FF2B5EF4-FFF2-40B4-BE49-F238E27FC236}">
                    <a16:creationId xmlns:a16="http://schemas.microsoft.com/office/drawing/2014/main" id="{238C70AC-18FA-31F1-DCCD-2E7300CA126D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728" name="Group 727">
                  <a:extLst>
                    <a:ext uri="{FF2B5EF4-FFF2-40B4-BE49-F238E27FC236}">
                      <a16:creationId xmlns:a16="http://schemas.microsoft.com/office/drawing/2014/main" id="{B62A293C-8F1A-607C-A2A2-E257E41AFAD5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742" name="Oval 741">
                    <a:extLst>
                      <a:ext uri="{FF2B5EF4-FFF2-40B4-BE49-F238E27FC236}">
                        <a16:creationId xmlns:a16="http://schemas.microsoft.com/office/drawing/2014/main" id="{1DAB1407-F65B-99D8-0F3F-D7D327D89D8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743" name="Group 742">
                    <a:extLst>
                      <a:ext uri="{FF2B5EF4-FFF2-40B4-BE49-F238E27FC236}">
                        <a16:creationId xmlns:a16="http://schemas.microsoft.com/office/drawing/2014/main" id="{808123EB-5526-45AA-26DA-CDEB2B0BC0D8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744" name="Oval 743">
                      <a:extLst>
                        <a:ext uri="{FF2B5EF4-FFF2-40B4-BE49-F238E27FC236}">
                          <a16:creationId xmlns:a16="http://schemas.microsoft.com/office/drawing/2014/main" id="{30011BC1-B10C-F4F9-5FA0-E71E4B7A426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45" name="Oval 744">
                      <a:extLst>
                        <a:ext uri="{FF2B5EF4-FFF2-40B4-BE49-F238E27FC236}">
                          <a16:creationId xmlns:a16="http://schemas.microsoft.com/office/drawing/2014/main" id="{42A107E8-3F12-CBC8-4803-3B36A908438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46" name="Oval 745">
                      <a:extLst>
                        <a:ext uri="{FF2B5EF4-FFF2-40B4-BE49-F238E27FC236}">
                          <a16:creationId xmlns:a16="http://schemas.microsoft.com/office/drawing/2014/main" id="{E1FF98B3-2B0F-FC94-D411-ACDA38BB314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47" name="Oval 746">
                      <a:extLst>
                        <a:ext uri="{FF2B5EF4-FFF2-40B4-BE49-F238E27FC236}">
                          <a16:creationId xmlns:a16="http://schemas.microsoft.com/office/drawing/2014/main" id="{D1632751-A517-9710-DFFA-23E5FC7FEDF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48" name="Arc 747">
                      <a:extLst>
                        <a:ext uri="{FF2B5EF4-FFF2-40B4-BE49-F238E27FC236}">
                          <a16:creationId xmlns:a16="http://schemas.microsoft.com/office/drawing/2014/main" id="{E44786D6-7AAD-90E3-C103-D4D8E1E4C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49" name="Oval 748">
                      <a:extLst>
                        <a:ext uri="{FF2B5EF4-FFF2-40B4-BE49-F238E27FC236}">
                          <a16:creationId xmlns:a16="http://schemas.microsoft.com/office/drawing/2014/main" id="{BB7C7D5E-F351-FDBE-734B-5DBC19C2E5A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50" name="Arc 749">
                      <a:extLst>
                        <a:ext uri="{FF2B5EF4-FFF2-40B4-BE49-F238E27FC236}">
                          <a16:creationId xmlns:a16="http://schemas.microsoft.com/office/drawing/2014/main" id="{50F20204-9BA9-DBBE-FEB6-B51BE89F20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51" name="Arc 750">
                      <a:extLst>
                        <a:ext uri="{FF2B5EF4-FFF2-40B4-BE49-F238E27FC236}">
                          <a16:creationId xmlns:a16="http://schemas.microsoft.com/office/drawing/2014/main" id="{EF2EBDEE-6D4B-68F0-C9FB-2F4F820EA72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729" name="Group 728">
                  <a:extLst>
                    <a:ext uri="{FF2B5EF4-FFF2-40B4-BE49-F238E27FC236}">
                      <a16:creationId xmlns:a16="http://schemas.microsoft.com/office/drawing/2014/main" id="{73B11F63-6CC6-D0A4-08C5-262E1E07EDE1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732" name="Oval 731">
                    <a:extLst>
                      <a:ext uri="{FF2B5EF4-FFF2-40B4-BE49-F238E27FC236}">
                        <a16:creationId xmlns:a16="http://schemas.microsoft.com/office/drawing/2014/main" id="{4609D0D8-6905-AFA4-8B4D-12DEED809045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733" name="Group 732">
                    <a:extLst>
                      <a:ext uri="{FF2B5EF4-FFF2-40B4-BE49-F238E27FC236}">
                        <a16:creationId xmlns:a16="http://schemas.microsoft.com/office/drawing/2014/main" id="{DB2B29CB-B836-0BA3-A0D5-39AD52AECC5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734" name="Oval 733">
                      <a:extLst>
                        <a:ext uri="{FF2B5EF4-FFF2-40B4-BE49-F238E27FC236}">
                          <a16:creationId xmlns:a16="http://schemas.microsoft.com/office/drawing/2014/main" id="{D36B4018-CBF4-0768-4EAC-9CE966C5B99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35" name="Oval 734">
                      <a:extLst>
                        <a:ext uri="{FF2B5EF4-FFF2-40B4-BE49-F238E27FC236}">
                          <a16:creationId xmlns:a16="http://schemas.microsoft.com/office/drawing/2014/main" id="{3B5AB042-F8F3-C16A-7B3C-A8C1F65BFCE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36" name="Oval 735">
                      <a:extLst>
                        <a:ext uri="{FF2B5EF4-FFF2-40B4-BE49-F238E27FC236}">
                          <a16:creationId xmlns:a16="http://schemas.microsoft.com/office/drawing/2014/main" id="{6C92645A-0488-404B-1717-BE1BD4818C4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37" name="Oval 736">
                      <a:extLst>
                        <a:ext uri="{FF2B5EF4-FFF2-40B4-BE49-F238E27FC236}">
                          <a16:creationId xmlns:a16="http://schemas.microsoft.com/office/drawing/2014/main" id="{FD0E0984-AAFE-289B-46A0-83090C6274D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38" name="Arc 737">
                      <a:extLst>
                        <a:ext uri="{FF2B5EF4-FFF2-40B4-BE49-F238E27FC236}">
                          <a16:creationId xmlns:a16="http://schemas.microsoft.com/office/drawing/2014/main" id="{637D1AF3-EFFB-2BE4-12F8-F40FA3CD87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39" name="Oval 738">
                      <a:extLst>
                        <a:ext uri="{FF2B5EF4-FFF2-40B4-BE49-F238E27FC236}">
                          <a16:creationId xmlns:a16="http://schemas.microsoft.com/office/drawing/2014/main" id="{4AB98319-6893-3C63-C59F-CC9C9817402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40" name="Arc 739">
                      <a:extLst>
                        <a:ext uri="{FF2B5EF4-FFF2-40B4-BE49-F238E27FC236}">
                          <a16:creationId xmlns:a16="http://schemas.microsoft.com/office/drawing/2014/main" id="{FA8718B8-EC2C-FADA-2CEA-FBCF715AA5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41" name="Arc 740">
                      <a:extLst>
                        <a:ext uri="{FF2B5EF4-FFF2-40B4-BE49-F238E27FC236}">
                          <a16:creationId xmlns:a16="http://schemas.microsoft.com/office/drawing/2014/main" id="{C870536C-F538-FA59-92FF-861607A8C9A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730" name="Straight Connector 729">
                  <a:extLst>
                    <a:ext uri="{FF2B5EF4-FFF2-40B4-BE49-F238E27FC236}">
                      <a16:creationId xmlns:a16="http://schemas.microsoft.com/office/drawing/2014/main" id="{D45D4F38-3DFD-82B8-B51C-53F53BF2F6B6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1" name="Straight Connector 730">
                  <a:extLst>
                    <a:ext uri="{FF2B5EF4-FFF2-40B4-BE49-F238E27FC236}">
                      <a16:creationId xmlns:a16="http://schemas.microsoft.com/office/drawing/2014/main" id="{4D4C1071-8B07-CCCD-C4A4-A5988670CA23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9" name="Group 718">
                <a:extLst>
                  <a:ext uri="{FF2B5EF4-FFF2-40B4-BE49-F238E27FC236}">
                    <a16:creationId xmlns:a16="http://schemas.microsoft.com/office/drawing/2014/main" id="{3236BD99-95B7-970B-9AB2-4FE94DF1B31E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720" name="Moon 719">
                  <a:extLst>
                    <a:ext uri="{FF2B5EF4-FFF2-40B4-BE49-F238E27FC236}">
                      <a16:creationId xmlns:a16="http://schemas.microsoft.com/office/drawing/2014/main" id="{CD2DB334-E41A-CDA0-2EAA-F7573C366C3E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1" name="Oval 720">
                  <a:extLst>
                    <a:ext uri="{FF2B5EF4-FFF2-40B4-BE49-F238E27FC236}">
                      <a16:creationId xmlns:a16="http://schemas.microsoft.com/office/drawing/2014/main" id="{AA207ACB-4810-4802-EE27-7F5FA3DE09E4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2" name="Oval 721">
                  <a:extLst>
                    <a:ext uri="{FF2B5EF4-FFF2-40B4-BE49-F238E27FC236}">
                      <a16:creationId xmlns:a16="http://schemas.microsoft.com/office/drawing/2014/main" id="{CE4666A9-3A1F-381A-9975-8D38EEA9D940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3" name="Oval 722">
                  <a:extLst>
                    <a:ext uri="{FF2B5EF4-FFF2-40B4-BE49-F238E27FC236}">
                      <a16:creationId xmlns:a16="http://schemas.microsoft.com/office/drawing/2014/main" id="{D00F5F46-19BA-F026-4310-BB6BFB09164D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4" name="Oval 723">
                  <a:extLst>
                    <a:ext uri="{FF2B5EF4-FFF2-40B4-BE49-F238E27FC236}">
                      <a16:creationId xmlns:a16="http://schemas.microsoft.com/office/drawing/2014/main" id="{D619B573-1D38-83EE-350E-DBC9BFB33DBE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5" name="Oval 724">
                  <a:extLst>
                    <a:ext uri="{FF2B5EF4-FFF2-40B4-BE49-F238E27FC236}">
                      <a16:creationId xmlns:a16="http://schemas.microsoft.com/office/drawing/2014/main" id="{3AC23514-B5BE-4E74-9B10-656DF28EE183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6" name="Oval 725">
                  <a:extLst>
                    <a:ext uri="{FF2B5EF4-FFF2-40B4-BE49-F238E27FC236}">
                      <a16:creationId xmlns:a16="http://schemas.microsoft.com/office/drawing/2014/main" id="{0EB094BD-479B-0061-8D02-E1D6C1D4C629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7" name="Oval 726">
                  <a:extLst>
                    <a:ext uri="{FF2B5EF4-FFF2-40B4-BE49-F238E27FC236}">
                      <a16:creationId xmlns:a16="http://schemas.microsoft.com/office/drawing/2014/main" id="{9357E929-BD2A-A2B1-4D33-8B7D097720A5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B921A0F-B96D-F411-04D5-FDDB1D365DE4}"/>
                </a:ext>
              </a:extLst>
            </p:cNvPr>
            <p:cNvGrpSpPr/>
            <p:nvPr/>
          </p:nvGrpSpPr>
          <p:grpSpPr>
            <a:xfrm rot="1312654" flipH="1" flipV="1">
              <a:off x="3537916" y="3020261"/>
              <a:ext cx="180828" cy="348790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658" name="Group 657">
                <a:extLst>
                  <a:ext uri="{FF2B5EF4-FFF2-40B4-BE49-F238E27FC236}">
                    <a16:creationId xmlns:a16="http://schemas.microsoft.com/office/drawing/2014/main" id="{CE9AA546-27ED-A895-92D0-2534C6C45D4C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693" name="Group 692">
                  <a:extLst>
                    <a:ext uri="{FF2B5EF4-FFF2-40B4-BE49-F238E27FC236}">
                      <a16:creationId xmlns:a16="http://schemas.microsoft.com/office/drawing/2014/main" id="{856F7257-AB3E-45F4-2924-FA6B55EB6792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707" name="Oval 706">
                    <a:extLst>
                      <a:ext uri="{FF2B5EF4-FFF2-40B4-BE49-F238E27FC236}">
                        <a16:creationId xmlns:a16="http://schemas.microsoft.com/office/drawing/2014/main" id="{0B09D8F0-F757-E8F4-CA86-A9DEF25F5F35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708" name="Group 707">
                    <a:extLst>
                      <a:ext uri="{FF2B5EF4-FFF2-40B4-BE49-F238E27FC236}">
                        <a16:creationId xmlns:a16="http://schemas.microsoft.com/office/drawing/2014/main" id="{C92395EC-5B87-06C5-9C37-7DBF01250F3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709" name="Oval 708">
                      <a:extLst>
                        <a:ext uri="{FF2B5EF4-FFF2-40B4-BE49-F238E27FC236}">
                          <a16:creationId xmlns:a16="http://schemas.microsoft.com/office/drawing/2014/main" id="{8E2FCCC2-F6B6-AFDB-06E1-E0A2AAF2782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10" name="Oval 709">
                      <a:extLst>
                        <a:ext uri="{FF2B5EF4-FFF2-40B4-BE49-F238E27FC236}">
                          <a16:creationId xmlns:a16="http://schemas.microsoft.com/office/drawing/2014/main" id="{3674E138-B489-2B41-D0EE-589007DC6B7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11" name="Oval 710">
                      <a:extLst>
                        <a:ext uri="{FF2B5EF4-FFF2-40B4-BE49-F238E27FC236}">
                          <a16:creationId xmlns:a16="http://schemas.microsoft.com/office/drawing/2014/main" id="{0F9F7B35-3A69-F519-E7F7-1346FD768CC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12" name="Oval 711">
                      <a:extLst>
                        <a:ext uri="{FF2B5EF4-FFF2-40B4-BE49-F238E27FC236}">
                          <a16:creationId xmlns:a16="http://schemas.microsoft.com/office/drawing/2014/main" id="{E865E07E-DF9F-2DD8-453E-E8728F726E7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13" name="Arc 712">
                      <a:extLst>
                        <a:ext uri="{FF2B5EF4-FFF2-40B4-BE49-F238E27FC236}">
                          <a16:creationId xmlns:a16="http://schemas.microsoft.com/office/drawing/2014/main" id="{664255AD-74E9-BE78-0E47-7DD593625F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14" name="Oval 713">
                      <a:extLst>
                        <a:ext uri="{FF2B5EF4-FFF2-40B4-BE49-F238E27FC236}">
                          <a16:creationId xmlns:a16="http://schemas.microsoft.com/office/drawing/2014/main" id="{85B73165-79D1-B447-005C-27FAC7DE889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15" name="Arc 714">
                      <a:extLst>
                        <a:ext uri="{FF2B5EF4-FFF2-40B4-BE49-F238E27FC236}">
                          <a16:creationId xmlns:a16="http://schemas.microsoft.com/office/drawing/2014/main" id="{EC37BE66-8FBF-1719-EB4B-C92DE1CAB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16" name="Arc 715">
                      <a:extLst>
                        <a:ext uri="{FF2B5EF4-FFF2-40B4-BE49-F238E27FC236}">
                          <a16:creationId xmlns:a16="http://schemas.microsoft.com/office/drawing/2014/main" id="{323547F7-D077-671E-7F62-EC7F08E2C90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694" name="Group 693">
                  <a:extLst>
                    <a:ext uri="{FF2B5EF4-FFF2-40B4-BE49-F238E27FC236}">
                      <a16:creationId xmlns:a16="http://schemas.microsoft.com/office/drawing/2014/main" id="{D1E6BBA2-8289-AD81-8159-0A98BE7E6AB8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697" name="Oval 696">
                    <a:extLst>
                      <a:ext uri="{FF2B5EF4-FFF2-40B4-BE49-F238E27FC236}">
                        <a16:creationId xmlns:a16="http://schemas.microsoft.com/office/drawing/2014/main" id="{58365B18-5E5B-185A-5B8B-EA9431712C4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698" name="Group 697">
                    <a:extLst>
                      <a:ext uri="{FF2B5EF4-FFF2-40B4-BE49-F238E27FC236}">
                        <a16:creationId xmlns:a16="http://schemas.microsoft.com/office/drawing/2014/main" id="{DB87E10B-1C3B-CDDA-22E8-1E6BA84E711E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699" name="Oval 698">
                      <a:extLst>
                        <a:ext uri="{FF2B5EF4-FFF2-40B4-BE49-F238E27FC236}">
                          <a16:creationId xmlns:a16="http://schemas.microsoft.com/office/drawing/2014/main" id="{7DDBDD14-7938-B0EF-3F11-D454704E150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00" name="Oval 699">
                      <a:extLst>
                        <a:ext uri="{FF2B5EF4-FFF2-40B4-BE49-F238E27FC236}">
                          <a16:creationId xmlns:a16="http://schemas.microsoft.com/office/drawing/2014/main" id="{59086388-7DE9-A073-E43A-0E332C7C5F7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01" name="Oval 700">
                      <a:extLst>
                        <a:ext uri="{FF2B5EF4-FFF2-40B4-BE49-F238E27FC236}">
                          <a16:creationId xmlns:a16="http://schemas.microsoft.com/office/drawing/2014/main" id="{64764255-F030-1EEF-C55C-36F8F414BF7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02" name="Oval 701">
                      <a:extLst>
                        <a:ext uri="{FF2B5EF4-FFF2-40B4-BE49-F238E27FC236}">
                          <a16:creationId xmlns:a16="http://schemas.microsoft.com/office/drawing/2014/main" id="{E4FAF635-7C9B-E5A6-4866-6CF5BBA104E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03" name="Arc 702">
                      <a:extLst>
                        <a:ext uri="{FF2B5EF4-FFF2-40B4-BE49-F238E27FC236}">
                          <a16:creationId xmlns:a16="http://schemas.microsoft.com/office/drawing/2014/main" id="{45AD64D0-9F77-8AEE-3BAE-72A7BE180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04" name="Oval 703">
                      <a:extLst>
                        <a:ext uri="{FF2B5EF4-FFF2-40B4-BE49-F238E27FC236}">
                          <a16:creationId xmlns:a16="http://schemas.microsoft.com/office/drawing/2014/main" id="{4B007A7F-9468-A3EF-0539-AFE11FCE35A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05" name="Arc 704">
                      <a:extLst>
                        <a:ext uri="{FF2B5EF4-FFF2-40B4-BE49-F238E27FC236}">
                          <a16:creationId xmlns:a16="http://schemas.microsoft.com/office/drawing/2014/main" id="{D5343F27-FC38-0C13-25BF-02F22C90C3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06" name="Arc 705">
                      <a:extLst>
                        <a:ext uri="{FF2B5EF4-FFF2-40B4-BE49-F238E27FC236}">
                          <a16:creationId xmlns:a16="http://schemas.microsoft.com/office/drawing/2014/main" id="{49C7B056-C4BA-C5DF-9989-626B4DA4AC3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695" name="Straight Connector 694">
                  <a:extLst>
                    <a:ext uri="{FF2B5EF4-FFF2-40B4-BE49-F238E27FC236}">
                      <a16:creationId xmlns:a16="http://schemas.microsoft.com/office/drawing/2014/main" id="{AB96AA50-BE52-4135-38AF-92FDB7446647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6" name="Straight Connector 695">
                  <a:extLst>
                    <a:ext uri="{FF2B5EF4-FFF2-40B4-BE49-F238E27FC236}">
                      <a16:creationId xmlns:a16="http://schemas.microsoft.com/office/drawing/2014/main" id="{EA6E0199-B496-B7D9-35D8-8ED2395AC5A9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9" name="Group 658">
                <a:extLst>
                  <a:ext uri="{FF2B5EF4-FFF2-40B4-BE49-F238E27FC236}">
                    <a16:creationId xmlns:a16="http://schemas.microsoft.com/office/drawing/2014/main" id="{BAE7E725-4F9B-2A3A-2D68-FF38DE731B4C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669" name="Group 668">
                  <a:extLst>
                    <a:ext uri="{FF2B5EF4-FFF2-40B4-BE49-F238E27FC236}">
                      <a16:creationId xmlns:a16="http://schemas.microsoft.com/office/drawing/2014/main" id="{F5576A33-9134-1B94-020B-77D0E5557A8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683" name="Oval 682">
                    <a:extLst>
                      <a:ext uri="{FF2B5EF4-FFF2-40B4-BE49-F238E27FC236}">
                        <a16:creationId xmlns:a16="http://schemas.microsoft.com/office/drawing/2014/main" id="{5F15C625-D68E-04D6-7642-C4822FF3893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684" name="Group 683">
                    <a:extLst>
                      <a:ext uri="{FF2B5EF4-FFF2-40B4-BE49-F238E27FC236}">
                        <a16:creationId xmlns:a16="http://schemas.microsoft.com/office/drawing/2014/main" id="{1597626D-F2DF-8A1C-55E4-F5534DFB200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685" name="Oval 684">
                      <a:extLst>
                        <a:ext uri="{FF2B5EF4-FFF2-40B4-BE49-F238E27FC236}">
                          <a16:creationId xmlns:a16="http://schemas.microsoft.com/office/drawing/2014/main" id="{B1F68968-2F39-DC39-E108-F1487DF2E6B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86" name="Oval 685">
                      <a:extLst>
                        <a:ext uri="{FF2B5EF4-FFF2-40B4-BE49-F238E27FC236}">
                          <a16:creationId xmlns:a16="http://schemas.microsoft.com/office/drawing/2014/main" id="{870DD133-D004-0EF5-EC07-141742C1B04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87" name="Oval 686">
                      <a:extLst>
                        <a:ext uri="{FF2B5EF4-FFF2-40B4-BE49-F238E27FC236}">
                          <a16:creationId xmlns:a16="http://schemas.microsoft.com/office/drawing/2014/main" id="{D1FC0F38-9806-D248-9F32-ABDEE646363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88" name="Oval 687">
                      <a:extLst>
                        <a:ext uri="{FF2B5EF4-FFF2-40B4-BE49-F238E27FC236}">
                          <a16:creationId xmlns:a16="http://schemas.microsoft.com/office/drawing/2014/main" id="{81565502-0307-7177-3EE3-E5A63D40C64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89" name="Arc 688">
                      <a:extLst>
                        <a:ext uri="{FF2B5EF4-FFF2-40B4-BE49-F238E27FC236}">
                          <a16:creationId xmlns:a16="http://schemas.microsoft.com/office/drawing/2014/main" id="{69255DD5-D8B3-870C-DBC5-6D4442CDBC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90" name="Oval 689">
                      <a:extLst>
                        <a:ext uri="{FF2B5EF4-FFF2-40B4-BE49-F238E27FC236}">
                          <a16:creationId xmlns:a16="http://schemas.microsoft.com/office/drawing/2014/main" id="{3C5C6832-F2DE-4876-7318-9091B096487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91" name="Arc 690">
                      <a:extLst>
                        <a:ext uri="{FF2B5EF4-FFF2-40B4-BE49-F238E27FC236}">
                          <a16:creationId xmlns:a16="http://schemas.microsoft.com/office/drawing/2014/main" id="{A8FA4B96-74F0-05AF-F919-A3F34B3AE3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92" name="Arc 691">
                      <a:extLst>
                        <a:ext uri="{FF2B5EF4-FFF2-40B4-BE49-F238E27FC236}">
                          <a16:creationId xmlns:a16="http://schemas.microsoft.com/office/drawing/2014/main" id="{A04AE189-4D47-F282-23C9-3A7C6584A45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670" name="Group 669">
                  <a:extLst>
                    <a:ext uri="{FF2B5EF4-FFF2-40B4-BE49-F238E27FC236}">
                      <a16:creationId xmlns:a16="http://schemas.microsoft.com/office/drawing/2014/main" id="{EB839B04-F990-BB5E-FDB4-15B6EE199DD2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673" name="Oval 672">
                    <a:extLst>
                      <a:ext uri="{FF2B5EF4-FFF2-40B4-BE49-F238E27FC236}">
                        <a16:creationId xmlns:a16="http://schemas.microsoft.com/office/drawing/2014/main" id="{61FB591E-D107-0C7E-6916-F0E8F818D667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674" name="Group 673">
                    <a:extLst>
                      <a:ext uri="{FF2B5EF4-FFF2-40B4-BE49-F238E27FC236}">
                        <a16:creationId xmlns:a16="http://schemas.microsoft.com/office/drawing/2014/main" id="{F775FD60-B8A8-299C-A383-B2AC0879899B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675" name="Oval 674">
                      <a:extLst>
                        <a:ext uri="{FF2B5EF4-FFF2-40B4-BE49-F238E27FC236}">
                          <a16:creationId xmlns:a16="http://schemas.microsoft.com/office/drawing/2014/main" id="{C69E3E6D-C113-FE81-8567-2BCEE35ECCD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76" name="Oval 675">
                      <a:extLst>
                        <a:ext uri="{FF2B5EF4-FFF2-40B4-BE49-F238E27FC236}">
                          <a16:creationId xmlns:a16="http://schemas.microsoft.com/office/drawing/2014/main" id="{556D1A15-C4F6-A337-BA57-BCE8A073E11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77" name="Oval 676">
                      <a:extLst>
                        <a:ext uri="{FF2B5EF4-FFF2-40B4-BE49-F238E27FC236}">
                          <a16:creationId xmlns:a16="http://schemas.microsoft.com/office/drawing/2014/main" id="{A57A494C-F5D9-3318-8383-40B83FB53C0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78" name="Oval 677">
                      <a:extLst>
                        <a:ext uri="{FF2B5EF4-FFF2-40B4-BE49-F238E27FC236}">
                          <a16:creationId xmlns:a16="http://schemas.microsoft.com/office/drawing/2014/main" id="{FDC3F045-414E-0563-450E-D3B8091A6C5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79" name="Arc 678">
                      <a:extLst>
                        <a:ext uri="{FF2B5EF4-FFF2-40B4-BE49-F238E27FC236}">
                          <a16:creationId xmlns:a16="http://schemas.microsoft.com/office/drawing/2014/main" id="{A05E7614-5D34-D7DB-1DEF-745CAD780C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80" name="Oval 679">
                      <a:extLst>
                        <a:ext uri="{FF2B5EF4-FFF2-40B4-BE49-F238E27FC236}">
                          <a16:creationId xmlns:a16="http://schemas.microsoft.com/office/drawing/2014/main" id="{DACE4FCF-F5D9-712D-4656-68954DD7057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81" name="Arc 680">
                      <a:extLst>
                        <a:ext uri="{FF2B5EF4-FFF2-40B4-BE49-F238E27FC236}">
                          <a16:creationId xmlns:a16="http://schemas.microsoft.com/office/drawing/2014/main" id="{BA687E39-2A30-475B-9748-8584DAA934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82" name="Arc 681">
                      <a:extLst>
                        <a:ext uri="{FF2B5EF4-FFF2-40B4-BE49-F238E27FC236}">
                          <a16:creationId xmlns:a16="http://schemas.microsoft.com/office/drawing/2014/main" id="{9329B867-5331-DB50-C5FE-E03F72C80D4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671" name="Straight Connector 670">
                  <a:extLst>
                    <a:ext uri="{FF2B5EF4-FFF2-40B4-BE49-F238E27FC236}">
                      <a16:creationId xmlns:a16="http://schemas.microsoft.com/office/drawing/2014/main" id="{C75DDACD-7ABD-7BDB-78AB-B363AEB7D5AA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2" name="Straight Connector 671">
                  <a:extLst>
                    <a:ext uri="{FF2B5EF4-FFF2-40B4-BE49-F238E27FC236}">
                      <a16:creationId xmlns:a16="http://schemas.microsoft.com/office/drawing/2014/main" id="{FEF39F5E-C1B4-7FD1-6244-974D27FE25C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0" name="Group 659">
                <a:extLst>
                  <a:ext uri="{FF2B5EF4-FFF2-40B4-BE49-F238E27FC236}">
                    <a16:creationId xmlns:a16="http://schemas.microsoft.com/office/drawing/2014/main" id="{B12A813B-F16B-59FD-FEBC-EE8272632B55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661" name="Moon 660">
                  <a:extLst>
                    <a:ext uri="{FF2B5EF4-FFF2-40B4-BE49-F238E27FC236}">
                      <a16:creationId xmlns:a16="http://schemas.microsoft.com/office/drawing/2014/main" id="{F60A6192-E98F-2C1F-A547-0D124F8B108D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BFEED474-B91A-E191-06EC-66A626002770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3" name="Oval 662">
                  <a:extLst>
                    <a:ext uri="{FF2B5EF4-FFF2-40B4-BE49-F238E27FC236}">
                      <a16:creationId xmlns:a16="http://schemas.microsoft.com/office/drawing/2014/main" id="{8B0CC351-FA8E-2AF5-0CEA-F3A9590C2922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4" name="Oval 663">
                  <a:extLst>
                    <a:ext uri="{FF2B5EF4-FFF2-40B4-BE49-F238E27FC236}">
                      <a16:creationId xmlns:a16="http://schemas.microsoft.com/office/drawing/2014/main" id="{72970386-BB51-1AB1-6AB3-0D301DB7015B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5" name="Oval 664">
                  <a:extLst>
                    <a:ext uri="{FF2B5EF4-FFF2-40B4-BE49-F238E27FC236}">
                      <a16:creationId xmlns:a16="http://schemas.microsoft.com/office/drawing/2014/main" id="{067247F3-5C45-C51A-1BD1-2D97DA9F6867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6" name="Oval 665">
                  <a:extLst>
                    <a:ext uri="{FF2B5EF4-FFF2-40B4-BE49-F238E27FC236}">
                      <a16:creationId xmlns:a16="http://schemas.microsoft.com/office/drawing/2014/main" id="{D9B6BDA7-505F-626E-2265-2037A9547768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7" name="Oval 666">
                  <a:extLst>
                    <a:ext uri="{FF2B5EF4-FFF2-40B4-BE49-F238E27FC236}">
                      <a16:creationId xmlns:a16="http://schemas.microsoft.com/office/drawing/2014/main" id="{72836AB7-51BD-A9C3-9391-91CDE3B32569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8" name="Oval 667">
                  <a:extLst>
                    <a:ext uri="{FF2B5EF4-FFF2-40B4-BE49-F238E27FC236}">
                      <a16:creationId xmlns:a16="http://schemas.microsoft.com/office/drawing/2014/main" id="{32E1AA6E-A554-0AAB-69D8-175FD1CF28CD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10875A1-6C2C-1CFB-1821-DCEE11AF8EC2}"/>
                </a:ext>
              </a:extLst>
            </p:cNvPr>
            <p:cNvGrpSpPr/>
            <p:nvPr/>
          </p:nvGrpSpPr>
          <p:grpSpPr>
            <a:xfrm rot="6571890" flipH="1" flipV="1">
              <a:off x="3374248" y="3342668"/>
              <a:ext cx="144704" cy="348791"/>
              <a:chOff x="8901293" y="933753"/>
              <a:chExt cx="2135899" cy="5148330"/>
            </a:xfrm>
            <a:solidFill>
              <a:srgbClr val="0432FF"/>
            </a:solidFill>
          </p:grpSpPr>
          <p:grpSp>
            <p:nvGrpSpPr>
              <p:cNvPr id="599" name="Group 598">
                <a:extLst>
                  <a:ext uri="{FF2B5EF4-FFF2-40B4-BE49-F238E27FC236}">
                    <a16:creationId xmlns:a16="http://schemas.microsoft.com/office/drawing/2014/main" id="{AAF01479-E967-30C5-9316-BD799BDAF27D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634" name="Group 633">
                  <a:extLst>
                    <a:ext uri="{FF2B5EF4-FFF2-40B4-BE49-F238E27FC236}">
                      <a16:creationId xmlns:a16="http://schemas.microsoft.com/office/drawing/2014/main" id="{F39E5F76-6E3F-F31C-81FB-5055E9666B82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648" name="Oval 647">
                    <a:extLst>
                      <a:ext uri="{FF2B5EF4-FFF2-40B4-BE49-F238E27FC236}">
                        <a16:creationId xmlns:a16="http://schemas.microsoft.com/office/drawing/2014/main" id="{3A79DD28-B13F-A75F-A5A3-1AB7FBB7217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649" name="Group 648">
                    <a:extLst>
                      <a:ext uri="{FF2B5EF4-FFF2-40B4-BE49-F238E27FC236}">
                        <a16:creationId xmlns:a16="http://schemas.microsoft.com/office/drawing/2014/main" id="{0434C6DB-ABDF-F9D9-393F-9F0826982EB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650" name="Oval 649">
                      <a:extLst>
                        <a:ext uri="{FF2B5EF4-FFF2-40B4-BE49-F238E27FC236}">
                          <a16:creationId xmlns:a16="http://schemas.microsoft.com/office/drawing/2014/main" id="{F0E5D6E5-7DA7-A807-847A-5066C20464D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51" name="Oval 650">
                      <a:extLst>
                        <a:ext uri="{FF2B5EF4-FFF2-40B4-BE49-F238E27FC236}">
                          <a16:creationId xmlns:a16="http://schemas.microsoft.com/office/drawing/2014/main" id="{CAA547B8-C4C3-285B-FB7C-9BE1D34A48C4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52" name="Oval 651">
                      <a:extLst>
                        <a:ext uri="{FF2B5EF4-FFF2-40B4-BE49-F238E27FC236}">
                          <a16:creationId xmlns:a16="http://schemas.microsoft.com/office/drawing/2014/main" id="{C67A737B-96C4-C418-9E2C-D53B1FE142F0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53" name="Oval 652">
                      <a:extLst>
                        <a:ext uri="{FF2B5EF4-FFF2-40B4-BE49-F238E27FC236}">
                          <a16:creationId xmlns:a16="http://schemas.microsoft.com/office/drawing/2014/main" id="{141AEFDB-E874-8B98-C230-206EC20B66D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54" name="Arc 653">
                      <a:extLst>
                        <a:ext uri="{FF2B5EF4-FFF2-40B4-BE49-F238E27FC236}">
                          <a16:creationId xmlns:a16="http://schemas.microsoft.com/office/drawing/2014/main" id="{5825551B-2CA2-092D-91C0-C3A81627EA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5" name="Oval 654">
                      <a:extLst>
                        <a:ext uri="{FF2B5EF4-FFF2-40B4-BE49-F238E27FC236}">
                          <a16:creationId xmlns:a16="http://schemas.microsoft.com/office/drawing/2014/main" id="{7EA68943-DED5-E741-71E5-79E2591D87F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56" name="Arc 655">
                      <a:extLst>
                        <a:ext uri="{FF2B5EF4-FFF2-40B4-BE49-F238E27FC236}">
                          <a16:creationId xmlns:a16="http://schemas.microsoft.com/office/drawing/2014/main" id="{C457FD61-9299-702F-22DE-338314EB15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7" name="Arc 656">
                      <a:extLst>
                        <a:ext uri="{FF2B5EF4-FFF2-40B4-BE49-F238E27FC236}">
                          <a16:creationId xmlns:a16="http://schemas.microsoft.com/office/drawing/2014/main" id="{DCC81818-B074-7874-DFAB-C528C3F7690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635" name="Group 634">
                  <a:extLst>
                    <a:ext uri="{FF2B5EF4-FFF2-40B4-BE49-F238E27FC236}">
                      <a16:creationId xmlns:a16="http://schemas.microsoft.com/office/drawing/2014/main" id="{B78B4774-A827-24BB-B309-D67923835F2B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638" name="Oval 637">
                    <a:extLst>
                      <a:ext uri="{FF2B5EF4-FFF2-40B4-BE49-F238E27FC236}">
                        <a16:creationId xmlns:a16="http://schemas.microsoft.com/office/drawing/2014/main" id="{985ABDDE-7458-C88C-1836-2169D807E77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639" name="Group 638">
                    <a:extLst>
                      <a:ext uri="{FF2B5EF4-FFF2-40B4-BE49-F238E27FC236}">
                        <a16:creationId xmlns:a16="http://schemas.microsoft.com/office/drawing/2014/main" id="{EE716793-1BC5-3933-B62E-09E4B7A3F9F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640" name="Oval 639">
                      <a:extLst>
                        <a:ext uri="{FF2B5EF4-FFF2-40B4-BE49-F238E27FC236}">
                          <a16:creationId xmlns:a16="http://schemas.microsoft.com/office/drawing/2014/main" id="{2F52AADB-52C4-8CB4-42E5-F2DE2DE940C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41" name="Oval 640">
                      <a:extLst>
                        <a:ext uri="{FF2B5EF4-FFF2-40B4-BE49-F238E27FC236}">
                          <a16:creationId xmlns:a16="http://schemas.microsoft.com/office/drawing/2014/main" id="{774BFAF3-4CB8-CEBC-C144-A09B4F96572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42" name="Oval 641">
                      <a:extLst>
                        <a:ext uri="{FF2B5EF4-FFF2-40B4-BE49-F238E27FC236}">
                          <a16:creationId xmlns:a16="http://schemas.microsoft.com/office/drawing/2014/main" id="{A86FC019-B32C-2053-8F01-496D1AF0EB4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43" name="Oval 642">
                      <a:extLst>
                        <a:ext uri="{FF2B5EF4-FFF2-40B4-BE49-F238E27FC236}">
                          <a16:creationId xmlns:a16="http://schemas.microsoft.com/office/drawing/2014/main" id="{0303B682-6260-7E03-F001-F42412373411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44" name="Arc 643">
                      <a:extLst>
                        <a:ext uri="{FF2B5EF4-FFF2-40B4-BE49-F238E27FC236}">
                          <a16:creationId xmlns:a16="http://schemas.microsoft.com/office/drawing/2014/main" id="{8101B5FC-70A4-9806-58A5-09C45AD07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5" name="Oval 644">
                      <a:extLst>
                        <a:ext uri="{FF2B5EF4-FFF2-40B4-BE49-F238E27FC236}">
                          <a16:creationId xmlns:a16="http://schemas.microsoft.com/office/drawing/2014/main" id="{14422298-BAC0-A20F-4202-018A8CDAEDD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46" name="Arc 645">
                      <a:extLst>
                        <a:ext uri="{FF2B5EF4-FFF2-40B4-BE49-F238E27FC236}">
                          <a16:creationId xmlns:a16="http://schemas.microsoft.com/office/drawing/2014/main" id="{0642CBB3-85F5-AD16-AA2D-C36CF2600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7" name="Arc 646">
                      <a:extLst>
                        <a:ext uri="{FF2B5EF4-FFF2-40B4-BE49-F238E27FC236}">
                          <a16:creationId xmlns:a16="http://schemas.microsoft.com/office/drawing/2014/main" id="{22F6816A-7555-EDFB-3673-A94F3B748B8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636" name="Straight Connector 635">
                  <a:extLst>
                    <a:ext uri="{FF2B5EF4-FFF2-40B4-BE49-F238E27FC236}">
                      <a16:creationId xmlns:a16="http://schemas.microsoft.com/office/drawing/2014/main" id="{BB104E8C-2177-5DBA-11B7-EBF388E3C5E8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7" name="Straight Connector 636">
                  <a:extLst>
                    <a:ext uri="{FF2B5EF4-FFF2-40B4-BE49-F238E27FC236}">
                      <a16:creationId xmlns:a16="http://schemas.microsoft.com/office/drawing/2014/main" id="{4DA01D74-3013-C0A5-7279-7E5A50634B7D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0" name="Group 599">
                <a:extLst>
                  <a:ext uri="{FF2B5EF4-FFF2-40B4-BE49-F238E27FC236}">
                    <a16:creationId xmlns:a16="http://schemas.microsoft.com/office/drawing/2014/main" id="{465791FF-CA3A-4CFB-896A-F7834A56DBD8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id="{A73AB583-9F28-6B25-CD95-86A20EF3DD79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624" name="Oval 623">
                    <a:extLst>
                      <a:ext uri="{FF2B5EF4-FFF2-40B4-BE49-F238E27FC236}">
                        <a16:creationId xmlns:a16="http://schemas.microsoft.com/office/drawing/2014/main" id="{7399D65C-8DD6-7F32-373F-D6D0239F53D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625" name="Group 624">
                    <a:extLst>
                      <a:ext uri="{FF2B5EF4-FFF2-40B4-BE49-F238E27FC236}">
                        <a16:creationId xmlns:a16="http://schemas.microsoft.com/office/drawing/2014/main" id="{57C96C92-3465-4C39-ED39-4AB455FE3B4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626" name="Oval 625">
                      <a:extLst>
                        <a:ext uri="{FF2B5EF4-FFF2-40B4-BE49-F238E27FC236}">
                          <a16:creationId xmlns:a16="http://schemas.microsoft.com/office/drawing/2014/main" id="{F59910E9-E0A1-25E3-A635-245DA75569F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7" name="Oval 626">
                      <a:extLst>
                        <a:ext uri="{FF2B5EF4-FFF2-40B4-BE49-F238E27FC236}">
                          <a16:creationId xmlns:a16="http://schemas.microsoft.com/office/drawing/2014/main" id="{D0A0556C-317F-0D27-0483-31A358C0710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8" name="Oval 627">
                      <a:extLst>
                        <a:ext uri="{FF2B5EF4-FFF2-40B4-BE49-F238E27FC236}">
                          <a16:creationId xmlns:a16="http://schemas.microsoft.com/office/drawing/2014/main" id="{92A06373-271F-B6BD-884F-AADB532A30E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9" name="Oval 628">
                      <a:extLst>
                        <a:ext uri="{FF2B5EF4-FFF2-40B4-BE49-F238E27FC236}">
                          <a16:creationId xmlns:a16="http://schemas.microsoft.com/office/drawing/2014/main" id="{1CB24BB8-4F9B-FB50-50D7-2D12665DFFA1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30" name="Arc 629">
                      <a:extLst>
                        <a:ext uri="{FF2B5EF4-FFF2-40B4-BE49-F238E27FC236}">
                          <a16:creationId xmlns:a16="http://schemas.microsoft.com/office/drawing/2014/main" id="{9AC57FD3-5DE3-61C1-70B8-BE9894F321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4" y="2317099"/>
                      <a:ext cx="215222" cy="701051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1" name="Oval 630">
                      <a:extLst>
                        <a:ext uri="{FF2B5EF4-FFF2-40B4-BE49-F238E27FC236}">
                          <a16:creationId xmlns:a16="http://schemas.microsoft.com/office/drawing/2014/main" id="{E79E1EB0-85C2-D910-CCD8-CFD89E555B9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32" name="Arc 631">
                      <a:extLst>
                        <a:ext uri="{FF2B5EF4-FFF2-40B4-BE49-F238E27FC236}">
                          <a16:creationId xmlns:a16="http://schemas.microsoft.com/office/drawing/2014/main" id="{4CB07E2C-A227-097A-DA18-2C2E818D38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3" name="Arc 632">
                      <a:extLst>
                        <a:ext uri="{FF2B5EF4-FFF2-40B4-BE49-F238E27FC236}">
                          <a16:creationId xmlns:a16="http://schemas.microsoft.com/office/drawing/2014/main" id="{87E8BC95-AA81-A874-A67C-AE0750F5099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611" name="Group 610">
                  <a:extLst>
                    <a:ext uri="{FF2B5EF4-FFF2-40B4-BE49-F238E27FC236}">
                      <a16:creationId xmlns:a16="http://schemas.microsoft.com/office/drawing/2014/main" id="{EEF40E5E-D167-7AD2-7120-C60C45BABDAB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614" name="Oval 613">
                    <a:extLst>
                      <a:ext uri="{FF2B5EF4-FFF2-40B4-BE49-F238E27FC236}">
                        <a16:creationId xmlns:a16="http://schemas.microsoft.com/office/drawing/2014/main" id="{B4E18A5A-4057-6015-0B0F-D3FF555C7AB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615" name="Group 614">
                    <a:extLst>
                      <a:ext uri="{FF2B5EF4-FFF2-40B4-BE49-F238E27FC236}">
                        <a16:creationId xmlns:a16="http://schemas.microsoft.com/office/drawing/2014/main" id="{51FC05FA-79EE-6DB4-BB6B-10FB37BC766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616" name="Oval 615">
                      <a:extLst>
                        <a:ext uri="{FF2B5EF4-FFF2-40B4-BE49-F238E27FC236}">
                          <a16:creationId xmlns:a16="http://schemas.microsoft.com/office/drawing/2014/main" id="{0F067B03-4D91-F927-F741-5B3A81A7F54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17" name="Oval 616">
                      <a:extLst>
                        <a:ext uri="{FF2B5EF4-FFF2-40B4-BE49-F238E27FC236}">
                          <a16:creationId xmlns:a16="http://schemas.microsoft.com/office/drawing/2014/main" id="{3B0168C2-711C-B375-418F-1A7F23252AB6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18" name="Oval 617">
                      <a:extLst>
                        <a:ext uri="{FF2B5EF4-FFF2-40B4-BE49-F238E27FC236}">
                          <a16:creationId xmlns:a16="http://schemas.microsoft.com/office/drawing/2014/main" id="{DE64CBB8-3933-FA94-E889-A636093EF98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19" name="Oval 618">
                      <a:extLst>
                        <a:ext uri="{FF2B5EF4-FFF2-40B4-BE49-F238E27FC236}">
                          <a16:creationId xmlns:a16="http://schemas.microsoft.com/office/drawing/2014/main" id="{54A6CA50-9C33-8178-9040-4F5B3A019D4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0" name="Arc 619">
                      <a:extLst>
                        <a:ext uri="{FF2B5EF4-FFF2-40B4-BE49-F238E27FC236}">
                          <a16:creationId xmlns:a16="http://schemas.microsoft.com/office/drawing/2014/main" id="{8BDA6134-B06A-8ABA-6E6E-55E641FC27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21" name="Oval 620">
                      <a:extLst>
                        <a:ext uri="{FF2B5EF4-FFF2-40B4-BE49-F238E27FC236}">
                          <a16:creationId xmlns:a16="http://schemas.microsoft.com/office/drawing/2014/main" id="{E98DDE1E-DB4A-D9BA-C748-E82CD8E798D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2" name="Arc 621">
                      <a:extLst>
                        <a:ext uri="{FF2B5EF4-FFF2-40B4-BE49-F238E27FC236}">
                          <a16:creationId xmlns:a16="http://schemas.microsoft.com/office/drawing/2014/main" id="{5346448C-CAFE-04C7-A013-751A91A17A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23" name="Arc 622">
                      <a:extLst>
                        <a:ext uri="{FF2B5EF4-FFF2-40B4-BE49-F238E27FC236}">
                          <a16:creationId xmlns:a16="http://schemas.microsoft.com/office/drawing/2014/main" id="{16EC769E-BE06-966B-A38F-5860020D2FBF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612" name="Straight Connector 611">
                  <a:extLst>
                    <a:ext uri="{FF2B5EF4-FFF2-40B4-BE49-F238E27FC236}">
                      <a16:creationId xmlns:a16="http://schemas.microsoft.com/office/drawing/2014/main" id="{99C7A554-9874-73C9-2D5E-3310E22232AE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3" name="Straight Connector 612">
                  <a:extLst>
                    <a:ext uri="{FF2B5EF4-FFF2-40B4-BE49-F238E27FC236}">
                      <a16:creationId xmlns:a16="http://schemas.microsoft.com/office/drawing/2014/main" id="{A830E064-7E9D-A1A9-D8AB-DF9B2E9484AD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1" name="Group 600">
                <a:extLst>
                  <a:ext uri="{FF2B5EF4-FFF2-40B4-BE49-F238E27FC236}">
                    <a16:creationId xmlns:a16="http://schemas.microsoft.com/office/drawing/2014/main" id="{3462DC98-D2B5-3C21-72F0-CE6107206BAD}"/>
                  </a:ext>
                </a:extLst>
              </p:cNvPr>
              <p:cNvGrpSpPr/>
              <p:nvPr/>
            </p:nvGrpSpPr>
            <p:grpSpPr>
              <a:xfrm>
                <a:off x="9663968" y="2298776"/>
                <a:ext cx="552241" cy="2447114"/>
                <a:chOff x="8443825" y="2170793"/>
                <a:chExt cx="552241" cy="2447114"/>
              </a:xfrm>
              <a:grpFill/>
            </p:grpSpPr>
            <p:sp>
              <p:nvSpPr>
                <p:cNvPr id="602" name="Moon 601">
                  <a:extLst>
                    <a:ext uri="{FF2B5EF4-FFF2-40B4-BE49-F238E27FC236}">
                      <a16:creationId xmlns:a16="http://schemas.microsoft.com/office/drawing/2014/main" id="{05C9242C-A506-D658-0A64-1C51EC4DF346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3" name="Oval 602">
                  <a:extLst>
                    <a:ext uri="{FF2B5EF4-FFF2-40B4-BE49-F238E27FC236}">
                      <a16:creationId xmlns:a16="http://schemas.microsoft.com/office/drawing/2014/main" id="{E221F399-02B4-1E4C-3FBE-FB3AB9718087}"/>
                    </a:ext>
                  </a:extLst>
                </p:cNvPr>
                <p:cNvSpPr/>
                <p:nvPr/>
              </p:nvSpPr>
              <p:spPr>
                <a:xfrm rot="858604">
                  <a:off x="8443825" y="2170793"/>
                  <a:ext cx="185642" cy="379891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4" name="Oval 603">
                  <a:extLst>
                    <a:ext uri="{FF2B5EF4-FFF2-40B4-BE49-F238E27FC236}">
                      <a16:creationId xmlns:a16="http://schemas.microsoft.com/office/drawing/2014/main" id="{0B9878CB-EF62-9311-9661-AB406A994659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5" name="Oval 604">
                  <a:extLst>
                    <a:ext uri="{FF2B5EF4-FFF2-40B4-BE49-F238E27FC236}">
                      <a16:creationId xmlns:a16="http://schemas.microsoft.com/office/drawing/2014/main" id="{8044034B-CE59-820F-BB9E-3E30CC19E76F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6" name="Oval 605">
                  <a:extLst>
                    <a:ext uri="{FF2B5EF4-FFF2-40B4-BE49-F238E27FC236}">
                      <a16:creationId xmlns:a16="http://schemas.microsoft.com/office/drawing/2014/main" id="{9FAB93D2-4D99-D544-7F36-0C49B78A157E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7" name="Oval 606">
                  <a:extLst>
                    <a:ext uri="{FF2B5EF4-FFF2-40B4-BE49-F238E27FC236}">
                      <a16:creationId xmlns:a16="http://schemas.microsoft.com/office/drawing/2014/main" id="{080E61B9-94B7-867A-54FC-1DAD9A4D2E8B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8" name="Oval 607">
                  <a:extLst>
                    <a:ext uri="{FF2B5EF4-FFF2-40B4-BE49-F238E27FC236}">
                      <a16:creationId xmlns:a16="http://schemas.microsoft.com/office/drawing/2014/main" id="{784B42C9-FA01-B7EE-34B4-DE92A3FDB7BB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9" name="Oval 608">
                  <a:extLst>
                    <a:ext uri="{FF2B5EF4-FFF2-40B4-BE49-F238E27FC236}">
                      <a16:creationId xmlns:a16="http://schemas.microsoft.com/office/drawing/2014/main" id="{B305542B-D27C-6111-E7B0-E87D4B6D0F8E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B338BBB-4E8F-062F-D688-3CEDA415192C}"/>
                </a:ext>
              </a:extLst>
            </p:cNvPr>
            <p:cNvGrpSpPr/>
            <p:nvPr/>
          </p:nvGrpSpPr>
          <p:grpSpPr>
            <a:xfrm rot="7464527" flipH="1" flipV="1">
              <a:off x="3834973" y="3386094"/>
              <a:ext cx="144704" cy="348791"/>
              <a:chOff x="8901293" y="933753"/>
              <a:chExt cx="2135899" cy="5148330"/>
            </a:xfrm>
            <a:solidFill>
              <a:srgbClr val="FFFF00"/>
            </a:solidFill>
          </p:grpSpPr>
          <p:grpSp>
            <p:nvGrpSpPr>
              <p:cNvPr id="540" name="Group 539">
                <a:extLst>
                  <a:ext uri="{FF2B5EF4-FFF2-40B4-BE49-F238E27FC236}">
                    <a16:creationId xmlns:a16="http://schemas.microsoft.com/office/drawing/2014/main" id="{1549BBE4-279D-E2A1-FBE9-9A743A3F7CB8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575" name="Group 574">
                  <a:extLst>
                    <a:ext uri="{FF2B5EF4-FFF2-40B4-BE49-F238E27FC236}">
                      <a16:creationId xmlns:a16="http://schemas.microsoft.com/office/drawing/2014/main" id="{43983435-B740-6567-D9D6-CE03A55C967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589" name="Oval 588">
                    <a:extLst>
                      <a:ext uri="{FF2B5EF4-FFF2-40B4-BE49-F238E27FC236}">
                        <a16:creationId xmlns:a16="http://schemas.microsoft.com/office/drawing/2014/main" id="{61275FFA-48F4-9C7C-B95A-7628362E4E0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90" name="Group 589">
                    <a:extLst>
                      <a:ext uri="{FF2B5EF4-FFF2-40B4-BE49-F238E27FC236}">
                        <a16:creationId xmlns:a16="http://schemas.microsoft.com/office/drawing/2014/main" id="{7D587E6F-A044-F61B-1426-F41E63FB8EC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591" name="Oval 590">
                      <a:extLst>
                        <a:ext uri="{FF2B5EF4-FFF2-40B4-BE49-F238E27FC236}">
                          <a16:creationId xmlns:a16="http://schemas.microsoft.com/office/drawing/2014/main" id="{D9D31294-4483-A660-F915-9C018B4EDFC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92" name="Oval 591">
                      <a:extLst>
                        <a:ext uri="{FF2B5EF4-FFF2-40B4-BE49-F238E27FC236}">
                          <a16:creationId xmlns:a16="http://schemas.microsoft.com/office/drawing/2014/main" id="{98008125-76AD-7AAA-68AB-A8D197F4B84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93" name="Oval 592">
                      <a:extLst>
                        <a:ext uri="{FF2B5EF4-FFF2-40B4-BE49-F238E27FC236}">
                          <a16:creationId xmlns:a16="http://schemas.microsoft.com/office/drawing/2014/main" id="{D6548479-1ABB-3513-77CC-23C81DB3C070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94" name="Oval 593">
                      <a:extLst>
                        <a:ext uri="{FF2B5EF4-FFF2-40B4-BE49-F238E27FC236}">
                          <a16:creationId xmlns:a16="http://schemas.microsoft.com/office/drawing/2014/main" id="{B1BC4BD5-C65B-5A56-9D9C-983BD7B53CF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95" name="Arc 594">
                      <a:extLst>
                        <a:ext uri="{FF2B5EF4-FFF2-40B4-BE49-F238E27FC236}">
                          <a16:creationId xmlns:a16="http://schemas.microsoft.com/office/drawing/2014/main" id="{FC109F19-63B5-C12C-D6D6-F4C0EE25BD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6" name="Oval 595">
                      <a:extLst>
                        <a:ext uri="{FF2B5EF4-FFF2-40B4-BE49-F238E27FC236}">
                          <a16:creationId xmlns:a16="http://schemas.microsoft.com/office/drawing/2014/main" id="{8E741C93-9730-EA6A-1242-CE0CE80CFE2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97" name="Arc 596">
                      <a:extLst>
                        <a:ext uri="{FF2B5EF4-FFF2-40B4-BE49-F238E27FC236}">
                          <a16:creationId xmlns:a16="http://schemas.microsoft.com/office/drawing/2014/main" id="{14AD5548-20E1-EFB2-0258-A84AB41AE6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8" name="Arc 597">
                      <a:extLst>
                        <a:ext uri="{FF2B5EF4-FFF2-40B4-BE49-F238E27FC236}">
                          <a16:creationId xmlns:a16="http://schemas.microsoft.com/office/drawing/2014/main" id="{DA3183EA-DD10-4634-2AD8-0576FC5115F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576" name="Group 575">
                  <a:extLst>
                    <a:ext uri="{FF2B5EF4-FFF2-40B4-BE49-F238E27FC236}">
                      <a16:creationId xmlns:a16="http://schemas.microsoft.com/office/drawing/2014/main" id="{72C44F8C-8A61-9F6B-9312-0329D0CD1235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579" name="Oval 578">
                    <a:extLst>
                      <a:ext uri="{FF2B5EF4-FFF2-40B4-BE49-F238E27FC236}">
                        <a16:creationId xmlns:a16="http://schemas.microsoft.com/office/drawing/2014/main" id="{27D59E0D-A175-98DF-2491-FD04D88A81E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80" name="Group 579">
                    <a:extLst>
                      <a:ext uri="{FF2B5EF4-FFF2-40B4-BE49-F238E27FC236}">
                        <a16:creationId xmlns:a16="http://schemas.microsoft.com/office/drawing/2014/main" id="{948103ED-BE93-D88A-F8E5-9B9EFFFE5338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581" name="Oval 580">
                      <a:extLst>
                        <a:ext uri="{FF2B5EF4-FFF2-40B4-BE49-F238E27FC236}">
                          <a16:creationId xmlns:a16="http://schemas.microsoft.com/office/drawing/2014/main" id="{86DE146E-ADD5-2CB1-2145-E7C2709E929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82" name="Oval 581">
                      <a:extLst>
                        <a:ext uri="{FF2B5EF4-FFF2-40B4-BE49-F238E27FC236}">
                          <a16:creationId xmlns:a16="http://schemas.microsoft.com/office/drawing/2014/main" id="{09BDECD9-00A3-7D14-01C0-65CF8BCFD6D4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83" name="Oval 582">
                      <a:extLst>
                        <a:ext uri="{FF2B5EF4-FFF2-40B4-BE49-F238E27FC236}">
                          <a16:creationId xmlns:a16="http://schemas.microsoft.com/office/drawing/2014/main" id="{4CA7CB4E-83D0-6B59-2F77-60A8CC1E4E2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84" name="Oval 583">
                      <a:extLst>
                        <a:ext uri="{FF2B5EF4-FFF2-40B4-BE49-F238E27FC236}">
                          <a16:creationId xmlns:a16="http://schemas.microsoft.com/office/drawing/2014/main" id="{C5DCB3D8-F9F4-B39F-07D9-49D726435F85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85" name="Arc 584">
                      <a:extLst>
                        <a:ext uri="{FF2B5EF4-FFF2-40B4-BE49-F238E27FC236}">
                          <a16:creationId xmlns:a16="http://schemas.microsoft.com/office/drawing/2014/main" id="{535B1BBA-E9B9-53C0-DCF2-013F8D9BF9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86" name="Oval 585">
                      <a:extLst>
                        <a:ext uri="{FF2B5EF4-FFF2-40B4-BE49-F238E27FC236}">
                          <a16:creationId xmlns:a16="http://schemas.microsoft.com/office/drawing/2014/main" id="{0CDEF92D-ED4C-0041-C0B3-3B1F24883F7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87" name="Arc 586">
                      <a:extLst>
                        <a:ext uri="{FF2B5EF4-FFF2-40B4-BE49-F238E27FC236}">
                          <a16:creationId xmlns:a16="http://schemas.microsoft.com/office/drawing/2014/main" id="{F7C6FFE2-EC0A-D707-C5F9-3F22EFE94D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88" name="Arc 587">
                      <a:extLst>
                        <a:ext uri="{FF2B5EF4-FFF2-40B4-BE49-F238E27FC236}">
                          <a16:creationId xmlns:a16="http://schemas.microsoft.com/office/drawing/2014/main" id="{486AD08A-3D8C-C75C-FB6A-B6CCCA10617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033826F0-E300-DF3C-27F7-7ED798140532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D9040918-3AAF-A827-FCB4-708852446EAB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F90D25F7-EF02-C224-57A5-E97759740C68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551" name="Group 550">
                  <a:extLst>
                    <a:ext uri="{FF2B5EF4-FFF2-40B4-BE49-F238E27FC236}">
                      <a16:creationId xmlns:a16="http://schemas.microsoft.com/office/drawing/2014/main" id="{F5A812DA-68A4-375A-8627-CE436075B5A0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565" name="Oval 564">
                    <a:extLst>
                      <a:ext uri="{FF2B5EF4-FFF2-40B4-BE49-F238E27FC236}">
                        <a16:creationId xmlns:a16="http://schemas.microsoft.com/office/drawing/2014/main" id="{688C79BE-4FF1-3D6D-EF62-0418B55A787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66" name="Group 565">
                    <a:extLst>
                      <a:ext uri="{FF2B5EF4-FFF2-40B4-BE49-F238E27FC236}">
                        <a16:creationId xmlns:a16="http://schemas.microsoft.com/office/drawing/2014/main" id="{8F2B8CCF-5B19-1600-2B8D-41A70D97C95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567" name="Oval 566">
                      <a:extLst>
                        <a:ext uri="{FF2B5EF4-FFF2-40B4-BE49-F238E27FC236}">
                          <a16:creationId xmlns:a16="http://schemas.microsoft.com/office/drawing/2014/main" id="{72DE23FE-A521-210F-1071-690D3932559A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68" name="Oval 567">
                      <a:extLst>
                        <a:ext uri="{FF2B5EF4-FFF2-40B4-BE49-F238E27FC236}">
                          <a16:creationId xmlns:a16="http://schemas.microsoft.com/office/drawing/2014/main" id="{D935299B-F809-05A2-43D1-1F069918588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69" name="Oval 568">
                      <a:extLst>
                        <a:ext uri="{FF2B5EF4-FFF2-40B4-BE49-F238E27FC236}">
                          <a16:creationId xmlns:a16="http://schemas.microsoft.com/office/drawing/2014/main" id="{788B5409-AFFA-A9AA-4952-929F1E8EC8C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70" name="Oval 569">
                      <a:extLst>
                        <a:ext uri="{FF2B5EF4-FFF2-40B4-BE49-F238E27FC236}">
                          <a16:creationId xmlns:a16="http://schemas.microsoft.com/office/drawing/2014/main" id="{5D132388-FF9B-249D-FC62-1B574111A35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71" name="Arc 570">
                      <a:extLst>
                        <a:ext uri="{FF2B5EF4-FFF2-40B4-BE49-F238E27FC236}">
                          <a16:creationId xmlns:a16="http://schemas.microsoft.com/office/drawing/2014/main" id="{81026076-6628-5AEA-9362-64BFE61995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72" name="Oval 571">
                      <a:extLst>
                        <a:ext uri="{FF2B5EF4-FFF2-40B4-BE49-F238E27FC236}">
                          <a16:creationId xmlns:a16="http://schemas.microsoft.com/office/drawing/2014/main" id="{739FC1DE-0187-E401-665E-993C92F88DE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73" name="Arc 572">
                      <a:extLst>
                        <a:ext uri="{FF2B5EF4-FFF2-40B4-BE49-F238E27FC236}">
                          <a16:creationId xmlns:a16="http://schemas.microsoft.com/office/drawing/2014/main" id="{710F62E4-A03D-EB44-9418-C9D330F135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74" name="Arc 573">
                      <a:extLst>
                        <a:ext uri="{FF2B5EF4-FFF2-40B4-BE49-F238E27FC236}">
                          <a16:creationId xmlns:a16="http://schemas.microsoft.com/office/drawing/2014/main" id="{33789BE8-ADA2-14B0-B7D3-3F56D825560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552" name="Group 551">
                  <a:extLst>
                    <a:ext uri="{FF2B5EF4-FFF2-40B4-BE49-F238E27FC236}">
                      <a16:creationId xmlns:a16="http://schemas.microsoft.com/office/drawing/2014/main" id="{FF79E235-2856-20CA-670C-842A3059BF4A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555" name="Oval 554">
                    <a:extLst>
                      <a:ext uri="{FF2B5EF4-FFF2-40B4-BE49-F238E27FC236}">
                        <a16:creationId xmlns:a16="http://schemas.microsoft.com/office/drawing/2014/main" id="{AE3CE924-9376-5797-4B59-991B3F594CC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56" name="Group 555">
                    <a:extLst>
                      <a:ext uri="{FF2B5EF4-FFF2-40B4-BE49-F238E27FC236}">
                        <a16:creationId xmlns:a16="http://schemas.microsoft.com/office/drawing/2014/main" id="{1B32D666-133F-8F42-9FB0-6DE057EC211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557" name="Oval 556">
                      <a:extLst>
                        <a:ext uri="{FF2B5EF4-FFF2-40B4-BE49-F238E27FC236}">
                          <a16:creationId xmlns:a16="http://schemas.microsoft.com/office/drawing/2014/main" id="{4BA7D9D8-3210-53CB-CDA5-4151808B742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58" name="Oval 557">
                      <a:extLst>
                        <a:ext uri="{FF2B5EF4-FFF2-40B4-BE49-F238E27FC236}">
                          <a16:creationId xmlns:a16="http://schemas.microsoft.com/office/drawing/2014/main" id="{DA102C1C-87F5-1A96-F6F4-0F7294A635E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59" name="Oval 558">
                      <a:extLst>
                        <a:ext uri="{FF2B5EF4-FFF2-40B4-BE49-F238E27FC236}">
                          <a16:creationId xmlns:a16="http://schemas.microsoft.com/office/drawing/2014/main" id="{EF992AF4-E4BE-D3A3-8D69-8B664B66797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60" name="Oval 559">
                      <a:extLst>
                        <a:ext uri="{FF2B5EF4-FFF2-40B4-BE49-F238E27FC236}">
                          <a16:creationId xmlns:a16="http://schemas.microsoft.com/office/drawing/2014/main" id="{39CCD1D4-9443-D5F4-124E-CA300A9B813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61" name="Arc 560">
                      <a:extLst>
                        <a:ext uri="{FF2B5EF4-FFF2-40B4-BE49-F238E27FC236}">
                          <a16:creationId xmlns:a16="http://schemas.microsoft.com/office/drawing/2014/main" id="{3C9178F8-6220-B939-7F4C-73307BB80B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2" name="Oval 561">
                      <a:extLst>
                        <a:ext uri="{FF2B5EF4-FFF2-40B4-BE49-F238E27FC236}">
                          <a16:creationId xmlns:a16="http://schemas.microsoft.com/office/drawing/2014/main" id="{3D79BBED-9A64-57B1-5884-14C6F98D52B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63" name="Arc 562">
                      <a:extLst>
                        <a:ext uri="{FF2B5EF4-FFF2-40B4-BE49-F238E27FC236}">
                          <a16:creationId xmlns:a16="http://schemas.microsoft.com/office/drawing/2014/main" id="{91FE0ECA-7275-911C-9954-ABC3B31EC3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4" name="Arc 563">
                      <a:extLst>
                        <a:ext uri="{FF2B5EF4-FFF2-40B4-BE49-F238E27FC236}">
                          <a16:creationId xmlns:a16="http://schemas.microsoft.com/office/drawing/2014/main" id="{968D8C87-C425-5753-254E-1521201A722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553" name="Straight Connector 552">
                  <a:extLst>
                    <a:ext uri="{FF2B5EF4-FFF2-40B4-BE49-F238E27FC236}">
                      <a16:creationId xmlns:a16="http://schemas.microsoft.com/office/drawing/2014/main" id="{4E1D575B-D5E3-CD39-4F28-AB9930647022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FCBFF029-B5ED-5AF8-4EF1-C2B08B73FA79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2" name="Group 541">
                <a:extLst>
                  <a:ext uri="{FF2B5EF4-FFF2-40B4-BE49-F238E27FC236}">
                    <a16:creationId xmlns:a16="http://schemas.microsoft.com/office/drawing/2014/main" id="{D62CE4DE-3E0D-9281-AC91-2EA118F241E1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543" name="Moon 542">
                  <a:extLst>
                    <a:ext uri="{FF2B5EF4-FFF2-40B4-BE49-F238E27FC236}">
                      <a16:creationId xmlns:a16="http://schemas.microsoft.com/office/drawing/2014/main" id="{442ADB87-4D3C-D44C-E953-17BC41F5C876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4" name="Oval 543">
                  <a:extLst>
                    <a:ext uri="{FF2B5EF4-FFF2-40B4-BE49-F238E27FC236}">
                      <a16:creationId xmlns:a16="http://schemas.microsoft.com/office/drawing/2014/main" id="{FE3C2613-2962-A72D-BDB9-E817C0E96C3E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5" name="Oval 544">
                  <a:extLst>
                    <a:ext uri="{FF2B5EF4-FFF2-40B4-BE49-F238E27FC236}">
                      <a16:creationId xmlns:a16="http://schemas.microsoft.com/office/drawing/2014/main" id="{E445F8FE-739E-170B-F8B3-8B52B546FAAA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6" name="Oval 545">
                  <a:extLst>
                    <a:ext uri="{FF2B5EF4-FFF2-40B4-BE49-F238E27FC236}">
                      <a16:creationId xmlns:a16="http://schemas.microsoft.com/office/drawing/2014/main" id="{55751450-BA5D-697A-BF60-22C7B810EF5D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7" name="Oval 546">
                  <a:extLst>
                    <a:ext uri="{FF2B5EF4-FFF2-40B4-BE49-F238E27FC236}">
                      <a16:creationId xmlns:a16="http://schemas.microsoft.com/office/drawing/2014/main" id="{14DCCFEC-28DC-8CB1-9AEF-9584A55C264C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8" name="Oval 547">
                  <a:extLst>
                    <a:ext uri="{FF2B5EF4-FFF2-40B4-BE49-F238E27FC236}">
                      <a16:creationId xmlns:a16="http://schemas.microsoft.com/office/drawing/2014/main" id="{07C02908-AD59-8024-CF46-8D74E74C8FE5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id="{10B5BC96-9662-FFE7-ECF9-044DBD014BDC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0" name="Oval 549">
                  <a:extLst>
                    <a:ext uri="{FF2B5EF4-FFF2-40B4-BE49-F238E27FC236}">
                      <a16:creationId xmlns:a16="http://schemas.microsoft.com/office/drawing/2014/main" id="{D88B46AC-8CDA-0223-A83B-8A58D62CB5DF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09956B7-C877-2FBD-2F70-119ABF1C86EA}"/>
                </a:ext>
              </a:extLst>
            </p:cNvPr>
            <p:cNvGrpSpPr/>
            <p:nvPr/>
          </p:nvGrpSpPr>
          <p:grpSpPr>
            <a:xfrm rot="5400000" flipH="1" flipV="1">
              <a:off x="4671173" y="4981637"/>
              <a:ext cx="144704" cy="348791"/>
              <a:chOff x="8901293" y="933753"/>
              <a:chExt cx="2135899" cy="5148330"/>
            </a:xfrm>
            <a:solidFill>
              <a:srgbClr val="FFFF00"/>
            </a:solidFill>
          </p:grpSpPr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D7763AEC-ACB0-8582-59A9-743E0D612059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516" name="Group 515">
                  <a:extLst>
                    <a:ext uri="{FF2B5EF4-FFF2-40B4-BE49-F238E27FC236}">
                      <a16:creationId xmlns:a16="http://schemas.microsoft.com/office/drawing/2014/main" id="{F0405C41-2839-530D-80CF-271A63228FCD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530" name="Oval 529">
                    <a:extLst>
                      <a:ext uri="{FF2B5EF4-FFF2-40B4-BE49-F238E27FC236}">
                        <a16:creationId xmlns:a16="http://schemas.microsoft.com/office/drawing/2014/main" id="{5782EB95-392F-B186-B6B4-398CF84C360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31" name="Group 530">
                    <a:extLst>
                      <a:ext uri="{FF2B5EF4-FFF2-40B4-BE49-F238E27FC236}">
                        <a16:creationId xmlns:a16="http://schemas.microsoft.com/office/drawing/2014/main" id="{31463E28-030C-98BA-D0A4-9D2751A7E90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532" name="Oval 531">
                      <a:extLst>
                        <a:ext uri="{FF2B5EF4-FFF2-40B4-BE49-F238E27FC236}">
                          <a16:creationId xmlns:a16="http://schemas.microsoft.com/office/drawing/2014/main" id="{36759757-B068-6F21-0667-C0A52BABE32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33" name="Oval 532">
                      <a:extLst>
                        <a:ext uri="{FF2B5EF4-FFF2-40B4-BE49-F238E27FC236}">
                          <a16:creationId xmlns:a16="http://schemas.microsoft.com/office/drawing/2014/main" id="{9E513483-31AB-6EAC-4439-8CA91E25913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34" name="Oval 533">
                      <a:extLst>
                        <a:ext uri="{FF2B5EF4-FFF2-40B4-BE49-F238E27FC236}">
                          <a16:creationId xmlns:a16="http://schemas.microsoft.com/office/drawing/2014/main" id="{1241CF20-C8C4-360B-5A42-0D61E88C7E0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35" name="Oval 534">
                      <a:extLst>
                        <a:ext uri="{FF2B5EF4-FFF2-40B4-BE49-F238E27FC236}">
                          <a16:creationId xmlns:a16="http://schemas.microsoft.com/office/drawing/2014/main" id="{B87ABDF7-E2DC-A1A9-F276-047263F2F813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36" name="Arc 535">
                      <a:extLst>
                        <a:ext uri="{FF2B5EF4-FFF2-40B4-BE49-F238E27FC236}">
                          <a16:creationId xmlns:a16="http://schemas.microsoft.com/office/drawing/2014/main" id="{D00858BA-0ACF-C19A-0549-A8D42100ED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37" name="Oval 536">
                      <a:extLst>
                        <a:ext uri="{FF2B5EF4-FFF2-40B4-BE49-F238E27FC236}">
                          <a16:creationId xmlns:a16="http://schemas.microsoft.com/office/drawing/2014/main" id="{97BE8334-EBEE-E947-419E-5B8C458EC17F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38" name="Arc 537">
                      <a:extLst>
                        <a:ext uri="{FF2B5EF4-FFF2-40B4-BE49-F238E27FC236}">
                          <a16:creationId xmlns:a16="http://schemas.microsoft.com/office/drawing/2014/main" id="{33C02D10-8AAB-B4D3-64FC-43ABC89F72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39" name="Arc 538">
                      <a:extLst>
                        <a:ext uri="{FF2B5EF4-FFF2-40B4-BE49-F238E27FC236}">
                          <a16:creationId xmlns:a16="http://schemas.microsoft.com/office/drawing/2014/main" id="{5B143915-31D6-4AD7-9691-8629A13C4EE4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517" name="Group 516">
                  <a:extLst>
                    <a:ext uri="{FF2B5EF4-FFF2-40B4-BE49-F238E27FC236}">
                      <a16:creationId xmlns:a16="http://schemas.microsoft.com/office/drawing/2014/main" id="{57BCDCE1-6DB7-E084-AFA0-C978E72A6CDA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520" name="Oval 519">
                    <a:extLst>
                      <a:ext uri="{FF2B5EF4-FFF2-40B4-BE49-F238E27FC236}">
                        <a16:creationId xmlns:a16="http://schemas.microsoft.com/office/drawing/2014/main" id="{831AE9F3-7D15-0DB7-7894-579F531103F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21" name="Group 520">
                    <a:extLst>
                      <a:ext uri="{FF2B5EF4-FFF2-40B4-BE49-F238E27FC236}">
                        <a16:creationId xmlns:a16="http://schemas.microsoft.com/office/drawing/2014/main" id="{9299ECED-F02F-87D8-1F61-53F9C7D8358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522" name="Oval 521">
                      <a:extLst>
                        <a:ext uri="{FF2B5EF4-FFF2-40B4-BE49-F238E27FC236}">
                          <a16:creationId xmlns:a16="http://schemas.microsoft.com/office/drawing/2014/main" id="{75BA5A8E-2194-002B-1418-3FE5F647913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23" name="Oval 522">
                      <a:extLst>
                        <a:ext uri="{FF2B5EF4-FFF2-40B4-BE49-F238E27FC236}">
                          <a16:creationId xmlns:a16="http://schemas.microsoft.com/office/drawing/2014/main" id="{B1D961B6-FBC0-AF36-2C40-4A6E3912F2E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24" name="Oval 523">
                      <a:extLst>
                        <a:ext uri="{FF2B5EF4-FFF2-40B4-BE49-F238E27FC236}">
                          <a16:creationId xmlns:a16="http://schemas.microsoft.com/office/drawing/2014/main" id="{17681DB8-03DA-FF0B-1B0D-08C06391F5C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25" name="Oval 524">
                      <a:extLst>
                        <a:ext uri="{FF2B5EF4-FFF2-40B4-BE49-F238E27FC236}">
                          <a16:creationId xmlns:a16="http://schemas.microsoft.com/office/drawing/2014/main" id="{815A9445-FEF6-AE82-A68C-C9CB84004ED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26" name="Arc 525">
                      <a:extLst>
                        <a:ext uri="{FF2B5EF4-FFF2-40B4-BE49-F238E27FC236}">
                          <a16:creationId xmlns:a16="http://schemas.microsoft.com/office/drawing/2014/main" id="{0EB05B61-2BEE-3B5C-BE0D-D2BC644D7A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7" name="Oval 526">
                      <a:extLst>
                        <a:ext uri="{FF2B5EF4-FFF2-40B4-BE49-F238E27FC236}">
                          <a16:creationId xmlns:a16="http://schemas.microsoft.com/office/drawing/2014/main" id="{4CF6F791-54D7-FFCF-0CB8-3C117F294F8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28" name="Arc 527">
                      <a:extLst>
                        <a:ext uri="{FF2B5EF4-FFF2-40B4-BE49-F238E27FC236}">
                          <a16:creationId xmlns:a16="http://schemas.microsoft.com/office/drawing/2014/main" id="{B1CD2444-8264-22CB-B29B-4ED87A62B8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9" name="Arc 528">
                      <a:extLst>
                        <a:ext uri="{FF2B5EF4-FFF2-40B4-BE49-F238E27FC236}">
                          <a16:creationId xmlns:a16="http://schemas.microsoft.com/office/drawing/2014/main" id="{FC3ED763-28C2-D6D9-A6AD-B3F68BF7061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6BB94A75-4EE0-274C-CFEF-2F655B6A7DC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35A6A7FF-0129-DBDC-8B6E-9E3A1005B4E8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835F0A3F-8F87-ED83-80E8-D801031D9C17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492" name="Group 491">
                  <a:extLst>
                    <a:ext uri="{FF2B5EF4-FFF2-40B4-BE49-F238E27FC236}">
                      <a16:creationId xmlns:a16="http://schemas.microsoft.com/office/drawing/2014/main" id="{EC3E513E-76C0-5B1E-351D-4F73BFCCD9C3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506" name="Oval 505">
                    <a:extLst>
                      <a:ext uri="{FF2B5EF4-FFF2-40B4-BE49-F238E27FC236}">
                        <a16:creationId xmlns:a16="http://schemas.microsoft.com/office/drawing/2014/main" id="{3DD52D95-FA04-CA8B-8463-8C7FC5CDAA9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507" name="Group 506">
                    <a:extLst>
                      <a:ext uri="{FF2B5EF4-FFF2-40B4-BE49-F238E27FC236}">
                        <a16:creationId xmlns:a16="http://schemas.microsoft.com/office/drawing/2014/main" id="{8616C04B-41B1-0CEF-B4B9-D48A63DF023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508" name="Oval 507">
                      <a:extLst>
                        <a:ext uri="{FF2B5EF4-FFF2-40B4-BE49-F238E27FC236}">
                          <a16:creationId xmlns:a16="http://schemas.microsoft.com/office/drawing/2014/main" id="{FB9FE074-8C0C-2C0C-39ED-E11A0FE3ED61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09" name="Oval 508">
                      <a:extLst>
                        <a:ext uri="{FF2B5EF4-FFF2-40B4-BE49-F238E27FC236}">
                          <a16:creationId xmlns:a16="http://schemas.microsoft.com/office/drawing/2014/main" id="{FBED9903-8073-0C71-A5AD-0AE4594500E8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10" name="Oval 509">
                      <a:extLst>
                        <a:ext uri="{FF2B5EF4-FFF2-40B4-BE49-F238E27FC236}">
                          <a16:creationId xmlns:a16="http://schemas.microsoft.com/office/drawing/2014/main" id="{F13E81D8-6B0C-CE59-187D-C61047AAB99A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11" name="Oval 510">
                      <a:extLst>
                        <a:ext uri="{FF2B5EF4-FFF2-40B4-BE49-F238E27FC236}">
                          <a16:creationId xmlns:a16="http://schemas.microsoft.com/office/drawing/2014/main" id="{2610DFB8-DDCF-E394-348B-D56740351A5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12" name="Arc 511">
                      <a:extLst>
                        <a:ext uri="{FF2B5EF4-FFF2-40B4-BE49-F238E27FC236}">
                          <a16:creationId xmlns:a16="http://schemas.microsoft.com/office/drawing/2014/main" id="{C43B9C46-B293-C1D8-DDE8-C8E8D647D7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13" name="Oval 512">
                      <a:extLst>
                        <a:ext uri="{FF2B5EF4-FFF2-40B4-BE49-F238E27FC236}">
                          <a16:creationId xmlns:a16="http://schemas.microsoft.com/office/drawing/2014/main" id="{B88357A6-BD31-0D3F-E4D3-77AE8151462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14" name="Arc 513">
                      <a:extLst>
                        <a:ext uri="{FF2B5EF4-FFF2-40B4-BE49-F238E27FC236}">
                          <a16:creationId xmlns:a16="http://schemas.microsoft.com/office/drawing/2014/main" id="{DF5244B8-50D3-CB88-930E-C3A9071911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15" name="Arc 514">
                      <a:extLst>
                        <a:ext uri="{FF2B5EF4-FFF2-40B4-BE49-F238E27FC236}">
                          <a16:creationId xmlns:a16="http://schemas.microsoft.com/office/drawing/2014/main" id="{DC2E369D-189D-B866-00C7-7022E3BA3DC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493" name="Group 492">
                  <a:extLst>
                    <a:ext uri="{FF2B5EF4-FFF2-40B4-BE49-F238E27FC236}">
                      <a16:creationId xmlns:a16="http://schemas.microsoft.com/office/drawing/2014/main" id="{7E5EAF41-FA1E-5870-CC8D-E770FE76343A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496" name="Oval 495">
                    <a:extLst>
                      <a:ext uri="{FF2B5EF4-FFF2-40B4-BE49-F238E27FC236}">
                        <a16:creationId xmlns:a16="http://schemas.microsoft.com/office/drawing/2014/main" id="{95E26851-2598-016C-D121-FDD6FB589A6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97" name="Group 496">
                    <a:extLst>
                      <a:ext uri="{FF2B5EF4-FFF2-40B4-BE49-F238E27FC236}">
                        <a16:creationId xmlns:a16="http://schemas.microsoft.com/office/drawing/2014/main" id="{3BC70D95-1B1C-654F-D872-73EE2302009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498" name="Oval 497">
                      <a:extLst>
                        <a:ext uri="{FF2B5EF4-FFF2-40B4-BE49-F238E27FC236}">
                          <a16:creationId xmlns:a16="http://schemas.microsoft.com/office/drawing/2014/main" id="{55A3BE6A-C437-1B5A-95D0-59417F9C6F7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99" name="Oval 498">
                      <a:extLst>
                        <a:ext uri="{FF2B5EF4-FFF2-40B4-BE49-F238E27FC236}">
                          <a16:creationId xmlns:a16="http://schemas.microsoft.com/office/drawing/2014/main" id="{E7F07D8D-D6F6-D329-66E0-84449102143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00" name="Oval 499">
                      <a:extLst>
                        <a:ext uri="{FF2B5EF4-FFF2-40B4-BE49-F238E27FC236}">
                          <a16:creationId xmlns:a16="http://schemas.microsoft.com/office/drawing/2014/main" id="{F25C7A11-7B56-ACD7-9FF7-9C4AEC51555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01" name="Oval 500">
                      <a:extLst>
                        <a:ext uri="{FF2B5EF4-FFF2-40B4-BE49-F238E27FC236}">
                          <a16:creationId xmlns:a16="http://schemas.microsoft.com/office/drawing/2014/main" id="{C61D7EC6-B39F-34D1-9F3C-54385C4ECADE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02" name="Arc 501">
                      <a:extLst>
                        <a:ext uri="{FF2B5EF4-FFF2-40B4-BE49-F238E27FC236}">
                          <a16:creationId xmlns:a16="http://schemas.microsoft.com/office/drawing/2014/main" id="{866CE427-5220-8A01-0EA7-001EA93A8B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03" name="Oval 502">
                      <a:extLst>
                        <a:ext uri="{FF2B5EF4-FFF2-40B4-BE49-F238E27FC236}">
                          <a16:creationId xmlns:a16="http://schemas.microsoft.com/office/drawing/2014/main" id="{4E18CEC4-E855-709A-84E8-3B7A3AAB212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04" name="Arc 503">
                      <a:extLst>
                        <a:ext uri="{FF2B5EF4-FFF2-40B4-BE49-F238E27FC236}">
                          <a16:creationId xmlns:a16="http://schemas.microsoft.com/office/drawing/2014/main" id="{8E3F7C5A-B230-3CDA-4827-AFB8541E14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05" name="Arc 504">
                      <a:extLst>
                        <a:ext uri="{FF2B5EF4-FFF2-40B4-BE49-F238E27FC236}">
                          <a16:creationId xmlns:a16="http://schemas.microsoft.com/office/drawing/2014/main" id="{8F4C0D82-97D8-E8F4-344E-37E09CFA8EC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E1866585-DE1A-C6B7-C59D-6BC855F28EF6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47C186CE-7630-B317-FCFA-910E261B1BFE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" name="Group 482">
                <a:extLst>
                  <a:ext uri="{FF2B5EF4-FFF2-40B4-BE49-F238E27FC236}">
                    <a16:creationId xmlns:a16="http://schemas.microsoft.com/office/drawing/2014/main" id="{7B7D9B8D-EE36-913C-2003-0B7C7A0D4B6A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484" name="Moon 483">
                  <a:extLst>
                    <a:ext uri="{FF2B5EF4-FFF2-40B4-BE49-F238E27FC236}">
                      <a16:creationId xmlns:a16="http://schemas.microsoft.com/office/drawing/2014/main" id="{9A9C3308-F890-077E-F7F6-764E0119E674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B1398D8B-86E3-0124-0D1E-C45EB9C9AAA7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55F84DB9-7C04-0354-6DA5-623999EE865F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BA42DDC2-D293-F2B4-915A-F52E08D6AE90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E5A7A9DC-8A45-0F6F-FF79-CC5FEF36AD96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2A8CE321-9B83-88FD-45B9-97F2CC0CD10E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6927E38C-70A4-20C0-43BC-15C28F8A0F62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A7D926C6-65B6-565A-28C7-5396C188F17E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6088456-6060-3AAD-4B4C-2721D365751D}"/>
                </a:ext>
              </a:extLst>
            </p:cNvPr>
            <p:cNvGrpSpPr/>
            <p:nvPr/>
          </p:nvGrpSpPr>
          <p:grpSpPr>
            <a:xfrm rot="7464527" flipH="1" flipV="1">
              <a:off x="3865595" y="3617564"/>
              <a:ext cx="144704" cy="348791"/>
              <a:chOff x="8901293" y="933753"/>
              <a:chExt cx="2135899" cy="5148330"/>
            </a:xfrm>
            <a:solidFill>
              <a:srgbClr val="0432FF"/>
            </a:solidFill>
          </p:grpSpPr>
          <p:grpSp>
            <p:nvGrpSpPr>
              <p:cNvPr id="422" name="Group 421">
                <a:extLst>
                  <a:ext uri="{FF2B5EF4-FFF2-40B4-BE49-F238E27FC236}">
                    <a16:creationId xmlns:a16="http://schemas.microsoft.com/office/drawing/2014/main" id="{A2BAE551-804E-DDB8-C126-E7816398E52C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id="{D6F13D6F-83FF-9DFB-F040-371D2C5564F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471" name="Oval 470">
                    <a:extLst>
                      <a:ext uri="{FF2B5EF4-FFF2-40B4-BE49-F238E27FC236}">
                        <a16:creationId xmlns:a16="http://schemas.microsoft.com/office/drawing/2014/main" id="{FC8AF492-0B1C-33B6-A8DE-BE0AAE5D6E8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72" name="Group 471">
                    <a:extLst>
                      <a:ext uri="{FF2B5EF4-FFF2-40B4-BE49-F238E27FC236}">
                        <a16:creationId xmlns:a16="http://schemas.microsoft.com/office/drawing/2014/main" id="{D0E8590E-656C-6DB4-23A0-283A4F494FE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473" name="Oval 472">
                      <a:extLst>
                        <a:ext uri="{FF2B5EF4-FFF2-40B4-BE49-F238E27FC236}">
                          <a16:creationId xmlns:a16="http://schemas.microsoft.com/office/drawing/2014/main" id="{3F6DA030-76C3-9396-7C7D-585CCB2B0B36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74" name="Oval 473">
                      <a:extLst>
                        <a:ext uri="{FF2B5EF4-FFF2-40B4-BE49-F238E27FC236}">
                          <a16:creationId xmlns:a16="http://schemas.microsoft.com/office/drawing/2014/main" id="{0A9140A2-14C6-735F-C2C6-B76B9497C764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75" name="Oval 474">
                      <a:extLst>
                        <a:ext uri="{FF2B5EF4-FFF2-40B4-BE49-F238E27FC236}">
                          <a16:creationId xmlns:a16="http://schemas.microsoft.com/office/drawing/2014/main" id="{6D19DB10-5E6B-067C-66BA-F8882158B45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76" name="Oval 475">
                      <a:extLst>
                        <a:ext uri="{FF2B5EF4-FFF2-40B4-BE49-F238E27FC236}">
                          <a16:creationId xmlns:a16="http://schemas.microsoft.com/office/drawing/2014/main" id="{7C523535-DD02-F8E5-31EF-1EFE2BE2D342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77" name="Arc 476">
                      <a:extLst>
                        <a:ext uri="{FF2B5EF4-FFF2-40B4-BE49-F238E27FC236}">
                          <a16:creationId xmlns:a16="http://schemas.microsoft.com/office/drawing/2014/main" id="{7BFE7C91-C07F-4B7A-83DC-F9848C99F8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78" name="Oval 477">
                      <a:extLst>
                        <a:ext uri="{FF2B5EF4-FFF2-40B4-BE49-F238E27FC236}">
                          <a16:creationId xmlns:a16="http://schemas.microsoft.com/office/drawing/2014/main" id="{E6D6C43D-B6F7-FADF-E4F0-AF23E619403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79" name="Arc 478">
                      <a:extLst>
                        <a:ext uri="{FF2B5EF4-FFF2-40B4-BE49-F238E27FC236}">
                          <a16:creationId xmlns:a16="http://schemas.microsoft.com/office/drawing/2014/main" id="{88AACF49-770B-1C24-CA3F-2382FBD45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80" name="Arc 479">
                      <a:extLst>
                        <a:ext uri="{FF2B5EF4-FFF2-40B4-BE49-F238E27FC236}">
                          <a16:creationId xmlns:a16="http://schemas.microsoft.com/office/drawing/2014/main" id="{ACFBB32C-EBBC-0EB2-7CA1-47D2C83711A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236101FF-B86C-6299-BED5-B748F6C61F2E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461" name="Oval 460">
                    <a:extLst>
                      <a:ext uri="{FF2B5EF4-FFF2-40B4-BE49-F238E27FC236}">
                        <a16:creationId xmlns:a16="http://schemas.microsoft.com/office/drawing/2014/main" id="{298BE8EE-D7FE-6F01-4147-ABF4C78F9F1C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62" name="Group 461">
                    <a:extLst>
                      <a:ext uri="{FF2B5EF4-FFF2-40B4-BE49-F238E27FC236}">
                        <a16:creationId xmlns:a16="http://schemas.microsoft.com/office/drawing/2014/main" id="{877AA312-16BE-E252-01D2-8A57B62313A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463" name="Oval 462">
                      <a:extLst>
                        <a:ext uri="{FF2B5EF4-FFF2-40B4-BE49-F238E27FC236}">
                          <a16:creationId xmlns:a16="http://schemas.microsoft.com/office/drawing/2014/main" id="{3C8CF51B-E8A2-41B7-4FEA-77D8F2CBF65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64" name="Oval 463">
                      <a:extLst>
                        <a:ext uri="{FF2B5EF4-FFF2-40B4-BE49-F238E27FC236}">
                          <a16:creationId xmlns:a16="http://schemas.microsoft.com/office/drawing/2014/main" id="{A86E0B89-9683-43CF-5403-AD8BE4273AB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65" name="Oval 464">
                      <a:extLst>
                        <a:ext uri="{FF2B5EF4-FFF2-40B4-BE49-F238E27FC236}">
                          <a16:creationId xmlns:a16="http://schemas.microsoft.com/office/drawing/2014/main" id="{26CC890A-631D-8C3F-D092-5F14253823D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66" name="Oval 465">
                      <a:extLst>
                        <a:ext uri="{FF2B5EF4-FFF2-40B4-BE49-F238E27FC236}">
                          <a16:creationId xmlns:a16="http://schemas.microsoft.com/office/drawing/2014/main" id="{9ABB064F-87FB-974A-2643-C908C16EC92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67" name="Arc 466">
                      <a:extLst>
                        <a:ext uri="{FF2B5EF4-FFF2-40B4-BE49-F238E27FC236}">
                          <a16:creationId xmlns:a16="http://schemas.microsoft.com/office/drawing/2014/main" id="{D8623E47-FE05-2978-EDCE-E0C61ABF2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8" name="Oval 467">
                      <a:extLst>
                        <a:ext uri="{FF2B5EF4-FFF2-40B4-BE49-F238E27FC236}">
                          <a16:creationId xmlns:a16="http://schemas.microsoft.com/office/drawing/2014/main" id="{0CD3D3DC-381A-873D-BF3B-3B1AF0973C8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69" name="Arc 468">
                      <a:extLst>
                        <a:ext uri="{FF2B5EF4-FFF2-40B4-BE49-F238E27FC236}">
                          <a16:creationId xmlns:a16="http://schemas.microsoft.com/office/drawing/2014/main" id="{C9F89835-0BA7-8132-D91E-336C61A06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70" name="Arc 469">
                      <a:extLst>
                        <a:ext uri="{FF2B5EF4-FFF2-40B4-BE49-F238E27FC236}">
                          <a16:creationId xmlns:a16="http://schemas.microsoft.com/office/drawing/2014/main" id="{CDF074BD-98D0-8F87-35C1-F712D49FB6B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06F2B0BA-1FA3-A033-A2AA-DA606CE02077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A9D4D55B-44E5-D36E-B72E-E6FBEC4E9819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Group 422">
                <a:extLst>
                  <a:ext uri="{FF2B5EF4-FFF2-40B4-BE49-F238E27FC236}">
                    <a16:creationId xmlns:a16="http://schemas.microsoft.com/office/drawing/2014/main" id="{6338C76A-EB47-FD6B-1A49-4838E919AC74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433" name="Group 432">
                  <a:extLst>
                    <a:ext uri="{FF2B5EF4-FFF2-40B4-BE49-F238E27FC236}">
                      <a16:creationId xmlns:a16="http://schemas.microsoft.com/office/drawing/2014/main" id="{C28DA21C-A85D-BF8F-1FF7-8FB9F432C4E8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447" name="Oval 446">
                    <a:extLst>
                      <a:ext uri="{FF2B5EF4-FFF2-40B4-BE49-F238E27FC236}">
                        <a16:creationId xmlns:a16="http://schemas.microsoft.com/office/drawing/2014/main" id="{B66E4BEB-254A-0BF5-74CC-9E9E7D56F9B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48" name="Group 447">
                    <a:extLst>
                      <a:ext uri="{FF2B5EF4-FFF2-40B4-BE49-F238E27FC236}">
                        <a16:creationId xmlns:a16="http://schemas.microsoft.com/office/drawing/2014/main" id="{BB487E72-EB68-FAD5-AC24-FA8ED070ABE2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449" name="Oval 448">
                      <a:extLst>
                        <a:ext uri="{FF2B5EF4-FFF2-40B4-BE49-F238E27FC236}">
                          <a16:creationId xmlns:a16="http://schemas.microsoft.com/office/drawing/2014/main" id="{413B5F6F-C68C-4EAD-EEA2-7371E6AB317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50" name="Oval 449">
                      <a:extLst>
                        <a:ext uri="{FF2B5EF4-FFF2-40B4-BE49-F238E27FC236}">
                          <a16:creationId xmlns:a16="http://schemas.microsoft.com/office/drawing/2014/main" id="{3F8EFAB0-100A-7436-6624-8FB4E0B70618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51" name="Oval 450">
                      <a:extLst>
                        <a:ext uri="{FF2B5EF4-FFF2-40B4-BE49-F238E27FC236}">
                          <a16:creationId xmlns:a16="http://schemas.microsoft.com/office/drawing/2014/main" id="{0709DCFB-2232-D8B1-C15D-F87A3AC06CE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52" name="Oval 451">
                      <a:extLst>
                        <a:ext uri="{FF2B5EF4-FFF2-40B4-BE49-F238E27FC236}">
                          <a16:creationId xmlns:a16="http://schemas.microsoft.com/office/drawing/2014/main" id="{ED56F23A-E21C-0281-66D6-48677AEDFC3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53" name="Arc 452">
                      <a:extLst>
                        <a:ext uri="{FF2B5EF4-FFF2-40B4-BE49-F238E27FC236}">
                          <a16:creationId xmlns:a16="http://schemas.microsoft.com/office/drawing/2014/main" id="{0363393C-4435-DE7B-BC87-BBAF8B861D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54" name="Oval 453">
                      <a:extLst>
                        <a:ext uri="{FF2B5EF4-FFF2-40B4-BE49-F238E27FC236}">
                          <a16:creationId xmlns:a16="http://schemas.microsoft.com/office/drawing/2014/main" id="{8EC4C8CE-11F6-7EF7-B653-3EE7504D054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55" name="Arc 454">
                      <a:extLst>
                        <a:ext uri="{FF2B5EF4-FFF2-40B4-BE49-F238E27FC236}">
                          <a16:creationId xmlns:a16="http://schemas.microsoft.com/office/drawing/2014/main" id="{80F01FF7-31EE-648E-0DE4-F02F3AAEFB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56" name="Arc 455">
                      <a:extLst>
                        <a:ext uri="{FF2B5EF4-FFF2-40B4-BE49-F238E27FC236}">
                          <a16:creationId xmlns:a16="http://schemas.microsoft.com/office/drawing/2014/main" id="{E254CFC2-1395-A43E-AADB-B4E03F7A68A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434" name="Group 433">
                  <a:extLst>
                    <a:ext uri="{FF2B5EF4-FFF2-40B4-BE49-F238E27FC236}">
                      <a16:creationId xmlns:a16="http://schemas.microsoft.com/office/drawing/2014/main" id="{170BD8BD-7784-26EE-5F0F-1C4398EF50A5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437" name="Oval 436">
                    <a:extLst>
                      <a:ext uri="{FF2B5EF4-FFF2-40B4-BE49-F238E27FC236}">
                        <a16:creationId xmlns:a16="http://schemas.microsoft.com/office/drawing/2014/main" id="{742C766C-7533-33D5-3FE1-19946AD2965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38" name="Group 437">
                    <a:extLst>
                      <a:ext uri="{FF2B5EF4-FFF2-40B4-BE49-F238E27FC236}">
                        <a16:creationId xmlns:a16="http://schemas.microsoft.com/office/drawing/2014/main" id="{E4A75A1B-2D4E-A845-270C-84A3B81FF46A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439" name="Oval 438">
                      <a:extLst>
                        <a:ext uri="{FF2B5EF4-FFF2-40B4-BE49-F238E27FC236}">
                          <a16:creationId xmlns:a16="http://schemas.microsoft.com/office/drawing/2014/main" id="{5213ED08-0427-F59B-978E-FB510E8E61F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0" name="Oval 439">
                      <a:extLst>
                        <a:ext uri="{FF2B5EF4-FFF2-40B4-BE49-F238E27FC236}">
                          <a16:creationId xmlns:a16="http://schemas.microsoft.com/office/drawing/2014/main" id="{4CCBF770-49BD-676C-7EF4-1CBF1D51292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1" name="Oval 440">
                      <a:extLst>
                        <a:ext uri="{FF2B5EF4-FFF2-40B4-BE49-F238E27FC236}">
                          <a16:creationId xmlns:a16="http://schemas.microsoft.com/office/drawing/2014/main" id="{8EA03841-911B-DAC6-D532-3849F3EC666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2" name="Oval 441">
                      <a:extLst>
                        <a:ext uri="{FF2B5EF4-FFF2-40B4-BE49-F238E27FC236}">
                          <a16:creationId xmlns:a16="http://schemas.microsoft.com/office/drawing/2014/main" id="{647CAB60-E9E2-C3F8-EE36-59B7525A997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3" name="Arc 442">
                      <a:extLst>
                        <a:ext uri="{FF2B5EF4-FFF2-40B4-BE49-F238E27FC236}">
                          <a16:creationId xmlns:a16="http://schemas.microsoft.com/office/drawing/2014/main" id="{EEE4EADB-C226-6C63-5168-2183398606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44" name="Oval 443">
                      <a:extLst>
                        <a:ext uri="{FF2B5EF4-FFF2-40B4-BE49-F238E27FC236}">
                          <a16:creationId xmlns:a16="http://schemas.microsoft.com/office/drawing/2014/main" id="{8587F62B-0992-3063-6D6E-F1F47AFFD81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5" name="Arc 444">
                      <a:extLst>
                        <a:ext uri="{FF2B5EF4-FFF2-40B4-BE49-F238E27FC236}">
                          <a16:creationId xmlns:a16="http://schemas.microsoft.com/office/drawing/2014/main" id="{60880DCE-D528-5E8C-7402-D2E5D2E60A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46" name="Arc 445">
                      <a:extLst>
                        <a:ext uri="{FF2B5EF4-FFF2-40B4-BE49-F238E27FC236}">
                          <a16:creationId xmlns:a16="http://schemas.microsoft.com/office/drawing/2014/main" id="{472EB41E-5F17-2463-D338-EE6C8401988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384B0140-377D-2555-82A2-2F135F8BC998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12149545-3A57-A367-DCAE-159DC81C6272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4" name="Group 423">
                <a:extLst>
                  <a:ext uri="{FF2B5EF4-FFF2-40B4-BE49-F238E27FC236}">
                    <a16:creationId xmlns:a16="http://schemas.microsoft.com/office/drawing/2014/main" id="{4C9539D3-1AC2-F024-AF58-400BA62A3FEE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425" name="Moon 424">
                  <a:extLst>
                    <a:ext uri="{FF2B5EF4-FFF2-40B4-BE49-F238E27FC236}">
                      <a16:creationId xmlns:a16="http://schemas.microsoft.com/office/drawing/2014/main" id="{C96952F2-B7E8-0267-9779-61C36ADFFDF7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4332A505-0E68-C318-3995-3817557B399B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46FD2912-7A81-C4FF-B879-F9B070842987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4D7DD6A2-DF02-B495-FFDB-42AC403030C5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91B7A0E5-26C5-DA2C-ED63-7CC551461F10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FC2C05BA-E48E-582E-C0AB-54365F6F5B91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204BE74A-2CBE-226D-FFAD-01CAE3EB7F53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2C8E8822-5F10-35CA-8B57-8D6B2425BA1D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79AB9B1-4C61-B672-D4A1-C79CE7844138}"/>
                </a:ext>
              </a:extLst>
            </p:cNvPr>
            <p:cNvGrpSpPr/>
            <p:nvPr/>
          </p:nvGrpSpPr>
          <p:grpSpPr>
            <a:xfrm rot="1312654" flipH="1" flipV="1">
              <a:off x="3427141" y="3739354"/>
              <a:ext cx="180828" cy="348790"/>
              <a:chOff x="8901293" y="933753"/>
              <a:chExt cx="2135899" cy="5148330"/>
            </a:xfrm>
            <a:solidFill>
              <a:srgbClr val="00B050"/>
            </a:solidFill>
          </p:grpSpPr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4CA56E2C-01D1-01AA-1074-81B7FF9DE001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01EEB32B-A566-649F-9CD7-98AEBB47BAC6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412" name="Oval 411">
                    <a:extLst>
                      <a:ext uri="{FF2B5EF4-FFF2-40B4-BE49-F238E27FC236}">
                        <a16:creationId xmlns:a16="http://schemas.microsoft.com/office/drawing/2014/main" id="{97F79352-2B6F-5E94-C928-477B0380DD2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13" name="Group 412">
                    <a:extLst>
                      <a:ext uri="{FF2B5EF4-FFF2-40B4-BE49-F238E27FC236}">
                        <a16:creationId xmlns:a16="http://schemas.microsoft.com/office/drawing/2014/main" id="{1BE5667B-8498-1D6B-6518-3AE6B350C46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414" name="Oval 413">
                      <a:extLst>
                        <a:ext uri="{FF2B5EF4-FFF2-40B4-BE49-F238E27FC236}">
                          <a16:creationId xmlns:a16="http://schemas.microsoft.com/office/drawing/2014/main" id="{A4C47E3B-8DB1-A81F-4980-D89820A41B7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5" name="Oval 414">
                      <a:extLst>
                        <a:ext uri="{FF2B5EF4-FFF2-40B4-BE49-F238E27FC236}">
                          <a16:creationId xmlns:a16="http://schemas.microsoft.com/office/drawing/2014/main" id="{40FEFE4E-7781-F4D2-8281-A3C76E30779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6" name="Oval 415">
                      <a:extLst>
                        <a:ext uri="{FF2B5EF4-FFF2-40B4-BE49-F238E27FC236}">
                          <a16:creationId xmlns:a16="http://schemas.microsoft.com/office/drawing/2014/main" id="{1A1FAB17-2BBB-4E18-5085-BD6F2A4DC50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7" name="Oval 416">
                      <a:extLst>
                        <a:ext uri="{FF2B5EF4-FFF2-40B4-BE49-F238E27FC236}">
                          <a16:creationId xmlns:a16="http://schemas.microsoft.com/office/drawing/2014/main" id="{E617CFD0-8DC2-E70F-BE29-DA8685CC615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8" name="Arc 417">
                      <a:extLst>
                        <a:ext uri="{FF2B5EF4-FFF2-40B4-BE49-F238E27FC236}">
                          <a16:creationId xmlns:a16="http://schemas.microsoft.com/office/drawing/2014/main" id="{29D7357C-5489-5A88-9A0F-5BD0A2BD85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19" name="Oval 418">
                      <a:extLst>
                        <a:ext uri="{FF2B5EF4-FFF2-40B4-BE49-F238E27FC236}">
                          <a16:creationId xmlns:a16="http://schemas.microsoft.com/office/drawing/2014/main" id="{7FAF88E9-001C-D0D5-5DC8-3847B61FAC5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20" name="Arc 419">
                      <a:extLst>
                        <a:ext uri="{FF2B5EF4-FFF2-40B4-BE49-F238E27FC236}">
                          <a16:creationId xmlns:a16="http://schemas.microsoft.com/office/drawing/2014/main" id="{A905CE2D-CB40-2E35-BCE8-11FDD98CA5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21" name="Arc 420">
                      <a:extLst>
                        <a:ext uri="{FF2B5EF4-FFF2-40B4-BE49-F238E27FC236}">
                          <a16:creationId xmlns:a16="http://schemas.microsoft.com/office/drawing/2014/main" id="{2467E481-598C-EF25-6477-D2CF6FC0B60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D2CF6E1D-9FCD-7B7D-72D6-951C6ECB2848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402" name="Oval 401">
                    <a:extLst>
                      <a:ext uri="{FF2B5EF4-FFF2-40B4-BE49-F238E27FC236}">
                        <a16:creationId xmlns:a16="http://schemas.microsoft.com/office/drawing/2014/main" id="{1AF24ABE-C51A-D536-2035-6881E69F901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03" name="Group 402">
                    <a:extLst>
                      <a:ext uri="{FF2B5EF4-FFF2-40B4-BE49-F238E27FC236}">
                        <a16:creationId xmlns:a16="http://schemas.microsoft.com/office/drawing/2014/main" id="{03239966-DF3A-E31A-CD49-988D7855123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404" name="Oval 403">
                      <a:extLst>
                        <a:ext uri="{FF2B5EF4-FFF2-40B4-BE49-F238E27FC236}">
                          <a16:creationId xmlns:a16="http://schemas.microsoft.com/office/drawing/2014/main" id="{5E63EFE1-17A2-E7A5-1C77-F7ACBAD3135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05" name="Oval 404">
                      <a:extLst>
                        <a:ext uri="{FF2B5EF4-FFF2-40B4-BE49-F238E27FC236}">
                          <a16:creationId xmlns:a16="http://schemas.microsoft.com/office/drawing/2014/main" id="{566222C0-B53B-1156-DB48-8EDD308D876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06" name="Oval 405">
                      <a:extLst>
                        <a:ext uri="{FF2B5EF4-FFF2-40B4-BE49-F238E27FC236}">
                          <a16:creationId xmlns:a16="http://schemas.microsoft.com/office/drawing/2014/main" id="{8E579ACC-6BDB-CBCE-A255-A5FF13487D2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07" name="Oval 406">
                      <a:extLst>
                        <a:ext uri="{FF2B5EF4-FFF2-40B4-BE49-F238E27FC236}">
                          <a16:creationId xmlns:a16="http://schemas.microsoft.com/office/drawing/2014/main" id="{CF633A77-D4E3-05FF-DE5E-64F5CE109E5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08" name="Arc 407">
                      <a:extLst>
                        <a:ext uri="{FF2B5EF4-FFF2-40B4-BE49-F238E27FC236}">
                          <a16:creationId xmlns:a16="http://schemas.microsoft.com/office/drawing/2014/main" id="{7F313A2B-C2F2-A343-C438-7999822D08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09" name="Oval 408">
                      <a:extLst>
                        <a:ext uri="{FF2B5EF4-FFF2-40B4-BE49-F238E27FC236}">
                          <a16:creationId xmlns:a16="http://schemas.microsoft.com/office/drawing/2014/main" id="{E15D3DA8-293C-F67D-90BB-0CD0AE6BB32F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0" name="Arc 409">
                      <a:extLst>
                        <a:ext uri="{FF2B5EF4-FFF2-40B4-BE49-F238E27FC236}">
                          <a16:creationId xmlns:a16="http://schemas.microsoft.com/office/drawing/2014/main" id="{182E2B20-BA7E-0A63-6408-0E45B534EE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11" name="Arc 410">
                      <a:extLst>
                        <a:ext uri="{FF2B5EF4-FFF2-40B4-BE49-F238E27FC236}">
                          <a16:creationId xmlns:a16="http://schemas.microsoft.com/office/drawing/2014/main" id="{26E3DB89-7064-5E94-26C3-58EB7E5B543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2334409A-5C06-397E-9F58-90AA2B9EA16E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745E0118-1515-7C77-ED32-A715679D6C0B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60E00F5C-E21F-28AF-E09E-DFF42DF2214E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374" name="Group 373">
                  <a:extLst>
                    <a:ext uri="{FF2B5EF4-FFF2-40B4-BE49-F238E27FC236}">
                      <a16:creationId xmlns:a16="http://schemas.microsoft.com/office/drawing/2014/main" id="{F53C872A-5372-D0A7-651C-7082096F70FD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388" name="Oval 387">
                    <a:extLst>
                      <a:ext uri="{FF2B5EF4-FFF2-40B4-BE49-F238E27FC236}">
                        <a16:creationId xmlns:a16="http://schemas.microsoft.com/office/drawing/2014/main" id="{A9CFE9F0-00F6-F016-EEFB-9C5229873C5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89" name="Group 388">
                    <a:extLst>
                      <a:ext uri="{FF2B5EF4-FFF2-40B4-BE49-F238E27FC236}">
                        <a16:creationId xmlns:a16="http://schemas.microsoft.com/office/drawing/2014/main" id="{1A5B2567-D312-5887-7FB4-80B8FBCDCCA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390" name="Oval 389">
                      <a:extLst>
                        <a:ext uri="{FF2B5EF4-FFF2-40B4-BE49-F238E27FC236}">
                          <a16:creationId xmlns:a16="http://schemas.microsoft.com/office/drawing/2014/main" id="{FFD15229-CC78-3531-93C4-4DDE993A0F9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91" name="Oval 390">
                      <a:extLst>
                        <a:ext uri="{FF2B5EF4-FFF2-40B4-BE49-F238E27FC236}">
                          <a16:creationId xmlns:a16="http://schemas.microsoft.com/office/drawing/2014/main" id="{ED576A9D-2721-1696-266E-C00D2A62F403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92" name="Oval 391">
                      <a:extLst>
                        <a:ext uri="{FF2B5EF4-FFF2-40B4-BE49-F238E27FC236}">
                          <a16:creationId xmlns:a16="http://schemas.microsoft.com/office/drawing/2014/main" id="{673F3504-9179-208A-EC74-757B46D987F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93" name="Oval 392">
                      <a:extLst>
                        <a:ext uri="{FF2B5EF4-FFF2-40B4-BE49-F238E27FC236}">
                          <a16:creationId xmlns:a16="http://schemas.microsoft.com/office/drawing/2014/main" id="{64202273-E041-3CAC-4DE1-06D65DFCCFC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94" name="Arc 393">
                      <a:extLst>
                        <a:ext uri="{FF2B5EF4-FFF2-40B4-BE49-F238E27FC236}">
                          <a16:creationId xmlns:a16="http://schemas.microsoft.com/office/drawing/2014/main" id="{447132E2-CBFE-C1AA-28D7-BDF6896A37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5" name="Oval 394">
                      <a:extLst>
                        <a:ext uri="{FF2B5EF4-FFF2-40B4-BE49-F238E27FC236}">
                          <a16:creationId xmlns:a16="http://schemas.microsoft.com/office/drawing/2014/main" id="{59016700-1D20-E589-FD2F-66B87C96108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96" name="Arc 395">
                      <a:extLst>
                        <a:ext uri="{FF2B5EF4-FFF2-40B4-BE49-F238E27FC236}">
                          <a16:creationId xmlns:a16="http://schemas.microsoft.com/office/drawing/2014/main" id="{66DA88EA-158C-C3BA-7CFB-35E9E61A24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7" name="Arc 396">
                      <a:extLst>
                        <a:ext uri="{FF2B5EF4-FFF2-40B4-BE49-F238E27FC236}">
                          <a16:creationId xmlns:a16="http://schemas.microsoft.com/office/drawing/2014/main" id="{F9354081-8C41-9242-C3FE-D87D04F6A12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75" name="Group 374">
                  <a:extLst>
                    <a:ext uri="{FF2B5EF4-FFF2-40B4-BE49-F238E27FC236}">
                      <a16:creationId xmlns:a16="http://schemas.microsoft.com/office/drawing/2014/main" id="{DD1A00CE-B2AE-4F37-9101-96454EFF5906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378" name="Oval 377">
                    <a:extLst>
                      <a:ext uri="{FF2B5EF4-FFF2-40B4-BE49-F238E27FC236}">
                        <a16:creationId xmlns:a16="http://schemas.microsoft.com/office/drawing/2014/main" id="{50A0B875-AF99-80D9-C325-C8701AC4AA9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79" name="Group 378">
                    <a:extLst>
                      <a:ext uri="{FF2B5EF4-FFF2-40B4-BE49-F238E27FC236}">
                        <a16:creationId xmlns:a16="http://schemas.microsoft.com/office/drawing/2014/main" id="{A518DD82-E841-FBB8-2F78-EFCCB124A23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380" name="Oval 379">
                      <a:extLst>
                        <a:ext uri="{FF2B5EF4-FFF2-40B4-BE49-F238E27FC236}">
                          <a16:creationId xmlns:a16="http://schemas.microsoft.com/office/drawing/2014/main" id="{6C607E5F-E0A9-7709-8578-513C1A23A930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81" name="Oval 380">
                      <a:extLst>
                        <a:ext uri="{FF2B5EF4-FFF2-40B4-BE49-F238E27FC236}">
                          <a16:creationId xmlns:a16="http://schemas.microsoft.com/office/drawing/2014/main" id="{C4F319E5-A883-9AD6-5FC7-02870161982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82" name="Oval 381">
                      <a:extLst>
                        <a:ext uri="{FF2B5EF4-FFF2-40B4-BE49-F238E27FC236}">
                          <a16:creationId xmlns:a16="http://schemas.microsoft.com/office/drawing/2014/main" id="{4EE67837-22CA-C20F-2622-5616990528FB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83" name="Oval 382">
                      <a:extLst>
                        <a:ext uri="{FF2B5EF4-FFF2-40B4-BE49-F238E27FC236}">
                          <a16:creationId xmlns:a16="http://schemas.microsoft.com/office/drawing/2014/main" id="{578DB65B-A37E-AAFF-8629-980E357208B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84" name="Arc 383">
                      <a:extLst>
                        <a:ext uri="{FF2B5EF4-FFF2-40B4-BE49-F238E27FC236}">
                          <a16:creationId xmlns:a16="http://schemas.microsoft.com/office/drawing/2014/main" id="{2F5E736F-6230-7B17-BA8A-E96AFD0E69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5" name="Oval 384">
                      <a:extLst>
                        <a:ext uri="{FF2B5EF4-FFF2-40B4-BE49-F238E27FC236}">
                          <a16:creationId xmlns:a16="http://schemas.microsoft.com/office/drawing/2014/main" id="{EC79081B-A548-54F4-0D13-7F7B7DC7446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86" name="Arc 385">
                      <a:extLst>
                        <a:ext uri="{FF2B5EF4-FFF2-40B4-BE49-F238E27FC236}">
                          <a16:creationId xmlns:a16="http://schemas.microsoft.com/office/drawing/2014/main" id="{A84C9A2D-1D35-2418-FA69-32B5AE0DC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7" name="Arc 386">
                      <a:extLst>
                        <a:ext uri="{FF2B5EF4-FFF2-40B4-BE49-F238E27FC236}">
                          <a16:creationId xmlns:a16="http://schemas.microsoft.com/office/drawing/2014/main" id="{0EF8B788-B4E3-8520-70EE-A6B9C5BD3F0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867A24D8-4AEB-6920-EE28-35CB2D18B260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6468F60D-3726-D4BE-DAB3-708A6C8B7404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5" name="Group 364">
                <a:extLst>
                  <a:ext uri="{FF2B5EF4-FFF2-40B4-BE49-F238E27FC236}">
                    <a16:creationId xmlns:a16="http://schemas.microsoft.com/office/drawing/2014/main" id="{6BCA0251-03BF-1182-D8B1-E6591F89405C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366" name="Moon 365">
                  <a:extLst>
                    <a:ext uri="{FF2B5EF4-FFF2-40B4-BE49-F238E27FC236}">
                      <a16:creationId xmlns:a16="http://schemas.microsoft.com/office/drawing/2014/main" id="{DC3FB4C5-6033-C50E-AFF2-150529303B6A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5FC942F8-9D1A-1AC4-5EFA-7A3933298824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0FBD6BB1-E33F-5C46-3BC9-15A7BC2EB83F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73B9F532-9B77-8FC9-414F-314AA7A72F2B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2F330CB8-6EDA-4614-D78D-7DD30A4BC49A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9ADB8103-A187-D0DE-A6D9-41073E80C9E4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7C230BCE-6113-1FF8-F0B5-AC9F338A1148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99828E7A-A33A-BC39-9A69-ED09A34E7B0A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B431363-1A36-F1F3-253B-63DE63B46B22}"/>
                </a:ext>
              </a:extLst>
            </p:cNvPr>
            <p:cNvGrpSpPr/>
            <p:nvPr/>
          </p:nvGrpSpPr>
          <p:grpSpPr>
            <a:xfrm rot="5400000" flipH="1" flipV="1">
              <a:off x="3759211" y="3889229"/>
              <a:ext cx="144704" cy="348791"/>
              <a:chOff x="8901293" y="933753"/>
              <a:chExt cx="2135899" cy="5148330"/>
            </a:xfrm>
            <a:solidFill>
              <a:schemeClr val="accent5">
                <a:lumMod val="75000"/>
              </a:schemeClr>
            </a:solidFill>
          </p:grpSpPr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4F4572EC-CC8E-1261-6136-984E16315267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339" name="Group 338">
                  <a:extLst>
                    <a:ext uri="{FF2B5EF4-FFF2-40B4-BE49-F238E27FC236}">
                      <a16:creationId xmlns:a16="http://schemas.microsoft.com/office/drawing/2014/main" id="{763A9054-9A16-8CF7-B5E7-EA4BDB280C9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353" name="Oval 352">
                    <a:extLst>
                      <a:ext uri="{FF2B5EF4-FFF2-40B4-BE49-F238E27FC236}">
                        <a16:creationId xmlns:a16="http://schemas.microsoft.com/office/drawing/2014/main" id="{9280110B-82DA-627C-A693-440C742FE59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54" name="Group 353">
                    <a:extLst>
                      <a:ext uri="{FF2B5EF4-FFF2-40B4-BE49-F238E27FC236}">
                        <a16:creationId xmlns:a16="http://schemas.microsoft.com/office/drawing/2014/main" id="{FFEC4FA5-3893-18D8-B1FE-216A5432DC8A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355" name="Oval 354">
                      <a:extLst>
                        <a:ext uri="{FF2B5EF4-FFF2-40B4-BE49-F238E27FC236}">
                          <a16:creationId xmlns:a16="http://schemas.microsoft.com/office/drawing/2014/main" id="{B0B6C3A1-10E2-C192-05FB-654B1A2B83D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56" name="Oval 355">
                      <a:extLst>
                        <a:ext uri="{FF2B5EF4-FFF2-40B4-BE49-F238E27FC236}">
                          <a16:creationId xmlns:a16="http://schemas.microsoft.com/office/drawing/2014/main" id="{53A588BF-2A7F-79BA-5AAB-AEF90E7678F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57" name="Oval 356">
                      <a:extLst>
                        <a:ext uri="{FF2B5EF4-FFF2-40B4-BE49-F238E27FC236}">
                          <a16:creationId xmlns:a16="http://schemas.microsoft.com/office/drawing/2014/main" id="{620ACA41-963B-D006-D26F-F7A27FED77A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58" name="Oval 357">
                      <a:extLst>
                        <a:ext uri="{FF2B5EF4-FFF2-40B4-BE49-F238E27FC236}">
                          <a16:creationId xmlns:a16="http://schemas.microsoft.com/office/drawing/2014/main" id="{BDE2FA83-6B84-FA15-5F99-9AD3166480F7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59" name="Arc 358">
                      <a:extLst>
                        <a:ext uri="{FF2B5EF4-FFF2-40B4-BE49-F238E27FC236}">
                          <a16:creationId xmlns:a16="http://schemas.microsoft.com/office/drawing/2014/main" id="{9A707A8B-89CB-3645-2F2C-200239EE50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0" name="Oval 359">
                      <a:extLst>
                        <a:ext uri="{FF2B5EF4-FFF2-40B4-BE49-F238E27FC236}">
                          <a16:creationId xmlns:a16="http://schemas.microsoft.com/office/drawing/2014/main" id="{4D5E766F-2606-3548-8DA0-1806C0A21403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61" name="Arc 360">
                      <a:extLst>
                        <a:ext uri="{FF2B5EF4-FFF2-40B4-BE49-F238E27FC236}">
                          <a16:creationId xmlns:a16="http://schemas.microsoft.com/office/drawing/2014/main" id="{5A547B89-D7C1-6472-342D-26E051FE31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2" name="Arc 361">
                      <a:extLst>
                        <a:ext uri="{FF2B5EF4-FFF2-40B4-BE49-F238E27FC236}">
                          <a16:creationId xmlns:a16="http://schemas.microsoft.com/office/drawing/2014/main" id="{8B3AF73D-F56F-7D03-FC43-4223C1C4610C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40" name="Group 339">
                  <a:extLst>
                    <a:ext uri="{FF2B5EF4-FFF2-40B4-BE49-F238E27FC236}">
                      <a16:creationId xmlns:a16="http://schemas.microsoft.com/office/drawing/2014/main" id="{3CDF2071-990D-CE9F-8EF2-D28076F97B38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343" name="Oval 342">
                    <a:extLst>
                      <a:ext uri="{FF2B5EF4-FFF2-40B4-BE49-F238E27FC236}">
                        <a16:creationId xmlns:a16="http://schemas.microsoft.com/office/drawing/2014/main" id="{7092803D-F18C-62C5-127E-B0D1350877C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44" name="Group 343">
                    <a:extLst>
                      <a:ext uri="{FF2B5EF4-FFF2-40B4-BE49-F238E27FC236}">
                        <a16:creationId xmlns:a16="http://schemas.microsoft.com/office/drawing/2014/main" id="{2AF57C5C-F358-45E9-5B42-D7512E5C41E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345" name="Oval 344">
                      <a:extLst>
                        <a:ext uri="{FF2B5EF4-FFF2-40B4-BE49-F238E27FC236}">
                          <a16:creationId xmlns:a16="http://schemas.microsoft.com/office/drawing/2014/main" id="{98C99338-4323-AB72-2859-8A85C02BD13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46" name="Oval 345">
                      <a:extLst>
                        <a:ext uri="{FF2B5EF4-FFF2-40B4-BE49-F238E27FC236}">
                          <a16:creationId xmlns:a16="http://schemas.microsoft.com/office/drawing/2014/main" id="{A3B93D6B-07D4-02C0-1835-AFC08FBB5FF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47" name="Oval 346">
                      <a:extLst>
                        <a:ext uri="{FF2B5EF4-FFF2-40B4-BE49-F238E27FC236}">
                          <a16:creationId xmlns:a16="http://schemas.microsoft.com/office/drawing/2014/main" id="{72A71A98-ACF1-C5D1-EBFF-FD570D6CD7F3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48" name="Oval 347">
                      <a:extLst>
                        <a:ext uri="{FF2B5EF4-FFF2-40B4-BE49-F238E27FC236}">
                          <a16:creationId xmlns:a16="http://schemas.microsoft.com/office/drawing/2014/main" id="{6753220F-7E5C-EB61-A5FA-7A9CBC9F9A7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49" name="Arc 348">
                      <a:extLst>
                        <a:ext uri="{FF2B5EF4-FFF2-40B4-BE49-F238E27FC236}">
                          <a16:creationId xmlns:a16="http://schemas.microsoft.com/office/drawing/2014/main" id="{9DF13B1E-85CD-9656-A495-586F5E3D0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50" name="Oval 349">
                      <a:extLst>
                        <a:ext uri="{FF2B5EF4-FFF2-40B4-BE49-F238E27FC236}">
                          <a16:creationId xmlns:a16="http://schemas.microsoft.com/office/drawing/2014/main" id="{5F6EF46F-9331-A79E-4BC3-6C45EEDF1707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51" name="Arc 350">
                      <a:extLst>
                        <a:ext uri="{FF2B5EF4-FFF2-40B4-BE49-F238E27FC236}">
                          <a16:creationId xmlns:a16="http://schemas.microsoft.com/office/drawing/2014/main" id="{A7BC2B41-EF85-49CA-560F-D5AF9DD55B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52" name="Arc 351">
                      <a:extLst>
                        <a:ext uri="{FF2B5EF4-FFF2-40B4-BE49-F238E27FC236}">
                          <a16:creationId xmlns:a16="http://schemas.microsoft.com/office/drawing/2014/main" id="{4ED8B2E4-F4AF-D684-CBB7-52B31F380C5F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FDF9934D-1562-3217-50A8-7B5A4F356847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2405FA38-D7C9-62F4-2823-D59FE3D9FAD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0AA03F97-758A-3637-362E-2F8F68FDF14E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315" name="Group 314">
                  <a:extLst>
                    <a:ext uri="{FF2B5EF4-FFF2-40B4-BE49-F238E27FC236}">
                      <a16:creationId xmlns:a16="http://schemas.microsoft.com/office/drawing/2014/main" id="{A6987053-4EAA-E5DF-5817-BE55B63296DB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329" name="Oval 328">
                    <a:extLst>
                      <a:ext uri="{FF2B5EF4-FFF2-40B4-BE49-F238E27FC236}">
                        <a16:creationId xmlns:a16="http://schemas.microsoft.com/office/drawing/2014/main" id="{70CBFC54-3E4B-A023-25B7-CECEFC46357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30" name="Group 329">
                    <a:extLst>
                      <a:ext uri="{FF2B5EF4-FFF2-40B4-BE49-F238E27FC236}">
                        <a16:creationId xmlns:a16="http://schemas.microsoft.com/office/drawing/2014/main" id="{6406C716-DB9D-8E9C-3E1C-9991DFEFE14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331" name="Oval 330">
                      <a:extLst>
                        <a:ext uri="{FF2B5EF4-FFF2-40B4-BE49-F238E27FC236}">
                          <a16:creationId xmlns:a16="http://schemas.microsoft.com/office/drawing/2014/main" id="{48552506-9054-0DA2-7959-A67CE65FC7B4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32" name="Oval 331">
                      <a:extLst>
                        <a:ext uri="{FF2B5EF4-FFF2-40B4-BE49-F238E27FC236}">
                          <a16:creationId xmlns:a16="http://schemas.microsoft.com/office/drawing/2014/main" id="{C20CFE2C-2D2C-82F5-81A6-5A556729D939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33" name="Oval 332">
                      <a:extLst>
                        <a:ext uri="{FF2B5EF4-FFF2-40B4-BE49-F238E27FC236}">
                          <a16:creationId xmlns:a16="http://schemas.microsoft.com/office/drawing/2014/main" id="{B13F15FB-54D9-AD4B-88D5-CF3BCE50001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34" name="Oval 333">
                      <a:extLst>
                        <a:ext uri="{FF2B5EF4-FFF2-40B4-BE49-F238E27FC236}">
                          <a16:creationId xmlns:a16="http://schemas.microsoft.com/office/drawing/2014/main" id="{5D1BBE79-70D9-E534-8023-87FEE0D6F78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35" name="Arc 334">
                      <a:extLst>
                        <a:ext uri="{FF2B5EF4-FFF2-40B4-BE49-F238E27FC236}">
                          <a16:creationId xmlns:a16="http://schemas.microsoft.com/office/drawing/2014/main" id="{95698243-0E7B-A29F-03BE-976CE2DE36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6" name="Oval 335">
                      <a:extLst>
                        <a:ext uri="{FF2B5EF4-FFF2-40B4-BE49-F238E27FC236}">
                          <a16:creationId xmlns:a16="http://schemas.microsoft.com/office/drawing/2014/main" id="{7DA2D5AC-00A9-F461-9456-0E76CA360E9C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37" name="Arc 336">
                      <a:extLst>
                        <a:ext uri="{FF2B5EF4-FFF2-40B4-BE49-F238E27FC236}">
                          <a16:creationId xmlns:a16="http://schemas.microsoft.com/office/drawing/2014/main" id="{56AF6AB3-2D25-74DF-B0ED-59E2D7CCD6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8" name="Arc 337">
                      <a:extLst>
                        <a:ext uri="{FF2B5EF4-FFF2-40B4-BE49-F238E27FC236}">
                          <a16:creationId xmlns:a16="http://schemas.microsoft.com/office/drawing/2014/main" id="{58DA2E9B-7D21-D257-24D4-9EBE9B03BB1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16" name="Group 315">
                  <a:extLst>
                    <a:ext uri="{FF2B5EF4-FFF2-40B4-BE49-F238E27FC236}">
                      <a16:creationId xmlns:a16="http://schemas.microsoft.com/office/drawing/2014/main" id="{47323A8C-F354-8DDC-C480-42BB95E39DAD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319" name="Oval 318">
                    <a:extLst>
                      <a:ext uri="{FF2B5EF4-FFF2-40B4-BE49-F238E27FC236}">
                        <a16:creationId xmlns:a16="http://schemas.microsoft.com/office/drawing/2014/main" id="{E2EAE3E3-A823-864B-0AE0-E8FDD5EDA81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20" name="Group 319">
                    <a:extLst>
                      <a:ext uri="{FF2B5EF4-FFF2-40B4-BE49-F238E27FC236}">
                        <a16:creationId xmlns:a16="http://schemas.microsoft.com/office/drawing/2014/main" id="{333A7B7E-C1AE-9565-2FCE-4EBB02B7BD7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321" name="Oval 320">
                      <a:extLst>
                        <a:ext uri="{FF2B5EF4-FFF2-40B4-BE49-F238E27FC236}">
                          <a16:creationId xmlns:a16="http://schemas.microsoft.com/office/drawing/2014/main" id="{31B68E37-6277-3CF9-05BA-326CE9BD0BC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2" name="Oval 321">
                      <a:extLst>
                        <a:ext uri="{FF2B5EF4-FFF2-40B4-BE49-F238E27FC236}">
                          <a16:creationId xmlns:a16="http://schemas.microsoft.com/office/drawing/2014/main" id="{30960FFB-B913-63C2-5408-E7126F7C431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3" name="Oval 322">
                      <a:extLst>
                        <a:ext uri="{FF2B5EF4-FFF2-40B4-BE49-F238E27FC236}">
                          <a16:creationId xmlns:a16="http://schemas.microsoft.com/office/drawing/2014/main" id="{B081D1BB-6C24-4A96-A524-6199F2D6788A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4" name="Oval 323">
                      <a:extLst>
                        <a:ext uri="{FF2B5EF4-FFF2-40B4-BE49-F238E27FC236}">
                          <a16:creationId xmlns:a16="http://schemas.microsoft.com/office/drawing/2014/main" id="{AE6523F5-CF4A-CF42-DC0C-62FF76D25D4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5" name="Arc 324">
                      <a:extLst>
                        <a:ext uri="{FF2B5EF4-FFF2-40B4-BE49-F238E27FC236}">
                          <a16:creationId xmlns:a16="http://schemas.microsoft.com/office/drawing/2014/main" id="{8040FF06-B6CF-A99E-7672-7E103D05AB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26" name="Oval 325">
                      <a:extLst>
                        <a:ext uri="{FF2B5EF4-FFF2-40B4-BE49-F238E27FC236}">
                          <a16:creationId xmlns:a16="http://schemas.microsoft.com/office/drawing/2014/main" id="{37D6CBB6-7FA3-676A-0887-1E81D5B3E711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7" name="Arc 326">
                      <a:extLst>
                        <a:ext uri="{FF2B5EF4-FFF2-40B4-BE49-F238E27FC236}">
                          <a16:creationId xmlns:a16="http://schemas.microsoft.com/office/drawing/2014/main" id="{6E6E8758-A010-2338-D376-818C11807C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28" name="Arc 327">
                      <a:extLst>
                        <a:ext uri="{FF2B5EF4-FFF2-40B4-BE49-F238E27FC236}">
                          <a16:creationId xmlns:a16="http://schemas.microsoft.com/office/drawing/2014/main" id="{EB145F1A-7270-98A5-445A-D1B87A1E833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4D794A7A-1D63-ECDA-D67C-A0EFACA8098C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Straight Connector 317">
                  <a:extLst>
                    <a:ext uri="{FF2B5EF4-FFF2-40B4-BE49-F238E27FC236}">
                      <a16:creationId xmlns:a16="http://schemas.microsoft.com/office/drawing/2014/main" id="{137E0EA7-2305-EA30-0352-F040CF7093BC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AE82D860-7C4D-D779-D61A-365FD41230E8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307" name="Moon 306">
                  <a:extLst>
                    <a:ext uri="{FF2B5EF4-FFF2-40B4-BE49-F238E27FC236}">
                      <a16:creationId xmlns:a16="http://schemas.microsoft.com/office/drawing/2014/main" id="{655B1655-3B69-1F83-E517-10188900C27F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CD97023A-EB56-ADF6-9AD9-44CC3E723046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28F17D34-F738-3DD9-3F4B-AAAEAF444937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98A9FE2C-A8D2-4F68-19FB-83ECAB9FBBA4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CC86F3E7-0A53-B8C5-91C4-EB31D651B50F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09113A8B-B2E8-222A-A1A3-3D9D6F05C6E9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E70E6559-E99A-7F61-BC04-63DF6E6F1274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Oval 313">
                  <a:extLst>
                    <a:ext uri="{FF2B5EF4-FFF2-40B4-BE49-F238E27FC236}">
                      <a16:creationId xmlns:a16="http://schemas.microsoft.com/office/drawing/2014/main" id="{6CD59F61-1304-B930-0998-F3B73042B9E2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2" name="Down Arrow 51">
              <a:extLst>
                <a:ext uri="{FF2B5EF4-FFF2-40B4-BE49-F238E27FC236}">
                  <a16:creationId xmlns:a16="http://schemas.microsoft.com/office/drawing/2014/main" id="{F5E2D912-7E7E-A285-ADDB-E4D523CB343B}"/>
                </a:ext>
              </a:extLst>
            </p:cNvPr>
            <p:cNvSpPr/>
            <p:nvPr/>
          </p:nvSpPr>
          <p:spPr>
            <a:xfrm rot="15969114">
              <a:off x="6603350" y="4386101"/>
              <a:ext cx="176985" cy="944688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Down Arrow 52">
              <a:extLst>
                <a:ext uri="{FF2B5EF4-FFF2-40B4-BE49-F238E27FC236}">
                  <a16:creationId xmlns:a16="http://schemas.microsoft.com/office/drawing/2014/main" id="{E1F0A2AA-ED14-EF63-92C3-D1905D959F68}"/>
                </a:ext>
              </a:extLst>
            </p:cNvPr>
            <p:cNvSpPr/>
            <p:nvPr/>
          </p:nvSpPr>
          <p:spPr>
            <a:xfrm rot="15863091">
              <a:off x="5187571" y="4898485"/>
              <a:ext cx="162427" cy="344503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71B388C-EE6D-235C-A9A0-070A5F111A86}"/>
                </a:ext>
              </a:extLst>
            </p:cNvPr>
            <p:cNvGrpSpPr/>
            <p:nvPr/>
          </p:nvGrpSpPr>
          <p:grpSpPr>
            <a:xfrm rot="7527832" flipH="1" flipV="1">
              <a:off x="7723371" y="3072753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B3C3F7D3-F33C-1209-484B-A4F298B06E45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280" name="Group 279">
                  <a:extLst>
                    <a:ext uri="{FF2B5EF4-FFF2-40B4-BE49-F238E27FC236}">
                      <a16:creationId xmlns:a16="http://schemas.microsoft.com/office/drawing/2014/main" id="{38D16FA7-4F71-4A70-6DEE-90FAC046A0D4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94" name="Oval 293">
                    <a:extLst>
                      <a:ext uri="{FF2B5EF4-FFF2-40B4-BE49-F238E27FC236}">
                        <a16:creationId xmlns:a16="http://schemas.microsoft.com/office/drawing/2014/main" id="{65A4DD31-5328-C6D5-1B60-9834A577A0C1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95" name="Group 294">
                    <a:extLst>
                      <a:ext uri="{FF2B5EF4-FFF2-40B4-BE49-F238E27FC236}">
                        <a16:creationId xmlns:a16="http://schemas.microsoft.com/office/drawing/2014/main" id="{06BA8CF4-8291-5A72-27A7-DF663532304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96" name="Oval 295">
                      <a:extLst>
                        <a:ext uri="{FF2B5EF4-FFF2-40B4-BE49-F238E27FC236}">
                          <a16:creationId xmlns:a16="http://schemas.microsoft.com/office/drawing/2014/main" id="{96FFA27B-D688-59CA-3F7C-F55AA75FC96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97" name="Oval 296">
                      <a:extLst>
                        <a:ext uri="{FF2B5EF4-FFF2-40B4-BE49-F238E27FC236}">
                          <a16:creationId xmlns:a16="http://schemas.microsoft.com/office/drawing/2014/main" id="{4C8EF094-5A22-D36D-A538-3C467DA19F6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98" name="Oval 297">
                      <a:extLst>
                        <a:ext uri="{FF2B5EF4-FFF2-40B4-BE49-F238E27FC236}">
                          <a16:creationId xmlns:a16="http://schemas.microsoft.com/office/drawing/2014/main" id="{C2C87F88-AE78-CB90-3C32-B040968BFCB8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99" name="Oval 298">
                      <a:extLst>
                        <a:ext uri="{FF2B5EF4-FFF2-40B4-BE49-F238E27FC236}">
                          <a16:creationId xmlns:a16="http://schemas.microsoft.com/office/drawing/2014/main" id="{EEFFC8CF-6BF8-BFB4-ADBA-BE8E193A84D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0" name="Arc 299">
                      <a:extLst>
                        <a:ext uri="{FF2B5EF4-FFF2-40B4-BE49-F238E27FC236}">
                          <a16:creationId xmlns:a16="http://schemas.microsoft.com/office/drawing/2014/main" id="{90F0C83E-30E4-0FBA-9ECA-A9AC9F1626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1" name="Oval 300">
                      <a:extLst>
                        <a:ext uri="{FF2B5EF4-FFF2-40B4-BE49-F238E27FC236}">
                          <a16:creationId xmlns:a16="http://schemas.microsoft.com/office/drawing/2014/main" id="{471AEC28-E8E4-29C8-F7C2-6504A07C224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2" name="Arc 301">
                      <a:extLst>
                        <a:ext uri="{FF2B5EF4-FFF2-40B4-BE49-F238E27FC236}">
                          <a16:creationId xmlns:a16="http://schemas.microsoft.com/office/drawing/2014/main" id="{3607D3AB-05F6-59AC-F9ED-5772A10A3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3" name="Arc 302">
                      <a:extLst>
                        <a:ext uri="{FF2B5EF4-FFF2-40B4-BE49-F238E27FC236}">
                          <a16:creationId xmlns:a16="http://schemas.microsoft.com/office/drawing/2014/main" id="{A1018D24-E010-1B80-B94B-CEAA8AA9035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81" name="Group 280">
                  <a:extLst>
                    <a:ext uri="{FF2B5EF4-FFF2-40B4-BE49-F238E27FC236}">
                      <a16:creationId xmlns:a16="http://schemas.microsoft.com/office/drawing/2014/main" id="{A43C27A1-5EB0-1CF9-50EB-2B5532D5C705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84" name="Oval 283">
                    <a:extLst>
                      <a:ext uri="{FF2B5EF4-FFF2-40B4-BE49-F238E27FC236}">
                        <a16:creationId xmlns:a16="http://schemas.microsoft.com/office/drawing/2014/main" id="{0ECA7C2E-0827-167A-6D52-D54F7FED2053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85" name="Group 284">
                    <a:extLst>
                      <a:ext uri="{FF2B5EF4-FFF2-40B4-BE49-F238E27FC236}">
                        <a16:creationId xmlns:a16="http://schemas.microsoft.com/office/drawing/2014/main" id="{85AD7ED4-4585-A83C-D22F-45709D476FDC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86" name="Oval 285">
                      <a:extLst>
                        <a:ext uri="{FF2B5EF4-FFF2-40B4-BE49-F238E27FC236}">
                          <a16:creationId xmlns:a16="http://schemas.microsoft.com/office/drawing/2014/main" id="{A792A032-BED8-BCE5-02A4-35A1281729F4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87" name="Oval 286">
                      <a:extLst>
                        <a:ext uri="{FF2B5EF4-FFF2-40B4-BE49-F238E27FC236}">
                          <a16:creationId xmlns:a16="http://schemas.microsoft.com/office/drawing/2014/main" id="{F8FB3E53-16F1-6503-A6B7-231F3707956C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88" name="Oval 287">
                      <a:extLst>
                        <a:ext uri="{FF2B5EF4-FFF2-40B4-BE49-F238E27FC236}">
                          <a16:creationId xmlns:a16="http://schemas.microsoft.com/office/drawing/2014/main" id="{5C5E50C7-1275-4951-0D3A-A7A3DF643969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89" name="Oval 288">
                      <a:extLst>
                        <a:ext uri="{FF2B5EF4-FFF2-40B4-BE49-F238E27FC236}">
                          <a16:creationId xmlns:a16="http://schemas.microsoft.com/office/drawing/2014/main" id="{3969E821-5315-BC0C-3AE7-D022E0A8398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90" name="Arc 289">
                      <a:extLst>
                        <a:ext uri="{FF2B5EF4-FFF2-40B4-BE49-F238E27FC236}">
                          <a16:creationId xmlns:a16="http://schemas.microsoft.com/office/drawing/2014/main" id="{1F969E2F-D9DE-6EC4-F986-FCFC32D0B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1" name="Oval 290">
                      <a:extLst>
                        <a:ext uri="{FF2B5EF4-FFF2-40B4-BE49-F238E27FC236}">
                          <a16:creationId xmlns:a16="http://schemas.microsoft.com/office/drawing/2014/main" id="{787B5D07-6C46-12A6-D9AD-15AE9B327E1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92" name="Arc 291">
                      <a:extLst>
                        <a:ext uri="{FF2B5EF4-FFF2-40B4-BE49-F238E27FC236}">
                          <a16:creationId xmlns:a16="http://schemas.microsoft.com/office/drawing/2014/main" id="{923F4089-4354-91F2-27F7-F23A7A1F09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3" name="Arc 292">
                      <a:extLst>
                        <a:ext uri="{FF2B5EF4-FFF2-40B4-BE49-F238E27FC236}">
                          <a16:creationId xmlns:a16="http://schemas.microsoft.com/office/drawing/2014/main" id="{F8B4748E-3BB2-5F49-5190-50976CA64C2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D6297B22-D0EC-3719-AA27-5ADC7AD222DC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2B342741-4229-1F65-EA08-1AF4D791ABF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>
                <a:extLst>
                  <a:ext uri="{FF2B5EF4-FFF2-40B4-BE49-F238E27FC236}">
                    <a16:creationId xmlns:a16="http://schemas.microsoft.com/office/drawing/2014/main" id="{F8BD0FDC-FC5B-9FB7-750A-49B86168F3BC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2F1E5154-9D30-0AB9-DB1C-E58CBAC82B61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70" name="Oval 269">
                    <a:extLst>
                      <a:ext uri="{FF2B5EF4-FFF2-40B4-BE49-F238E27FC236}">
                        <a16:creationId xmlns:a16="http://schemas.microsoft.com/office/drawing/2014/main" id="{003D1409-7D19-BC48-38C9-C11D22366C7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71" name="Group 270">
                    <a:extLst>
                      <a:ext uri="{FF2B5EF4-FFF2-40B4-BE49-F238E27FC236}">
                        <a16:creationId xmlns:a16="http://schemas.microsoft.com/office/drawing/2014/main" id="{6E26295D-1ADA-F4E9-5687-52B214EFF993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72" name="Oval 271">
                      <a:extLst>
                        <a:ext uri="{FF2B5EF4-FFF2-40B4-BE49-F238E27FC236}">
                          <a16:creationId xmlns:a16="http://schemas.microsoft.com/office/drawing/2014/main" id="{A03837C8-DAA1-A876-F6DC-5AAB2909A47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73" name="Oval 272">
                      <a:extLst>
                        <a:ext uri="{FF2B5EF4-FFF2-40B4-BE49-F238E27FC236}">
                          <a16:creationId xmlns:a16="http://schemas.microsoft.com/office/drawing/2014/main" id="{D33AEAA4-46FA-9C2A-471C-085EC278E08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74" name="Oval 273">
                      <a:extLst>
                        <a:ext uri="{FF2B5EF4-FFF2-40B4-BE49-F238E27FC236}">
                          <a16:creationId xmlns:a16="http://schemas.microsoft.com/office/drawing/2014/main" id="{4D73F055-D3B5-FD2E-0A6D-B44E890969CD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75" name="Oval 274">
                      <a:extLst>
                        <a:ext uri="{FF2B5EF4-FFF2-40B4-BE49-F238E27FC236}">
                          <a16:creationId xmlns:a16="http://schemas.microsoft.com/office/drawing/2014/main" id="{C61B0A1A-769C-8C98-59F7-B509640A087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76" name="Arc 275">
                      <a:extLst>
                        <a:ext uri="{FF2B5EF4-FFF2-40B4-BE49-F238E27FC236}">
                          <a16:creationId xmlns:a16="http://schemas.microsoft.com/office/drawing/2014/main" id="{C1597CE7-5CB5-0C49-064D-1F64F2ACC0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77" name="Oval 276">
                      <a:extLst>
                        <a:ext uri="{FF2B5EF4-FFF2-40B4-BE49-F238E27FC236}">
                          <a16:creationId xmlns:a16="http://schemas.microsoft.com/office/drawing/2014/main" id="{095E906A-4B03-02CA-F142-7C127775C0B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78" name="Arc 277">
                      <a:extLst>
                        <a:ext uri="{FF2B5EF4-FFF2-40B4-BE49-F238E27FC236}">
                          <a16:creationId xmlns:a16="http://schemas.microsoft.com/office/drawing/2014/main" id="{B4045D59-3303-69DB-B716-3EDA366294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79" name="Arc 278">
                      <a:extLst>
                        <a:ext uri="{FF2B5EF4-FFF2-40B4-BE49-F238E27FC236}">
                          <a16:creationId xmlns:a16="http://schemas.microsoft.com/office/drawing/2014/main" id="{E0E3C2BB-F912-693B-FDF8-E507E750ABC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57" name="Group 256">
                  <a:extLst>
                    <a:ext uri="{FF2B5EF4-FFF2-40B4-BE49-F238E27FC236}">
                      <a16:creationId xmlns:a16="http://schemas.microsoft.com/office/drawing/2014/main" id="{0CD86B1F-60DB-A17C-9668-C4DA2E7F803E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60" name="Oval 259">
                    <a:extLst>
                      <a:ext uri="{FF2B5EF4-FFF2-40B4-BE49-F238E27FC236}">
                        <a16:creationId xmlns:a16="http://schemas.microsoft.com/office/drawing/2014/main" id="{5979A5CA-66BD-13B3-7581-799DFC17CD0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61" name="Group 260">
                    <a:extLst>
                      <a:ext uri="{FF2B5EF4-FFF2-40B4-BE49-F238E27FC236}">
                        <a16:creationId xmlns:a16="http://schemas.microsoft.com/office/drawing/2014/main" id="{11229AF9-D7B3-DDB6-1686-C740CF339CF9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62" name="Oval 261">
                      <a:extLst>
                        <a:ext uri="{FF2B5EF4-FFF2-40B4-BE49-F238E27FC236}">
                          <a16:creationId xmlns:a16="http://schemas.microsoft.com/office/drawing/2014/main" id="{44B65DDD-4E36-2252-79CF-DB391027DD5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63" name="Oval 262">
                      <a:extLst>
                        <a:ext uri="{FF2B5EF4-FFF2-40B4-BE49-F238E27FC236}">
                          <a16:creationId xmlns:a16="http://schemas.microsoft.com/office/drawing/2014/main" id="{21F919FB-012B-E057-8ACF-384E58DB6721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64" name="Oval 263">
                      <a:extLst>
                        <a:ext uri="{FF2B5EF4-FFF2-40B4-BE49-F238E27FC236}">
                          <a16:creationId xmlns:a16="http://schemas.microsoft.com/office/drawing/2014/main" id="{722728FE-E969-284A-D2DD-D11C37E2AF0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65" name="Oval 264">
                      <a:extLst>
                        <a:ext uri="{FF2B5EF4-FFF2-40B4-BE49-F238E27FC236}">
                          <a16:creationId xmlns:a16="http://schemas.microsoft.com/office/drawing/2014/main" id="{A113AFE9-E29F-79FF-3336-E85532E4E498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66" name="Arc 265">
                      <a:extLst>
                        <a:ext uri="{FF2B5EF4-FFF2-40B4-BE49-F238E27FC236}">
                          <a16:creationId xmlns:a16="http://schemas.microsoft.com/office/drawing/2014/main" id="{C2412741-C602-60B5-2895-BD05EC2EE8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7" name="Oval 266">
                      <a:extLst>
                        <a:ext uri="{FF2B5EF4-FFF2-40B4-BE49-F238E27FC236}">
                          <a16:creationId xmlns:a16="http://schemas.microsoft.com/office/drawing/2014/main" id="{43B66D09-78AB-BD5D-9ACF-B9469755E2C8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68" name="Arc 267">
                      <a:extLst>
                        <a:ext uri="{FF2B5EF4-FFF2-40B4-BE49-F238E27FC236}">
                          <a16:creationId xmlns:a16="http://schemas.microsoft.com/office/drawing/2014/main" id="{07C7F574-33F0-C5F0-B96A-045A1FF237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9" name="Arc 268">
                      <a:extLst>
                        <a:ext uri="{FF2B5EF4-FFF2-40B4-BE49-F238E27FC236}">
                          <a16:creationId xmlns:a16="http://schemas.microsoft.com/office/drawing/2014/main" id="{0F5CA6AF-814E-B731-993C-75F87C54948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A70C091-831D-8382-638E-2D7A20B4E3DC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64D18A3C-330D-029B-F806-1C07D38D7FB7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09C6A29A-AD46-DC52-4760-C4D52208439F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248" name="Moon 247">
                  <a:extLst>
                    <a:ext uri="{FF2B5EF4-FFF2-40B4-BE49-F238E27FC236}">
                      <a16:creationId xmlns:a16="http://schemas.microsoft.com/office/drawing/2014/main" id="{62FEED90-980F-897D-47FF-C63B51473AE4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8694E4BE-28AE-8777-C322-F244FAC22EE0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9B7B3860-6FBA-15D8-68CC-F3C12FF877C8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2B77211F-C104-8663-7162-30183BD56091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62DC0C9B-7B77-AF93-80A1-82CADD6D942F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021C062E-7202-4978-9FDD-93DBBBD97E80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FCDA0634-3F9C-CD66-41C6-1CE9EA41DDEE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CFE5523E-F58E-C639-0460-952026E07D28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8716B7A-7636-56E2-995D-78D91B7506C5}"/>
                </a:ext>
              </a:extLst>
            </p:cNvPr>
            <p:cNvGrpSpPr/>
            <p:nvPr/>
          </p:nvGrpSpPr>
          <p:grpSpPr>
            <a:xfrm rot="7464527" flipH="1" flipV="1">
              <a:off x="7206677" y="2474940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4CDF0532-143B-532D-EF8D-328169CBF2B0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221" name="Group 220">
                  <a:extLst>
                    <a:ext uri="{FF2B5EF4-FFF2-40B4-BE49-F238E27FC236}">
                      <a16:creationId xmlns:a16="http://schemas.microsoft.com/office/drawing/2014/main" id="{3C8936C3-D3C4-4A75-53B4-7ABE705BD90F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B449749B-A50B-0699-8665-AEF0FD1A1B9C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36" name="Group 235">
                    <a:extLst>
                      <a:ext uri="{FF2B5EF4-FFF2-40B4-BE49-F238E27FC236}">
                        <a16:creationId xmlns:a16="http://schemas.microsoft.com/office/drawing/2014/main" id="{4B96AC85-286B-7382-B2E4-C1378F0E5CB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37" name="Oval 236">
                      <a:extLst>
                        <a:ext uri="{FF2B5EF4-FFF2-40B4-BE49-F238E27FC236}">
                          <a16:creationId xmlns:a16="http://schemas.microsoft.com/office/drawing/2014/main" id="{17E64DC2-694A-CF6B-65B3-320B4F59FD9F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38" name="Oval 237">
                      <a:extLst>
                        <a:ext uri="{FF2B5EF4-FFF2-40B4-BE49-F238E27FC236}">
                          <a16:creationId xmlns:a16="http://schemas.microsoft.com/office/drawing/2014/main" id="{B3AF779E-BAF8-B528-2CE0-ACC501D84BC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39" name="Oval 238">
                      <a:extLst>
                        <a:ext uri="{FF2B5EF4-FFF2-40B4-BE49-F238E27FC236}">
                          <a16:creationId xmlns:a16="http://schemas.microsoft.com/office/drawing/2014/main" id="{E002ABF5-80F6-6E6B-DB38-6EB0E60E26A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40" name="Oval 239">
                      <a:extLst>
                        <a:ext uri="{FF2B5EF4-FFF2-40B4-BE49-F238E27FC236}">
                          <a16:creationId xmlns:a16="http://schemas.microsoft.com/office/drawing/2014/main" id="{7700DB1B-F545-A4B4-ECA3-927539D1CDC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41" name="Arc 240">
                      <a:extLst>
                        <a:ext uri="{FF2B5EF4-FFF2-40B4-BE49-F238E27FC236}">
                          <a16:creationId xmlns:a16="http://schemas.microsoft.com/office/drawing/2014/main" id="{34A44519-6CDE-6E66-ED7C-D4A895ADB9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2" name="Oval 241">
                      <a:extLst>
                        <a:ext uri="{FF2B5EF4-FFF2-40B4-BE49-F238E27FC236}">
                          <a16:creationId xmlns:a16="http://schemas.microsoft.com/office/drawing/2014/main" id="{8CCE56A3-DABE-7A1F-FDA2-6F47B57D436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43" name="Arc 242">
                      <a:extLst>
                        <a:ext uri="{FF2B5EF4-FFF2-40B4-BE49-F238E27FC236}">
                          <a16:creationId xmlns:a16="http://schemas.microsoft.com/office/drawing/2014/main" id="{0A688D9C-EBA4-A860-6E5D-7E81AC43E2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4" name="Arc 243">
                      <a:extLst>
                        <a:ext uri="{FF2B5EF4-FFF2-40B4-BE49-F238E27FC236}">
                          <a16:creationId xmlns:a16="http://schemas.microsoft.com/office/drawing/2014/main" id="{4D0A51BF-E363-37A5-6BD8-F1A273156EE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22" name="Group 221">
                  <a:extLst>
                    <a:ext uri="{FF2B5EF4-FFF2-40B4-BE49-F238E27FC236}">
                      <a16:creationId xmlns:a16="http://schemas.microsoft.com/office/drawing/2014/main" id="{B61801F6-08E4-E9D5-4A08-21E8795F047B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25" name="Oval 224">
                    <a:extLst>
                      <a:ext uri="{FF2B5EF4-FFF2-40B4-BE49-F238E27FC236}">
                        <a16:creationId xmlns:a16="http://schemas.microsoft.com/office/drawing/2014/main" id="{94C95429-23A0-4470-B67F-9554AAB5BAD6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26" name="Group 225">
                    <a:extLst>
                      <a:ext uri="{FF2B5EF4-FFF2-40B4-BE49-F238E27FC236}">
                        <a16:creationId xmlns:a16="http://schemas.microsoft.com/office/drawing/2014/main" id="{EA7EB8E0-C665-76E2-ECC5-D697D88D8F2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27" name="Oval 226">
                      <a:extLst>
                        <a:ext uri="{FF2B5EF4-FFF2-40B4-BE49-F238E27FC236}">
                          <a16:creationId xmlns:a16="http://schemas.microsoft.com/office/drawing/2014/main" id="{140A72C1-36D1-E72D-DC90-6DEA1486664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28" name="Oval 227">
                      <a:extLst>
                        <a:ext uri="{FF2B5EF4-FFF2-40B4-BE49-F238E27FC236}">
                          <a16:creationId xmlns:a16="http://schemas.microsoft.com/office/drawing/2014/main" id="{00A4A55E-33D2-696D-8FA1-94B491D9D98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29" name="Oval 228">
                      <a:extLst>
                        <a:ext uri="{FF2B5EF4-FFF2-40B4-BE49-F238E27FC236}">
                          <a16:creationId xmlns:a16="http://schemas.microsoft.com/office/drawing/2014/main" id="{314AFB53-254B-B417-38FE-E9EFBD76676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30" name="Oval 229">
                      <a:extLst>
                        <a:ext uri="{FF2B5EF4-FFF2-40B4-BE49-F238E27FC236}">
                          <a16:creationId xmlns:a16="http://schemas.microsoft.com/office/drawing/2014/main" id="{0ED30955-4AF4-9549-4297-D760AEECDB3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31" name="Arc 230">
                      <a:extLst>
                        <a:ext uri="{FF2B5EF4-FFF2-40B4-BE49-F238E27FC236}">
                          <a16:creationId xmlns:a16="http://schemas.microsoft.com/office/drawing/2014/main" id="{7F374FD4-A684-DEB4-85B2-843F3197DF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2" name="Oval 231">
                      <a:extLst>
                        <a:ext uri="{FF2B5EF4-FFF2-40B4-BE49-F238E27FC236}">
                          <a16:creationId xmlns:a16="http://schemas.microsoft.com/office/drawing/2014/main" id="{165F0DC8-F4DD-3E31-407B-99B93DDB484A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33" name="Arc 232">
                      <a:extLst>
                        <a:ext uri="{FF2B5EF4-FFF2-40B4-BE49-F238E27FC236}">
                          <a16:creationId xmlns:a16="http://schemas.microsoft.com/office/drawing/2014/main" id="{6ACF387A-0810-025A-F4ED-0E7ADEA1FC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4" name="Arc 233">
                      <a:extLst>
                        <a:ext uri="{FF2B5EF4-FFF2-40B4-BE49-F238E27FC236}">
                          <a16:creationId xmlns:a16="http://schemas.microsoft.com/office/drawing/2014/main" id="{9A249CCB-D895-3A2D-A1CB-A2C95CAB624E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047B226C-5292-A7C7-C499-739D10339635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82781538-D207-1224-5C47-12DA961164A5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3F2CA9FE-7653-7E42-30B4-7340133468F6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97" name="Group 196">
                  <a:extLst>
                    <a:ext uri="{FF2B5EF4-FFF2-40B4-BE49-F238E27FC236}">
                      <a16:creationId xmlns:a16="http://schemas.microsoft.com/office/drawing/2014/main" id="{1DD53ABF-EF91-9F29-3DDC-44EE6169849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11" name="Oval 210">
                    <a:extLst>
                      <a:ext uri="{FF2B5EF4-FFF2-40B4-BE49-F238E27FC236}">
                        <a16:creationId xmlns:a16="http://schemas.microsoft.com/office/drawing/2014/main" id="{E1DD713D-CE7C-7E58-EF36-F37770A42B0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12" name="Group 211">
                    <a:extLst>
                      <a:ext uri="{FF2B5EF4-FFF2-40B4-BE49-F238E27FC236}">
                        <a16:creationId xmlns:a16="http://schemas.microsoft.com/office/drawing/2014/main" id="{81E30A19-9C03-A4CC-5BA0-AB1164E1437D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13" name="Oval 212">
                      <a:extLst>
                        <a:ext uri="{FF2B5EF4-FFF2-40B4-BE49-F238E27FC236}">
                          <a16:creationId xmlns:a16="http://schemas.microsoft.com/office/drawing/2014/main" id="{FC505677-F164-39CB-B8A8-922C4D28943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14" name="Oval 213">
                      <a:extLst>
                        <a:ext uri="{FF2B5EF4-FFF2-40B4-BE49-F238E27FC236}">
                          <a16:creationId xmlns:a16="http://schemas.microsoft.com/office/drawing/2014/main" id="{233DF18D-BB21-A72A-F34B-74633A94FD7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15" name="Oval 214">
                      <a:extLst>
                        <a:ext uri="{FF2B5EF4-FFF2-40B4-BE49-F238E27FC236}">
                          <a16:creationId xmlns:a16="http://schemas.microsoft.com/office/drawing/2014/main" id="{29E37CD0-BFCE-9B3C-B6DA-E1AFF66137C5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16" name="Oval 215">
                      <a:extLst>
                        <a:ext uri="{FF2B5EF4-FFF2-40B4-BE49-F238E27FC236}">
                          <a16:creationId xmlns:a16="http://schemas.microsoft.com/office/drawing/2014/main" id="{36338582-CE34-D566-81D5-C6F21DDC634D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17" name="Arc 216">
                      <a:extLst>
                        <a:ext uri="{FF2B5EF4-FFF2-40B4-BE49-F238E27FC236}">
                          <a16:creationId xmlns:a16="http://schemas.microsoft.com/office/drawing/2014/main" id="{CB448763-7BEF-A2D3-7087-DE4FCC6EE0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8" name="Oval 217">
                      <a:extLst>
                        <a:ext uri="{FF2B5EF4-FFF2-40B4-BE49-F238E27FC236}">
                          <a16:creationId xmlns:a16="http://schemas.microsoft.com/office/drawing/2014/main" id="{4AD5841A-5CD5-17EE-6169-1410E6C7D24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19" name="Arc 218">
                      <a:extLst>
                        <a:ext uri="{FF2B5EF4-FFF2-40B4-BE49-F238E27FC236}">
                          <a16:creationId xmlns:a16="http://schemas.microsoft.com/office/drawing/2014/main" id="{E14D73FE-28FA-A594-0EDA-2CD5529CAC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0" name="Arc 219">
                      <a:extLst>
                        <a:ext uri="{FF2B5EF4-FFF2-40B4-BE49-F238E27FC236}">
                          <a16:creationId xmlns:a16="http://schemas.microsoft.com/office/drawing/2014/main" id="{AC331D29-0BCE-9ABA-5A2A-7B59C3CDB47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98" name="Group 197">
                  <a:extLst>
                    <a:ext uri="{FF2B5EF4-FFF2-40B4-BE49-F238E27FC236}">
                      <a16:creationId xmlns:a16="http://schemas.microsoft.com/office/drawing/2014/main" id="{0C86CF19-498A-AF46-655B-3F8DF6C7CE5B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201" name="Oval 200">
                    <a:extLst>
                      <a:ext uri="{FF2B5EF4-FFF2-40B4-BE49-F238E27FC236}">
                        <a16:creationId xmlns:a16="http://schemas.microsoft.com/office/drawing/2014/main" id="{BD8F7EDC-8A73-F4E2-9EA9-955FF06A6044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A874F800-7C4B-F205-389F-01FF9EA368C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203" name="Oval 202">
                      <a:extLst>
                        <a:ext uri="{FF2B5EF4-FFF2-40B4-BE49-F238E27FC236}">
                          <a16:creationId xmlns:a16="http://schemas.microsoft.com/office/drawing/2014/main" id="{F7C47F5B-6A7D-B84A-92CE-4E6B022B33FB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4" name="Oval 203">
                      <a:extLst>
                        <a:ext uri="{FF2B5EF4-FFF2-40B4-BE49-F238E27FC236}">
                          <a16:creationId xmlns:a16="http://schemas.microsoft.com/office/drawing/2014/main" id="{B9BA8403-2E40-1247-55EA-883ED91B5905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5" name="Oval 204">
                      <a:extLst>
                        <a:ext uri="{FF2B5EF4-FFF2-40B4-BE49-F238E27FC236}">
                          <a16:creationId xmlns:a16="http://schemas.microsoft.com/office/drawing/2014/main" id="{74CFCE27-417F-71D2-478D-0DFC23E7ABA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6" name="Oval 205">
                      <a:extLst>
                        <a:ext uri="{FF2B5EF4-FFF2-40B4-BE49-F238E27FC236}">
                          <a16:creationId xmlns:a16="http://schemas.microsoft.com/office/drawing/2014/main" id="{A65E1F05-E333-D72A-35A1-27791683E5E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7" name="Arc 206">
                      <a:extLst>
                        <a:ext uri="{FF2B5EF4-FFF2-40B4-BE49-F238E27FC236}">
                          <a16:creationId xmlns:a16="http://schemas.microsoft.com/office/drawing/2014/main" id="{DC4BF4A0-8A81-B8C7-49E9-C9ADA33E3C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8" name="Oval 207">
                      <a:extLst>
                        <a:ext uri="{FF2B5EF4-FFF2-40B4-BE49-F238E27FC236}">
                          <a16:creationId xmlns:a16="http://schemas.microsoft.com/office/drawing/2014/main" id="{800BD50C-439C-DDD6-DCA3-229566599F2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9" name="Arc 208">
                      <a:extLst>
                        <a:ext uri="{FF2B5EF4-FFF2-40B4-BE49-F238E27FC236}">
                          <a16:creationId xmlns:a16="http://schemas.microsoft.com/office/drawing/2014/main" id="{FEF31225-2758-52D4-B1B8-2CD42981D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0" name="Arc 209">
                      <a:extLst>
                        <a:ext uri="{FF2B5EF4-FFF2-40B4-BE49-F238E27FC236}">
                          <a16:creationId xmlns:a16="http://schemas.microsoft.com/office/drawing/2014/main" id="{361C7170-487B-693C-2569-794164B2FA45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4010EA46-E7FE-5423-2211-0E13832EB3A8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CD97419F-DB53-2648-FD95-9F4F819A9CD4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E7B308B5-4587-D4C5-724F-B2A67A019D4E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89" name="Moon 188">
                  <a:extLst>
                    <a:ext uri="{FF2B5EF4-FFF2-40B4-BE49-F238E27FC236}">
                      <a16:creationId xmlns:a16="http://schemas.microsoft.com/office/drawing/2014/main" id="{CD47BB4D-F2D3-81F6-5140-E38F398D12DE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D5BAEC7D-718C-11DF-CF85-EB6ED92ABD6B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19EE25A0-83CD-1F05-6AAC-7441FBB5845E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C6F265E6-1C64-B4A1-C7CE-5A5C63C6DAEC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B9396FE4-3AFD-4C54-0EB9-71044D999534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C7792059-AE75-0B14-FE56-1882F2B640D2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03AFAE4D-0D6F-5439-F320-8B2AD145D15D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2F76802A-6A95-7DE8-D7D2-024AAEA8CB49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FAAA41C-E0F0-35C9-5C12-35AF2CF81FC7}"/>
                </a:ext>
              </a:extLst>
            </p:cNvPr>
            <p:cNvGrpSpPr/>
            <p:nvPr/>
          </p:nvGrpSpPr>
          <p:grpSpPr>
            <a:xfrm rot="6571890" flipH="1" flipV="1">
              <a:off x="7483542" y="3776335"/>
              <a:ext cx="144704" cy="348791"/>
              <a:chOff x="8901293" y="933753"/>
              <a:chExt cx="2135899" cy="5148330"/>
            </a:xfrm>
            <a:solidFill>
              <a:srgbClr val="0432FF"/>
            </a:solidFill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D812FB1F-0E17-736D-244B-5900930233F6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4C20CF2B-CA6E-849F-7611-DDFAD92B4655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6493F45E-48F3-267E-DB16-7775F678937D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77" name="Group 176">
                    <a:extLst>
                      <a:ext uri="{FF2B5EF4-FFF2-40B4-BE49-F238E27FC236}">
                        <a16:creationId xmlns:a16="http://schemas.microsoft.com/office/drawing/2014/main" id="{7ADAA505-6483-DF9C-A125-635A57307395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78" name="Oval 177">
                      <a:extLst>
                        <a:ext uri="{FF2B5EF4-FFF2-40B4-BE49-F238E27FC236}">
                          <a16:creationId xmlns:a16="http://schemas.microsoft.com/office/drawing/2014/main" id="{F1B91646-174B-421C-03C5-2BD768FA758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9" name="Oval 178">
                      <a:extLst>
                        <a:ext uri="{FF2B5EF4-FFF2-40B4-BE49-F238E27FC236}">
                          <a16:creationId xmlns:a16="http://schemas.microsoft.com/office/drawing/2014/main" id="{F3C97590-5AC0-5DB0-C897-77332450BD4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0" name="Oval 179">
                      <a:extLst>
                        <a:ext uri="{FF2B5EF4-FFF2-40B4-BE49-F238E27FC236}">
                          <a16:creationId xmlns:a16="http://schemas.microsoft.com/office/drawing/2014/main" id="{6FEF486D-C0BA-FD59-4FE7-8BE7DDAE92FC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1" name="Oval 180">
                      <a:extLst>
                        <a:ext uri="{FF2B5EF4-FFF2-40B4-BE49-F238E27FC236}">
                          <a16:creationId xmlns:a16="http://schemas.microsoft.com/office/drawing/2014/main" id="{8B285A22-128A-464F-F82F-81124DB0285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2" name="Arc 181">
                      <a:extLst>
                        <a:ext uri="{FF2B5EF4-FFF2-40B4-BE49-F238E27FC236}">
                          <a16:creationId xmlns:a16="http://schemas.microsoft.com/office/drawing/2014/main" id="{CE09F764-097C-86A1-63F6-EE7B26010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3" name="Oval 182">
                      <a:extLst>
                        <a:ext uri="{FF2B5EF4-FFF2-40B4-BE49-F238E27FC236}">
                          <a16:creationId xmlns:a16="http://schemas.microsoft.com/office/drawing/2014/main" id="{9F226BE0-1CFD-5ECF-B3F1-7B655994E34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4" name="Arc 183">
                      <a:extLst>
                        <a:ext uri="{FF2B5EF4-FFF2-40B4-BE49-F238E27FC236}">
                          <a16:creationId xmlns:a16="http://schemas.microsoft.com/office/drawing/2014/main" id="{4A3AA84A-142A-62F5-5629-D3427E533E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5" name="Arc 184">
                      <a:extLst>
                        <a:ext uri="{FF2B5EF4-FFF2-40B4-BE49-F238E27FC236}">
                          <a16:creationId xmlns:a16="http://schemas.microsoft.com/office/drawing/2014/main" id="{4988BFF8-4DE4-3861-0949-A14D6B57C18D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FF746CC4-240B-DEAA-FD6E-44FB8EC48682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6" name="Oval 165">
                    <a:extLst>
                      <a:ext uri="{FF2B5EF4-FFF2-40B4-BE49-F238E27FC236}">
                        <a16:creationId xmlns:a16="http://schemas.microsoft.com/office/drawing/2014/main" id="{8D8B82E9-A871-8B65-8547-359873E2D137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4811BA2E-FCF1-078E-7D86-1D0C4B593BB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8" name="Oval 167">
                      <a:extLst>
                        <a:ext uri="{FF2B5EF4-FFF2-40B4-BE49-F238E27FC236}">
                          <a16:creationId xmlns:a16="http://schemas.microsoft.com/office/drawing/2014/main" id="{95946080-7958-B83D-1D17-24DC137EEA29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" name="Oval 168">
                      <a:extLst>
                        <a:ext uri="{FF2B5EF4-FFF2-40B4-BE49-F238E27FC236}">
                          <a16:creationId xmlns:a16="http://schemas.microsoft.com/office/drawing/2014/main" id="{CF3181DC-D876-445C-1FD7-12377EC9A7CF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0" name="Oval 169">
                      <a:extLst>
                        <a:ext uri="{FF2B5EF4-FFF2-40B4-BE49-F238E27FC236}">
                          <a16:creationId xmlns:a16="http://schemas.microsoft.com/office/drawing/2014/main" id="{8E3EAA89-1D20-7341-8D1B-783746B30B58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" name="Oval 170">
                      <a:extLst>
                        <a:ext uri="{FF2B5EF4-FFF2-40B4-BE49-F238E27FC236}">
                          <a16:creationId xmlns:a16="http://schemas.microsoft.com/office/drawing/2014/main" id="{FFFCA474-BD90-3BF5-64EB-97658898366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2" name="Arc 171">
                      <a:extLst>
                        <a:ext uri="{FF2B5EF4-FFF2-40B4-BE49-F238E27FC236}">
                          <a16:creationId xmlns:a16="http://schemas.microsoft.com/office/drawing/2014/main" id="{75E1EA00-E655-B8F9-3D9C-85F6443649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3" name="Oval 172">
                      <a:extLst>
                        <a:ext uri="{FF2B5EF4-FFF2-40B4-BE49-F238E27FC236}">
                          <a16:creationId xmlns:a16="http://schemas.microsoft.com/office/drawing/2014/main" id="{9830D5AA-B59B-B503-7222-B3D95D9E4A2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4" name="Arc 173">
                      <a:extLst>
                        <a:ext uri="{FF2B5EF4-FFF2-40B4-BE49-F238E27FC236}">
                          <a16:creationId xmlns:a16="http://schemas.microsoft.com/office/drawing/2014/main" id="{54929573-1A10-47FB-8AE5-D88DB0A719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5" name="Arc 174">
                      <a:extLst>
                        <a:ext uri="{FF2B5EF4-FFF2-40B4-BE49-F238E27FC236}">
                          <a16:creationId xmlns:a16="http://schemas.microsoft.com/office/drawing/2014/main" id="{A9F52986-58B2-8958-805B-086EEB5034F0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9F1F0876-924B-1C51-16C3-593479A496D5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840D2FD6-5AF3-2742-AA82-28FFBB5E73F6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BEFC236-9FF0-E90F-0FE4-640FA783FCEE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66517EC6-D9F7-EDFD-518E-B3DBC1CB4AD4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52" name="Oval 151">
                    <a:extLst>
                      <a:ext uri="{FF2B5EF4-FFF2-40B4-BE49-F238E27FC236}">
                        <a16:creationId xmlns:a16="http://schemas.microsoft.com/office/drawing/2014/main" id="{1F534B6F-D447-66E8-E922-1B3187C81780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BD0A0025-092B-F31A-BF3F-57710A3F046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54" name="Oval 153">
                      <a:extLst>
                        <a:ext uri="{FF2B5EF4-FFF2-40B4-BE49-F238E27FC236}">
                          <a16:creationId xmlns:a16="http://schemas.microsoft.com/office/drawing/2014/main" id="{0E6D56E6-D3DC-81D9-C766-FCF0669FA5AD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B206AAAD-89F5-48CD-CD44-F20269E5E56B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6" name="Oval 155">
                      <a:extLst>
                        <a:ext uri="{FF2B5EF4-FFF2-40B4-BE49-F238E27FC236}">
                          <a16:creationId xmlns:a16="http://schemas.microsoft.com/office/drawing/2014/main" id="{BD8F023D-47C0-8069-AAE3-647B45746FCF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7" name="Oval 156">
                      <a:extLst>
                        <a:ext uri="{FF2B5EF4-FFF2-40B4-BE49-F238E27FC236}">
                          <a16:creationId xmlns:a16="http://schemas.microsoft.com/office/drawing/2014/main" id="{14C2EA68-79B4-0E31-E066-A1A45F98B9AC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8" name="Arc 157">
                      <a:extLst>
                        <a:ext uri="{FF2B5EF4-FFF2-40B4-BE49-F238E27FC236}">
                          <a16:creationId xmlns:a16="http://schemas.microsoft.com/office/drawing/2014/main" id="{D4D89807-60B1-4502-D675-1701714A0D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" name="Oval 158">
                      <a:extLst>
                        <a:ext uri="{FF2B5EF4-FFF2-40B4-BE49-F238E27FC236}">
                          <a16:creationId xmlns:a16="http://schemas.microsoft.com/office/drawing/2014/main" id="{9AF7F3C8-2E88-620A-3BEE-4D5CD597FD5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0" name="Arc 159">
                      <a:extLst>
                        <a:ext uri="{FF2B5EF4-FFF2-40B4-BE49-F238E27FC236}">
                          <a16:creationId xmlns:a16="http://schemas.microsoft.com/office/drawing/2014/main" id="{AFA0088D-0C08-5C58-400B-5DBA5F533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1" name="Arc 160">
                      <a:extLst>
                        <a:ext uri="{FF2B5EF4-FFF2-40B4-BE49-F238E27FC236}">
                          <a16:creationId xmlns:a16="http://schemas.microsoft.com/office/drawing/2014/main" id="{BBCD69D5-84D7-09A6-582D-D93113354FF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942B0710-5EDF-E5E1-F4F5-2A3B5434B9B4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42" name="Oval 141">
                    <a:extLst>
                      <a:ext uri="{FF2B5EF4-FFF2-40B4-BE49-F238E27FC236}">
                        <a16:creationId xmlns:a16="http://schemas.microsoft.com/office/drawing/2014/main" id="{E92575E6-93FC-8BAF-E305-D1496549647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43" name="Group 142">
                    <a:extLst>
                      <a:ext uri="{FF2B5EF4-FFF2-40B4-BE49-F238E27FC236}">
                        <a16:creationId xmlns:a16="http://schemas.microsoft.com/office/drawing/2014/main" id="{CB96D3F7-69B2-92A0-8CA2-6F13E8C24CA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44" name="Oval 143">
                      <a:extLst>
                        <a:ext uri="{FF2B5EF4-FFF2-40B4-BE49-F238E27FC236}">
                          <a16:creationId xmlns:a16="http://schemas.microsoft.com/office/drawing/2014/main" id="{48C93978-D800-C963-4743-27A7F99C76F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5" name="Oval 144">
                      <a:extLst>
                        <a:ext uri="{FF2B5EF4-FFF2-40B4-BE49-F238E27FC236}">
                          <a16:creationId xmlns:a16="http://schemas.microsoft.com/office/drawing/2014/main" id="{CD07BF4D-9EA7-CD1B-7788-FB652E5CD2ED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6" name="Oval 145">
                      <a:extLst>
                        <a:ext uri="{FF2B5EF4-FFF2-40B4-BE49-F238E27FC236}">
                          <a16:creationId xmlns:a16="http://schemas.microsoft.com/office/drawing/2014/main" id="{BF50EA3A-304F-C611-A29E-D583EAC3ADD0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7" name="Oval 146">
                      <a:extLst>
                        <a:ext uri="{FF2B5EF4-FFF2-40B4-BE49-F238E27FC236}">
                          <a16:creationId xmlns:a16="http://schemas.microsoft.com/office/drawing/2014/main" id="{6A3020A2-7197-F4D1-DD3B-0F056BC5F95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8" name="Arc 147">
                      <a:extLst>
                        <a:ext uri="{FF2B5EF4-FFF2-40B4-BE49-F238E27FC236}">
                          <a16:creationId xmlns:a16="http://schemas.microsoft.com/office/drawing/2014/main" id="{6194B28A-C5CF-8873-FB89-88609637E4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9" name="Oval 148">
                      <a:extLst>
                        <a:ext uri="{FF2B5EF4-FFF2-40B4-BE49-F238E27FC236}">
                          <a16:creationId xmlns:a16="http://schemas.microsoft.com/office/drawing/2014/main" id="{C0D4FD7B-CD39-04EA-ED07-FE1133781D2E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0" name="Arc 149">
                      <a:extLst>
                        <a:ext uri="{FF2B5EF4-FFF2-40B4-BE49-F238E27FC236}">
                          <a16:creationId xmlns:a16="http://schemas.microsoft.com/office/drawing/2014/main" id="{CCE4C699-D03B-0D50-B656-C6128F39C2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1" name="Arc 150">
                      <a:extLst>
                        <a:ext uri="{FF2B5EF4-FFF2-40B4-BE49-F238E27FC236}">
                          <a16:creationId xmlns:a16="http://schemas.microsoft.com/office/drawing/2014/main" id="{B15DEF5B-7FBC-3355-13B0-BED78A5A12B2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DDCEFAB5-D570-93BC-EDD4-D9356B2299BC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5D8B7CEC-A664-BE0B-EECA-727DFE26BABA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A741E4F0-0A6D-E9EA-CAFB-688D05CAF5EE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30" name="Moon 129">
                  <a:extLst>
                    <a:ext uri="{FF2B5EF4-FFF2-40B4-BE49-F238E27FC236}">
                      <a16:creationId xmlns:a16="http://schemas.microsoft.com/office/drawing/2014/main" id="{9F26453D-C5BD-CD96-F7E3-C15A29ED38E8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EBCD7F07-4234-F0AE-DC13-C32451D17E46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AB4E59D0-0F04-1E59-F9BF-B273203BC5A3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5CDA8B89-B881-EC6C-DFCD-834B1C315E52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D0BA6AD0-B0B2-68E9-A4A9-48B1AB50A166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CF1E468A-CE2B-4008-48D9-9C7AFD6CA458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95076FB-426D-721F-BEE2-5B1286A2B729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4FC1E59B-5275-BC53-B35A-0B6CF329A22A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FF37B8E-0CAE-0DFC-DBAA-81C5D2288990}"/>
                </a:ext>
              </a:extLst>
            </p:cNvPr>
            <p:cNvGrpSpPr/>
            <p:nvPr/>
          </p:nvGrpSpPr>
          <p:grpSpPr>
            <a:xfrm rot="7464527" flipH="1" flipV="1">
              <a:off x="7276529" y="4921097"/>
              <a:ext cx="144704" cy="348791"/>
              <a:chOff x="8901293" y="933753"/>
              <a:chExt cx="2135899" cy="5148330"/>
            </a:xfrm>
            <a:solidFill>
              <a:srgbClr val="00B100"/>
            </a:solidFill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560BAB1-CCC7-9F7B-12AF-31980A2939A1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DAF68D75-E36D-97E4-1B85-A06CBE3CE048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30F5421F-6A70-41BE-8D04-EE829B2BC67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B7CCE930-EF4C-21E9-8605-040FAE2A682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19" name="Oval 118">
                      <a:extLst>
                        <a:ext uri="{FF2B5EF4-FFF2-40B4-BE49-F238E27FC236}">
                          <a16:creationId xmlns:a16="http://schemas.microsoft.com/office/drawing/2014/main" id="{F03556E4-94AF-DD57-7293-EF38D4107F5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0" name="Oval 119">
                      <a:extLst>
                        <a:ext uri="{FF2B5EF4-FFF2-40B4-BE49-F238E27FC236}">
                          <a16:creationId xmlns:a16="http://schemas.microsoft.com/office/drawing/2014/main" id="{DAD26BD2-5057-C792-0282-AEF29338A507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1" name="Oval 120">
                      <a:extLst>
                        <a:ext uri="{FF2B5EF4-FFF2-40B4-BE49-F238E27FC236}">
                          <a16:creationId xmlns:a16="http://schemas.microsoft.com/office/drawing/2014/main" id="{C6B93892-4AD5-D475-0665-05F0739E2550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E125AB3-0612-00EE-6F92-F608606CB671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3" name="Arc 122">
                      <a:extLst>
                        <a:ext uri="{FF2B5EF4-FFF2-40B4-BE49-F238E27FC236}">
                          <a16:creationId xmlns:a16="http://schemas.microsoft.com/office/drawing/2014/main" id="{64036C3D-E23F-5FD0-6F6F-2E8D02676D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9296CE47-E093-660A-3352-B986A17E341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25" name="Arc 124">
                      <a:extLst>
                        <a:ext uri="{FF2B5EF4-FFF2-40B4-BE49-F238E27FC236}">
                          <a16:creationId xmlns:a16="http://schemas.microsoft.com/office/drawing/2014/main" id="{2FD65711-15B4-5EFD-EC10-9059F91E31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6" name="Arc 125">
                      <a:extLst>
                        <a:ext uri="{FF2B5EF4-FFF2-40B4-BE49-F238E27FC236}">
                          <a16:creationId xmlns:a16="http://schemas.microsoft.com/office/drawing/2014/main" id="{9005EBF2-FEBB-9995-707B-116DFB0FEC69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F98E440D-7268-2881-4D76-8B3073339A09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80CEEF1D-7D9E-33DD-A781-DEA0C1DA7732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08" name="Group 107">
                    <a:extLst>
                      <a:ext uri="{FF2B5EF4-FFF2-40B4-BE49-F238E27FC236}">
                        <a16:creationId xmlns:a16="http://schemas.microsoft.com/office/drawing/2014/main" id="{2370F16D-A459-BFA8-16AE-DBF95174674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09" name="Oval 108">
                      <a:extLst>
                        <a:ext uri="{FF2B5EF4-FFF2-40B4-BE49-F238E27FC236}">
                          <a16:creationId xmlns:a16="http://schemas.microsoft.com/office/drawing/2014/main" id="{F8D0E21C-E075-AE95-1288-08F4FA45AFF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0" name="Oval 109">
                      <a:extLst>
                        <a:ext uri="{FF2B5EF4-FFF2-40B4-BE49-F238E27FC236}">
                          <a16:creationId xmlns:a16="http://schemas.microsoft.com/office/drawing/2014/main" id="{B55C43D5-061A-3C59-2794-2AF8F14A8D2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1" name="Oval 110">
                      <a:extLst>
                        <a:ext uri="{FF2B5EF4-FFF2-40B4-BE49-F238E27FC236}">
                          <a16:creationId xmlns:a16="http://schemas.microsoft.com/office/drawing/2014/main" id="{17AED793-CB6E-F8F1-735A-8FE686DEFD66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2" name="Oval 111">
                      <a:extLst>
                        <a:ext uri="{FF2B5EF4-FFF2-40B4-BE49-F238E27FC236}">
                          <a16:creationId xmlns:a16="http://schemas.microsoft.com/office/drawing/2014/main" id="{CCA5677E-9634-2C00-EF8D-F7253DFA253A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3" name="Arc 112">
                      <a:extLst>
                        <a:ext uri="{FF2B5EF4-FFF2-40B4-BE49-F238E27FC236}">
                          <a16:creationId xmlns:a16="http://schemas.microsoft.com/office/drawing/2014/main" id="{CC41DB77-1244-1C54-CED3-BE75D2D67D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4" name="Oval 113">
                      <a:extLst>
                        <a:ext uri="{FF2B5EF4-FFF2-40B4-BE49-F238E27FC236}">
                          <a16:creationId xmlns:a16="http://schemas.microsoft.com/office/drawing/2014/main" id="{D3C765FC-4094-363B-4A7B-2A506E42EF32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5" name="Arc 114">
                      <a:extLst>
                        <a:ext uri="{FF2B5EF4-FFF2-40B4-BE49-F238E27FC236}">
                          <a16:creationId xmlns:a16="http://schemas.microsoft.com/office/drawing/2014/main" id="{088B9E84-1102-F73D-3686-00C3A4388B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6" name="Arc 115">
                      <a:extLst>
                        <a:ext uri="{FF2B5EF4-FFF2-40B4-BE49-F238E27FC236}">
                          <a16:creationId xmlns:a16="http://schemas.microsoft.com/office/drawing/2014/main" id="{BB779854-D5C5-5165-4C9A-E52DF8770BA6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6187759B-D496-3131-8D87-13D477F27A7E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F8FB0789-B397-CF8C-A8E9-226365A2EA8C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E0A66F9-F442-EB07-AA52-849AE0EFAD57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3F65548E-ECEF-2474-D5F5-CA6E72806F05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F83CA2F6-2F6C-8E14-51D6-C54AF4816EBF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94" name="Group 93">
                    <a:extLst>
                      <a:ext uri="{FF2B5EF4-FFF2-40B4-BE49-F238E27FC236}">
                        <a16:creationId xmlns:a16="http://schemas.microsoft.com/office/drawing/2014/main" id="{7601237E-9A05-D4F6-7D95-FC93B6C8C1D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95" name="Oval 94">
                      <a:extLst>
                        <a:ext uri="{FF2B5EF4-FFF2-40B4-BE49-F238E27FC236}">
                          <a16:creationId xmlns:a16="http://schemas.microsoft.com/office/drawing/2014/main" id="{50B802E7-B6F3-2052-D093-D4487CAE682E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6" name="Oval 95">
                      <a:extLst>
                        <a:ext uri="{FF2B5EF4-FFF2-40B4-BE49-F238E27FC236}">
                          <a16:creationId xmlns:a16="http://schemas.microsoft.com/office/drawing/2014/main" id="{8846B7AE-02D2-F7D3-AFFA-9A24A68008FA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7" name="Oval 96">
                      <a:extLst>
                        <a:ext uri="{FF2B5EF4-FFF2-40B4-BE49-F238E27FC236}">
                          <a16:creationId xmlns:a16="http://schemas.microsoft.com/office/drawing/2014/main" id="{E1029E51-B594-975D-A7E8-0222AFE140C2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>
                      <a:extLst>
                        <a:ext uri="{FF2B5EF4-FFF2-40B4-BE49-F238E27FC236}">
                          <a16:creationId xmlns:a16="http://schemas.microsoft.com/office/drawing/2014/main" id="{830A07E1-3529-DC06-AEA8-37D704F9CF66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9" name="Arc 98">
                      <a:extLst>
                        <a:ext uri="{FF2B5EF4-FFF2-40B4-BE49-F238E27FC236}">
                          <a16:creationId xmlns:a16="http://schemas.microsoft.com/office/drawing/2014/main" id="{CB756BCC-238D-0416-7B5B-B1293C5E6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0" name="Oval 99">
                      <a:extLst>
                        <a:ext uri="{FF2B5EF4-FFF2-40B4-BE49-F238E27FC236}">
                          <a16:creationId xmlns:a16="http://schemas.microsoft.com/office/drawing/2014/main" id="{D5898FBE-57C9-2D1B-611F-5A3E9EBA60B9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" name="Arc 100">
                      <a:extLst>
                        <a:ext uri="{FF2B5EF4-FFF2-40B4-BE49-F238E27FC236}">
                          <a16:creationId xmlns:a16="http://schemas.microsoft.com/office/drawing/2014/main" id="{9B56B9F1-3125-F789-D549-BAF353683E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" name="Arc 101">
                      <a:extLst>
                        <a:ext uri="{FF2B5EF4-FFF2-40B4-BE49-F238E27FC236}">
                          <a16:creationId xmlns:a16="http://schemas.microsoft.com/office/drawing/2014/main" id="{F08BE6BF-7B3B-11DA-1736-C40F3D8840F1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5C0A234E-C1A2-24AD-2B31-444BC5B307B7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C7822B71-E12E-6361-2455-D9508AE71CCA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84" name="Group 83">
                    <a:extLst>
                      <a:ext uri="{FF2B5EF4-FFF2-40B4-BE49-F238E27FC236}">
                        <a16:creationId xmlns:a16="http://schemas.microsoft.com/office/drawing/2014/main" id="{46E5704F-513A-E5AC-776C-75FF7117AF00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85" name="Oval 84">
                      <a:extLst>
                        <a:ext uri="{FF2B5EF4-FFF2-40B4-BE49-F238E27FC236}">
                          <a16:creationId xmlns:a16="http://schemas.microsoft.com/office/drawing/2014/main" id="{0AA127EB-217B-672F-F08A-1932BD1679E2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6" name="Oval 85">
                      <a:extLst>
                        <a:ext uri="{FF2B5EF4-FFF2-40B4-BE49-F238E27FC236}">
                          <a16:creationId xmlns:a16="http://schemas.microsoft.com/office/drawing/2014/main" id="{F7DD6130-E23C-CCE8-3B00-7C171C5061F0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7" name="Oval 86">
                      <a:extLst>
                        <a:ext uri="{FF2B5EF4-FFF2-40B4-BE49-F238E27FC236}">
                          <a16:creationId xmlns:a16="http://schemas.microsoft.com/office/drawing/2014/main" id="{C5B13EF2-2A60-9520-314A-EDEBD5565741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69AE5812-1142-6C43-73FF-8EE1BBDD296F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89" name="Arc 88">
                      <a:extLst>
                        <a:ext uri="{FF2B5EF4-FFF2-40B4-BE49-F238E27FC236}">
                          <a16:creationId xmlns:a16="http://schemas.microsoft.com/office/drawing/2014/main" id="{63CF7540-4923-3ED8-DE8B-5653059C52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0" name="Oval 89">
                      <a:extLst>
                        <a:ext uri="{FF2B5EF4-FFF2-40B4-BE49-F238E27FC236}">
                          <a16:creationId xmlns:a16="http://schemas.microsoft.com/office/drawing/2014/main" id="{B1B32A3A-FC25-DB17-319C-00F74AC1B0A4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1" name="Arc 90">
                      <a:extLst>
                        <a:ext uri="{FF2B5EF4-FFF2-40B4-BE49-F238E27FC236}">
                          <a16:creationId xmlns:a16="http://schemas.microsoft.com/office/drawing/2014/main" id="{CAFDA66A-ADA5-F157-82FA-A5EF0293AD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2" name="Arc 91">
                      <a:extLst>
                        <a:ext uri="{FF2B5EF4-FFF2-40B4-BE49-F238E27FC236}">
                          <a16:creationId xmlns:a16="http://schemas.microsoft.com/office/drawing/2014/main" id="{045261AB-8166-BBED-C284-59F663E0939A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1C88676B-3340-8502-4E82-ACF33854410D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34DED4CD-84CC-30C6-61DB-2C728AEBFE4B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BDBAAB7F-A59D-F88F-05EF-DAC7F9F3678F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71" name="Moon 70">
                  <a:extLst>
                    <a:ext uri="{FF2B5EF4-FFF2-40B4-BE49-F238E27FC236}">
                      <a16:creationId xmlns:a16="http://schemas.microsoft.com/office/drawing/2014/main" id="{3943F959-B00C-2462-C025-4C6FD4597506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C2B0A3A-7F51-B288-88EE-51669C21C269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AAA84B1B-295B-41D8-0256-DC9DF13B9D80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A93F3B61-ED8F-6F05-8CFD-047CD7059B70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BE9607E1-FC20-6F1C-BFEA-DEF2873A5415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EE6B3ECA-0C40-453D-44E7-5137BB5714B4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9BDA9F82-CEFE-9D81-7EA9-CECAF8314B2A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31AAB1E3-B6AC-A99E-52DF-B49A05B83551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F49DFEE-329C-D1ED-06D9-18368ABA2C1F}"/>
                </a:ext>
              </a:extLst>
            </p:cNvPr>
            <p:cNvSpPr txBox="1"/>
            <p:nvPr/>
          </p:nvSpPr>
          <p:spPr>
            <a:xfrm>
              <a:off x="4440452" y="751715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pIgR</a:t>
              </a:r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F3EBAA7-5D36-90A0-2C03-56E4D2DDB35D}"/>
                </a:ext>
              </a:extLst>
            </p:cNvPr>
            <p:cNvGrpSpPr/>
            <p:nvPr/>
          </p:nvGrpSpPr>
          <p:grpSpPr>
            <a:xfrm rot="10800000">
              <a:off x="5360183" y="5688626"/>
              <a:ext cx="45719" cy="375264"/>
              <a:chOff x="6686062" y="3899868"/>
              <a:chExt cx="74130" cy="410527"/>
            </a:xfrm>
          </p:grpSpPr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1B9E1FAF-943F-318F-C508-3506EAEE70FC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ounded Rectangle 62">
                <a:extLst>
                  <a:ext uri="{FF2B5EF4-FFF2-40B4-BE49-F238E27FC236}">
                    <a16:creationId xmlns:a16="http://schemas.microsoft.com/office/drawing/2014/main" id="{656199D7-4198-6145-C55F-7FF845426E6F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8F2A23E0-A981-9F1B-543C-38CD05A00E61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4D2C13FD-5B99-BB17-E3E4-30F31849EF47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8EC0C9CE-19BF-9054-1762-6C63DD5C8EA5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BB136C3-8655-604D-B1F6-7C8986096592}"/>
                  </a:ext>
                </a:extLst>
              </p:cNvPr>
              <p:cNvCxnSpPr>
                <a:cxnSpLocks/>
                <a:stCxn id="62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03EF9E2-6372-7D29-2ECC-9BA0A3D3F1DA}"/>
                </a:ext>
              </a:extLst>
            </p:cNvPr>
            <p:cNvSpPr txBox="1"/>
            <p:nvPr/>
          </p:nvSpPr>
          <p:spPr>
            <a:xfrm>
              <a:off x="5301193" y="5670401"/>
              <a:ext cx="14509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polymeric IgA transport receptor</a:t>
              </a:r>
            </a:p>
          </p:txBody>
        </p:sp>
        <p:sp>
          <p:nvSpPr>
            <p:cNvPr id="1484" name="Rounded Rectangle 1483">
              <a:extLst>
                <a:ext uri="{FF2B5EF4-FFF2-40B4-BE49-F238E27FC236}">
                  <a16:creationId xmlns:a16="http://schemas.microsoft.com/office/drawing/2014/main" id="{1EBA9B79-4A07-653C-2B09-6413952DF493}"/>
                </a:ext>
              </a:extLst>
            </p:cNvPr>
            <p:cNvSpPr/>
            <p:nvPr/>
          </p:nvSpPr>
          <p:spPr>
            <a:xfrm rot="5400000">
              <a:off x="7328938" y="5061934"/>
              <a:ext cx="44815" cy="62419"/>
            </a:xfrm>
            <a:prstGeom prst="roundRect">
              <a:avLst/>
            </a:prstGeom>
            <a:solidFill>
              <a:schemeClr val="accent2"/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5" name="Rounded Rectangle 1484">
              <a:extLst>
                <a:ext uri="{FF2B5EF4-FFF2-40B4-BE49-F238E27FC236}">
                  <a16:creationId xmlns:a16="http://schemas.microsoft.com/office/drawing/2014/main" id="{7B693328-1B2E-4900-31D6-095810FCB072}"/>
                </a:ext>
              </a:extLst>
            </p:cNvPr>
            <p:cNvSpPr/>
            <p:nvPr/>
          </p:nvSpPr>
          <p:spPr>
            <a:xfrm rot="5400000">
              <a:off x="7530270" y="3917277"/>
              <a:ext cx="44815" cy="62419"/>
            </a:xfrm>
            <a:prstGeom prst="roundRect">
              <a:avLst/>
            </a:prstGeom>
            <a:solidFill>
              <a:schemeClr val="accent2"/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6" name="Rounded Rectangle 1485">
              <a:extLst>
                <a:ext uri="{FF2B5EF4-FFF2-40B4-BE49-F238E27FC236}">
                  <a16:creationId xmlns:a16="http://schemas.microsoft.com/office/drawing/2014/main" id="{D27FCF9A-3293-2264-8B74-7F78478515A6}"/>
                </a:ext>
              </a:extLst>
            </p:cNvPr>
            <p:cNvSpPr/>
            <p:nvPr/>
          </p:nvSpPr>
          <p:spPr>
            <a:xfrm rot="5400000">
              <a:off x="7775937" y="3213577"/>
              <a:ext cx="44815" cy="62419"/>
            </a:xfrm>
            <a:prstGeom prst="roundRect">
              <a:avLst/>
            </a:prstGeom>
            <a:solidFill>
              <a:schemeClr val="accent2"/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7" name="Rounded Rectangle 1486">
              <a:extLst>
                <a:ext uri="{FF2B5EF4-FFF2-40B4-BE49-F238E27FC236}">
                  <a16:creationId xmlns:a16="http://schemas.microsoft.com/office/drawing/2014/main" id="{CD632E14-788E-8C40-881E-9B061C990937}"/>
                </a:ext>
              </a:extLst>
            </p:cNvPr>
            <p:cNvSpPr/>
            <p:nvPr/>
          </p:nvSpPr>
          <p:spPr>
            <a:xfrm rot="5400000">
              <a:off x="7253456" y="2607540"/>
              <a:ext cx="44815" cy="62419"/>
            </a:xfrm>
            <a:prstGeom prst="roundRect">
              <a:avLst/>
            </a:prstGeom>
            <a:solidFill>
              <a:schemeClr val="accent2"/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53EEA071-0CE9-90DE-EC80-B814DA76559A}"/>
                </a:ext>
              </a:extLst>
            </p:cNvPr>
            <p:cNvSpPr txBox="1"/>
            <p:nvPr/>
          </p:nvSpPr>
          <p:spPr>
            <a:xfrm>
              <a:off x="2784043" y="1383966"/>
              <a:ext cx="18218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Respiratory </a:t>
              </a:r>
            </a:p>
            <a:p>
              <a:pPr algn="ctr"/>
              <a:r>
                <a:rPr lang="en-US" dirty="0"/>
                <a:t>mucosal tissue</a:t>
              </a:r>
            </a:p>
            <a:p>
              <a:pPr algn="ctr"/>
              <a:r>
                <a:rPr lang="en-US" dirty="0"/>
                <a:t>(production site)</a:t>
              </a:r>
            </a:p>
          </p:txBody>
        </p:sp>
        <p:sp>
          <p:nvSpPr>
            <p:cNvPr id="1491" name="Rounded Rectangle 1490">
              <a:extLst>
                <a:ext uri="{FF2B5EF4-FFF2-40B4-BE49-F238E27FC236}">
                  <a16:creationId xmlns:a16="http://schemas.microsoft.com/office/drawing/2014/main" id="{2C9B2CBB-A47C-5935-DC6E-23789C0B2FD3}"/>
                </a:ext>
              </a:extLst>
            </p:cNvPr>
            <p:cNvSpPr/>
            <p:nvPr/>
          </p:nvSpPr>
          <p:spPr>
            <a:xfrm rot="5400000">
              <a:off x="5247738" y="544141"/>
              <a:ext cx="1034793" cy="1398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2" name="Freeform 1491">
              <a:extLst>
                <a:ext uri="{FF2B5EF4-FFF2-40B4-BE49-F238E27FC236}">
                  <a16:creationId xmlns:a16="http://schemas.microsoft.com/office/drawing/2014/main" id="{2E93827E-6584-8B56-0FBB-D821CF9B849A}"/>
                </a:ext>
              </a:extLst>
            </p:cNvPr>
            <p:cNvSpPr/>
            <p:nvPr/>
          </p:nvSpPr>
          <p:spPr>
            <a:xfrm rot="5400000">
              <a:off x="6273816" y="940562"/>
              <a:ext cx="912036" cy="610268"/>
            </a:xfrm>
            <a:custGeom>
              <a:avLst/>
              <a:gdLst>
                <a:gd name="csX0" fmla="*/ 0 w 934342"/>
                <a:gd name="csY0" fmla="*/ 485425 h 645742"/>
                <a:gd name="csX1" fmla="*/ 77190 w 934342"/>
                <a:gd name="csY1" fmla="*/ 402298 h 645742"/>
                <a:gd name="csX2" fmla="*/ 95003 w 934342"/>
                <a:gd name="csY2" fmla="*/ 40100 h 645742"/>
                <a:gd name="csX3" fmla="*/ 118753 w 934342"/>
                <a:gd name="csY3" fmla="*/ 10412 h 645742"/>
                <a:gd name="csX4" fmla="*/ 160317 w 934342"/>
                <a:gd name="csY4" fmla="*/ 51976 h 645742"/>
                <a:gd name="csX5" fmla="*/ 160317 w 934342"/>
                <a:gd name="csY5" fmla="*/ 437924 h 645742"/>
                <a:gd name="csX6" fmla="*/ 219693 w 934342"/>
                <a:gd name="csY6" fmla="*/ 509176 h 645742"/>
                <a:gd name="csX7" fmla="*/ 273132 w 934342"/>
                <a:gd name="csY7" fmla="*/ 426049 h 645742"/>
                <a:gd name="csX8" fmla="*/ 273132 w 934342"/>
                <a:gd name="csY8" fmla="*/ 57913 h 645742"/>
                <a:gd name="csX9" fmla="*/ 326571 w 934342"/>
                <a:gd name="csY9" fmla="*/ 16350 h 645742"/>
                <a:gd name="csX10" fmla="*/ 356260 w 934342"/>
                <a:gd name="csY10" fmla="*/ 93539 h 645742"/>
                <a:gd name="csX11" fmla="*/ 356260 w 934342"/>
                <a:gd name="csY11" fmla="*/ 467612 h 645742"/>
                <a:gd name="csX12" fmla="*/ 463138 w 934342"/>
                <a:gd name="csY12" fmla="*/ 491363 h 645742"/>
                <a:gd name="csX13" fmla="*/ 469075 w 934342"/>
                <a:gd name="csY13" fmla="*/ 63851 h 645742"/>
                <a:gd name="csX14" fmla="*/ 504701 w 934342"/>
                <a:gd name="csY14" fmla="*/ 22287 h 645742"/>
                <a:gd name="csX15" fmla="*/ 552203 w 934342"/>
                <a:gd name="csY15" fmla="*/ 81664 h 645742"/>
                <a:gd name="csX16" fmla="*/ 581891 w 934342"/>
                <a:gd name="csY16" fmla="*/ 503238 h 645742"/>
                <a:gd name="csX17" fmla="*/ 665018 w 934342"/>
                <a:gd name="csY17" fmla="*/ 437924 h 645742"/>
                <a:gd name="csX18" fmla="*/ 665018 w 934342"/>
                <a:gd name="csY18" fmla="*/ 75726 h 645742"/>
                <a:gd name="csX19" fmla="*/ 742208 w 934342"/>
                <a:gd name="csY19" fmla="*/ 46038 h 645742"/>
                <a:gd name="csX20" fmla="*/ 748145 w 934342"/>
                <a:gd name="csY20" fmla="*/ 265732 h 645742"/>
                <a:gd name="csX21" fmla="*/ 765958 w 934342"/>
                <a:gd name="csY21" fmla="*/ 479487 h 645742"/>
                <a:gd name="csX22" fmla="*/ 843148 w 934342"/>
                <a:gd name="csY22" fmla="*/ 473550 h 645742"/>
                <a:gd name="csX23" fmla="*/ 866899 w 934342"/>
                <a:gd name="csY23" fmla="*/ 69789 h 645742"/>
                <a:gd name="csX24" fmla="*/ 926275 w 934342"/>
                <a:gd name="csY24" fmla="*/ 75726 h 645742"/>
                <a:gd name="csX25" fmla="*/ 932213 w 934342"/>
                <a:gd name="csY25" fmla="*/ 645742 h 645742"/>
                <a:gd name="csX0" fmla="*/ 0 w 903080"/>
                <a:gd name="csY0" fmla="*/ 575302 h 645742"/>
                <a:gd name="csX1" fmla="*/ 45928 w 903080"/>
                <a:gd name="csY1" fmla="*/ 402298 h 645742"/>
                <a:gd name="csX2" fmla="*/ 63741 w 903080"/>
                <a:gd name="csY2" fmla="*/ 40100 h 645742"/>
                <a:gd name="csX3" fmla="*/ 87491 w 903080"/>
                <a:gd name="csY3" fmla="*/ 10412 h 645742"/>
                <a:gd name="csX4" fmla="*/ 129055 w 903080"/>
                <a:gd name="csY4" fmla="*/ 51976 h 645742"/>
                <a:gd name="csX5" fmla="*/ 129055 w 903080"/>
                <a:gd name="csY5" fmla="*/ 437924 h 645742"/>
                <a:gd name="csX6" fmla="*/ 188431 w 903080"/>
                <a:gd name="csY6" fmla="*/ 509176 h 645742"/>
                <a:gd name="csX7" fmla="*/ 241870 w 903080"/>
                <a:gd name="csY7" fmla="*/ 426049 h 645742"/>
                <a:gd name="csX8" fmla="*/ 241870 w 903080"/>
                <a:gd name="csY8" fmla="*/ 57913 h 645742"/>
                <a:gd name="csX9" fmla="*/ 295309 w 903080"/>
                <a:gd name="csY9" fmla="*/ 16350 h 645742"/>
                <a:gd name="csX10" fmla="*/ 324998 w 903080"/>
                <a:gd name="csY10" fmla="*/ 93539 h 645742"/>
                <a:gd name="csX11" fmla="*/ 324998 w 903080"/>
                <a:gd name="csY11" fmla="*/ 467612 h 645742"/>
                <a:gd name="csX12" fmla="*/ 431876 w 903080"/>
                <a:gd name="csY12" fmla="*/ 491363 h 645742"/>
                <a:gd name="csX13" fmla="*/ 437813 w 903080"/>
                <a:gd name="csY13" fmla="*/ 63851 h 645742"/>
                <a:gd name="csX14" fmla="*/ 473439 w 903080"/>
                <a:gd name="csY14" fmla="*/ 22287 h 645742"/>
                <a:gd name="csX15" fmla="*/ 520941 w 903080"/>
                <a:gd name="csY15" fmla="*/ 81664 h 645742"/>
                <a:gd name="csX16" fmla="*/ 550629 w 903080"/>
                <a:gd name="csY16" fmla="*/ 503238 h 645742"/>
                <a:gd name="csX17" fmla="*/ 633756 w 903080"/>
                <a:gd name="csY17" fmla="*/ 437924 h 645742"/>
                <a:gd name="csX18" fmla="*/ 633756 w 903080"/>
                <a:gd name="csY18" fmla="*/ 75726 h 645742"/>
                <a:gd name="csX19" fmla="*/ 710946 w 903080"/>
                <a:gd name="csY19" fmla="*/ 46038 h 645742"/>
                <a:gd name="csX20" fmla="*/ 716883 w 903080"/>
                <a:gd name="csY20" fmla="*/ 265732 h 645742"/>
                <a:gd name="csX21" fmla="*/ 734696 w 903080"/>
                <a:gd name="csY21" fmla="*/ 479487 h 645742"/>
                <a:gd name="csX22" fmla="*/ 811886 w 903080"/>
                <a:gd name="csY22" fmla="*/ 473550 h 645742"/>
                <a:gd name="csX23" fmla="*/ 835637 w 903080"/>
                <a:gd name="csY23" fmla="*/ 69789 h 645742"/>
                <a:gd name="csX24" fmla="*/ 895013 w 903080"/>
                <a:gd name="csY24" fmla="*/ 75726 h 645742"/>
                <a:gd name="csX25" fmla="*/ 900951 w 903080"/>
                <a:gd name="csY25" fmla="*/ 645742 h 645742"/>
                <a:gd name="csX0" fmla="*/ 0 w 902297"/>
                <a:gd name="csY0" fmla="*/ 575302 h 646159"/>
                <a:gd name="csX1" fmla="*/ 45928 w 902297"/>
                <a:gd name="csY1" fmla="*/ 402298 h 646159"/>
                <a:gd name="csX2" fmla="*/ 63741 w 902297"/>
                <a:gd name="csY2" fmla="*/ 40100 h 646159"/>
                <a:gd name="csX3" fmla="*/ 87491 w 902297"/>
                <a:gd name="csY3" fmla="*/ 10412 h 646159"/>
                <a:gd name="csX4" fmla="*/ 129055 w 902297"/>
                <a:gd name="csY4" fmla="*/ 51976 h 646159"/>
                <a:gd name="csX5" fmla="*/ 129055 w 902297"/>
                <a:gd name="csY5" fmla="*/ 437924 h 646159"/>
                <a:gd name="csX6" fmla="*/ 188431 w 902297"/>
                <a:gd name="csY6" fmla="*/ 509176 h 646159"/>
                <a:gd name="csX7" fmla="*/ 241870 w 902297"/>
                <a:gd name="csY7" fmla="*/ 426049 h 646159"/>
                <a:gd name="csX8" fmla="*/ 241870 w 902297"/>
                <a:gd name="csY8" fmla="*/ 57913 h 646159"/>
                <a:gd name="csX9" fmla="*/ 295309 w 902297"/>
                <a:gd name="csY9" fmla="*/ 16350 h 646159"/>
                <a:gd name="csX10" fmla="*/ 324998 w 902297"/>
                <a:gd name="csY10" fmla="*/ 93539 h 646159"/>
                <a:gd name="csX11" fmla="*/ 324998 w 902297"/>
                <a:gd name="csY11" fmla="*/ 467612 h 646159"/>
                <a:gd name="csX12" fmla="*/ 431876 w 902297"/>
                <a:gd name="csY12" fmla="*/ 491363 h 646159"/>
                <a:gd name="csX13" fmla="*/ 437813 w 902297"/>
                <a:gd name="csY13" fmla="*/ 63851 h 646159"/>
                <a:gd name="csX14" fmla="*/ 473439 w 902297"/>
                <a:gd name="csY14" fmla="*/ 22287 h 646159"/>
                <a:gd name="csX15" fmla="*/ 520941 w 902297"/>
                <a:gd name="csY15" fmla="*/ 81664 h 646159"/>
                <a:gd name="csX16" fmla="*/ 550629 w 902297"/>
                <a:gd name="csY16" fmla="*/ 503238 h 646159"/>
                <a:gd name="csX17" fmla="*/ 633756 w 902297"/>
                <a:gd name="csY17" fmla="*/ 437924 h 646159"/>
                <a:gd name="csX18" fmla="*/ 633756 w 902297"/>
                <a:gd name="csY18" fmla="*/ 75726 h 646159"/>
                <a:gd name="csX19" fmla="*/ 710946 w 902297"/>
                <a:gd name="csY19" fmla="*/ 46038 h 646159"/>
                <a:gd name="csX20" fmla="*/ 716883 w 902297"/>
                <a:gd name="csY20" fmla="*/ 265732 h 646159"/>
                <a:gd name="csX21" fmla="*/ 734696 w 902297"/>
                <a:gd name="csY21" fmla="*/ 479487 h 646159"/>
                <a:gd name="csX22" fmla="*/ 811886 w 902297"/>
                <a:gd name="csY22" fmla="*/ 473550 h 646159"/>
                <a:gd name="csX23" fmla="*/ 835637 w 902297"/>
                <a:gd name="csY23" fmla="*/ 69789 h 646159"/>
                <a:gd name="csX24" fmla="*/ 895013 w 902297"/>
                <a:gd name="csY24" fmla="*/ 75726 h 646159"/>
                <a:gd name="csX25" fmla="*/ 901964 w 902297"/>
                <a:gd name="csY25" fmla="*/ 582104 h 646159"/>
                <a:gd name="csX26" fmla="*/ 900951 w 902297"/>
                <a:gd name="csY26" fmla="*/ 645742 h 646159"/>
                <a:gd name="csX0" fmla="*/ 0 w 902297"/>
                <a:gd name="csY0" fmla="*/ 575302 h 637726"/>
                <a:gd name="csX1" fmla="*/ 45928 w 902297"/>
                <a:gd name="csY1" fmla="*/ 402298 h 637726"/>
                <a:gd name="csX2" fmla="*/ 63741 w 902297"/>
                <a:gd name="csY2" fmla="*/ 40100 h 637726"/>
                <a:gd name="csX3" fmla="*/ 87491 w 902297"/>
                <a:gd name="csY3" fmla="*/ 10412 h 637726"/>
                <a:gd name="csX4" fmla="*/ 129055 w 902297"/>
                <a:gd name="csY4" fmla="*/ 51976 h 637726"/>
                <a:gd name="csX5" fmla="*/ 129055 w 902297"/>
                <a:gd name="csY5" fmla="*/ 437924 h 637726"/>
                <a:gd name="csX6" fmla="*/ 188431 w 902297"/>
                <a:gd name="csY6" fmla="*/ 509176 h 637726"/>
                <a:gd name="csX7" fmla="*/ 241870 w 902297"/>
                <a:gd name="csY7" fmla="*/ 426049 h 637726"/>
                <a:gd name="csX8" fmla="*/ 241870 w 902297"/>
                <a:gd name="csY8" fmla="*/ 57913 h 637726"/>
                <a:gd name="csX9" fmla="*/ 295309 w 902297"/>
                <a:gd name="csY9" fmla="*/ 16350 h 637726"/>
                <a:gd name="csX10" fmla="*/ 324998 w 902297"/>
                <a:gd name="csY10" fmla="*/ 93539 h 637726"/>
                <a:gd name="csX11" fmla="*/ 324998 w 902297"/>
                <a:gd name="csY11" fmla="*/ 467612 h 637726"/>
                <a:gd name="csX12" fmla="*/ 431876 w 902297"/>
                <a:gd name="csY12" fmla="*/ 491363 h 637726"/>
                <a:gd name="csX13" fmla="*/ 437813 w 902297"/>
                <a:gd name="csY13" fmla="*/ 63851 h 637726"/>
                <a:gd name="csX14" fmla="*/ 473439 w 902297"/>
                <a:gd name="csY14" fmla="*/ 22287 h 637726"/>
                <a:gd name="csX15" fmla="*/ 520941 w 902297"/>
                <a:gd name="csY15" fmla="*/ 81664 h 637726"/>
                <a:gd name="csX16" fmla="*/ 550629 w 902297"/>
                <a:gd name="csY16" fmla="*/ 503238 h 637726"/>
                <a:gd name="csX17" fmla="*/ 633756 w 902297"/>
                <a:gd name="csY17" fmla="*/ 437924 h 637726"/>
                <a:gd name="csX18" fmla="*/ 633756 w 902297"/>
                <a:gd name="csY18" fmla="*/ 75726 h 637726"/>
                <a:gd name="csX19" fmla="*/ 710946 w 902297"/>
                <a:gd name="csY19" fmla="*/ 46038 h 637726"/>
                <a:gd name="csX20" fmla="*/ 716883 w 902297"/>
                <a:gd name="csY20" fmla="*/ 265732 h 637726"/>
                <a:gd name="csX21" fmla="*/ 734696 w 902297"/>
                <a:gd name="csY21" fmla="*/ 479487 h 637726"/>
                <a:gd name="csX22" fmla="*/ 811886 w 902297"/>
                <a:gd name="csY22" fmla="*/ 473550 h 637726"/>
                <a:gd name="csX23" fmla="*/ 835637 w 902297"/>
                <a:gd name="csY23" fmla="*/ 69789 h 637726"/>
                <a:gd name="csX24" fmla="*/ 895013 w 902297"/>
                <a:gd name="csY24" fmla="*/ 75726 h 637726"/>
                <a:gd name="csX25" fmla="*/ 901964 w 902297"/>
                <a:gd name="csY25" fmla="*/ 582104 h 637726"/>
                <a:gd name="csX26" fmla="*/ 181 w 902297"/>
                <a:gd name="csY26" fmla="*/ 629833 h 637726"/>
                <a:gd name="csX0" fmla="*/ 0 w 902297"/>
                <a:gd name="csY0" fmla="*/ 575302 h 621152"/>
                <a:gd name="csX1" fmla="*/ 45928 w 902297"/>
                <a:gd name="csY1" fmla="*/ 402298 h 621152"/>
                <a:gd name="csX2" fmla="*/ 63741 w 902297"/>
                <a:gd name="csY2" fmla="*/ 40100 h 621152"/>
                <a:gd name="csX3" fmla="*/ 87491 w 902297"/>
                <a:gd name="csY3" fmla="*/ 10412 h 621152"/>
                <a:gd name="csX4" fmla="*/ 129055 w 902297"/>
                <a:gd name="csY4" fmla="*/ 51976 h 621152"/>
                <a:gd name="csX5" fmla="*/ 129055 w 902297"/>
                <a:gd name="csY5" fmla="*/ 437924 h 621152"/>
                <a:gd name="csX6" fmla="*/ 188431 w 902297"/>
                <a:gd name="csY6" fmla="*/ 509176 h 621152"/>
                <a:gd name="csX7" fmla="*/ 241870 w 902297"/>
                <a:gd name="csY7" fmla="*/ 426049 h 621152"/>
                <a:gd name="csX8" fmla="*/ 241870 w 902297"/>
                <a:gd name="csY8" fmla="*/ 57913 h 621152"/>
                <a:gd name="csX9" fmla="*/ 295309 w 902297"/>
                <a:gd name="csY9" fmla="*/ 16350 h 621152"/>
                <a:gd name="csX10" fmla="*/ 324998 w 902297"/>
                <a:gd name="csY10" fmla="*/ 93539 h 621152"/>
                <a:gd name="csX11" fmla="*/ 324998 w 902297"/>
                <a:gd name="csY11" fmla="*/ 467612 h 621152"/>
                <a:gd name="csX12" fmla="*/ 431876 w 902297"/>
                <a:gd name="csY12" fmla="*/ 491363 h 621152"/>
                <a:gd name="csX13" fmla="*/ 437813 w 902297"/>
                <a:gd name="csY13" fmla="*/ 63851 h 621152"/>
                <a:gd name="csX14" fmla="*/ 473439 w 902297"/>
                <a:gd name="csY14" fmla="*/ 22287 h 621152"/>
                <a:gd name="csX15" fmla="*/ 520941 w 902297"/>
                <a:gd name="csY15" fmla="*/ 81664 h 621152"/>
                <a:gd name="csX16" fmla="*/ 550629 w 902297"/>
                <a:gd name="csY16" fmla="*/ 503238 h 621152"/>
                <a:gd name="csX17" fmla="*/ 633756 w 902297"/>
                <a:gd name="csY17" fmla="*/ 437924 h 621152"/>
                <a:gd name="csX18" fmla="*/ 633756 w 902297"/>
                <a:gd name="csY18" fmla="*/ 75726 h 621152"/>
                <a:gd name="csX19" fmla="*/ 710946 w 902297"/>
                <a:gd name="csY19" fmla="*/ 46038 h 621152"/>
                <a:gd name="csX20" fmla="*/ 716883 w 902297"/>
                <a:gd name="csY20" fmla="*/ 265732 h 621152"/>
                <a:gd name="csX21" fmla="*/ 734696 w 902297"/>
                <a:gd name="csY21" fmla="*/ 479487 h 621152"/>
                <a:gd name="csX22" fmla="*/ 811886 w 902297"/>
                <a:gd name="csY22" fmla="*/ 473550 h 621152"/>
                <a:gd name="csX23" fmla="*/ 835637 w 902297"/>
                <a:gd name="csY23" fmla="*/ 69789 h 621152"/>
                <a:gd name="csX24" fmla="*/ 895013 w 902297"/>
                <a:gd name="csY24" fmla="*/ 75726 h 621152"/>
                <a:gd name="csX25" fmla="*/ 901964 w 902297"/>
                <a:gd name="csY25" fmla="*/ 582104 h 621152"/>
                <a:gd name="csX26" fmla="*/ 181 w 902297"/>
                <a:gd name="csY26" fmla="*/ 578127 h 621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02297" h="621152">
                  <a:moveTo>
                    <a:pt x="0" y="575302"/>
                  </a:moveTo>
                  <a:cubicBezTo>
                    <a:pt x="30678" y="570849"/>
                    <a:pt x="35305" y="491498"/>
                    <a:pt x="45928" y="402298"/>
                  </a:cubicBezTo>
                  <a:cubicBezTo>
                    <a:pt x="56552" y="313098"/>
                    <a:pt x="63741" y="40100"/>
                    <a:pt x="63741" y="40100"/>
                  </a:cubicBezTo>
                  <a:cubicBezTo>
                    <a:pt x="70668" y="-25214"/>
                    <a:pt x="76605" y="8433"/>
                    <a:pt x="87491" y="10412"/>
                  </a:cubicBezTo>
                  <a:cubicBezTo>
                    <a:pt x="98377" y="12391"/>
                    <a:pt x="122128" y="-19276"/>
                    <a:pt x="129055" y="51976"/>
                  </a:cubicBezTo>
                  <a:cubicBezTo>
                    <a:pt x="135982" y="123228"/>
                    <a:pt x="119159" y="361724"/>
                    <a:pt x="129055" y="437924"/>
                  </a:cubicBezTo>
                  <a:cubicBezTo>
                    <a:pt x="138951" y="514124"/>
                    <a:pt x="169629" y="511155"/>
                    <a:pt x="188431" y="509176"/>
                  </a:cubicBezTo>
                  <a:cubicBezTo>
                    <a:pt x="207233" y="507197"/>
                    <a:pt x="232964" y="501260"/>
                    <a:pt x="241870" y="426049"/>
                  </a:cubicBezTo>
                  <a:cubicBezTo>
                    <a:pt x="250777" y="350838"/>
                    <a:pt x="232964" y="126196"/>
                    <a:pt x="241870" y="57913"/>
                  </a:cubicBezTo>
                  <a:cubicBezTo>
                    <a:pt x="250777" y="-10370"/>
                    <a:pt x="281454" y="10412"/>
                    <a:pt x="295309" y="16350"/>
                  </a:cubicBezTo>
                  <a:cubicBezTo>
                    <a:pt x="309164" y="22288"/>
                    <a:pt x="320050" y="18329"/>
                    <a:pt x="324998" y="93539"/>
                  </a:cubicBezTo>
                  <a:cubicBezTo>
                    <a:pt x="329946" y="168749"/>
                    <a:pt x="307185" y="401308"/>
                    <a:pt x="324998" y="467612"/>
                  </a:cubicBezTo>
                  <a:cubicBezTo>
                    <a:pt x="342811" y="533916"/>
                    <a:pt x="413074" y="558657"/>
                    <a:pt x="431876" y="491363"/>
                  </a:cubicBezTo>
                  <a:cubicBezTo>
                    <a:pt x="450679" y="424069"/>
                    <a:pt x="430886" y="142030"/>
                    <a:pt x="437813" y="63851"/>
                  </a:cubicBezTo>
                  <a:cubicBezTo>
                    <a:pt x="444740" y="-14328"/>
                    <a:pt x="459584" y="19318"/>
                    <a:pt x="473439" y="22287"/>
                  </a:cubicBezTo>
                  <a:cubicBezTo>
                    <a:pt x="487294" y="25256"/>
                    <a:pt x="508076" y="1506"/>
                    <a:pt x="520941" y="81664"/>
                  </a:cubicBezTo>
                  <a:cubicBezTo>
                    <a:pt x="533806" y="161822"/>
                    <a:pt x="531827" y="443861"/>
                    <a:pt x="550629" y="503238"/>
                  </a:cubicBezTo>
                  <a:cubicBezTo>
                    <a:pt x="569431" y="562615"/>
                    <a:pt x="619901" y="509176"/>
                    <a:pt x="633756" y="437924"/>
                  </a:cubicBezTo>
                  <a:cubicBezTo>
                    <a:pt x="647611" y="366672"/>
                    <a:pt x="620891" y="141040"/>
                    <a:pt x="633756" y="75726"/>
                  </a:cubicBezTo>
                  <a:cubicBezTo>
                    <a:pt x="646621" y="10412"/>
                    <a:pt x="697092" y="14370"/>
                    <a:pt x="710946" y="46038"/>
                  </a:cubicBezTo>
                  <a:cubicBezTo>
                    <a:pt x="724800" y="77706"/>
                    <a:pt x="712925" y="193491"/>
                    <a:pt x="716883" y="265732"/>
                  </a:cubicBezTo>
                  <a:cubicBezTo>
                    <a:pt x="720841" y="337973"/>
                    <a:pt x="718862" y="444851"/>
                    <a:pt x="734696" y="479487"/>
                  </a:cubicBezTo>
                  <a:cubicBezTo>
                    <a:pt x="750530" y="514123"/>
                    <a:pt x="795063" y="541833"/>
                    <a:pt x="811886" y="473550"/>
                  </a:cubicBezTo>
                  <a:cubicBezTo>
                    <a:pt x="828709" y="405267"/>
                    <a:pt x="821783" y="136093"/>
                    <a:pt x="835637" y="69789"/>
                  </a:cubicBezTo>
                  <a:cubicBezTo>
                    <a:pt x="849491" y="3485"/>
                    <a:pt x="883959" y="-9660"/>
                    <a:pt x="895013" y="75726"/>
                  </a:cubicBezTo>
                  <a:cubicBezTo>
                    <a:pt x="906068" y="161112"/>
                    <a:pt x="900974" y="487101"/>
                    <a:pt x="901964" y="582104"/>
                  </a:cubicBezTo>
                  <a:cubicBezTo>
                    <a:pt x="902954" y="677107"/>
                    <a:pt x="350" y="567521"/>
                    <a:pt x="181" y="578127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3" name="Rounded Rectangle 1492">
              <a:extLst>
                <a:ext uri="{FF2B5EF4-FFF2-40B4-BE49-F238E27FC236}">
                  <a16:creationId xmlns:a16="http://schemas.microsoft.com/office/drawing/2014/main" id="{8B9148FF-4FCD-F8E6-07CA-FC7E7B4E5308}"/>
                </a:ext>
              </a:extLst>
            </p:cNvPr>
            <p:cNvSpPr/>
            <p:nvPr/>
          </p:nvSpPr>
          <p:spPr>
            <a:xfrm rot="5400000">
              <a:off x="6028015" y="1207715"/>
              <a:ext cx="840811" cy="1230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4" name="Oval 1493">
              <a:extLst>
                <a:ext uri="{FF2B5EF4-FFF2-40B4-BE49-F238E27FC236}">
                  <a16:creationId xmlns:a16="http://schemas.microsoft.com/office/drawing/2014/main" id="{60E28ADE-26FA-863D-5A34-400621CBF7D3}"/>
                </a:ext>
              </a:extLst>
            </p:cNvPr>
            <p:cNvSpPr/>
            <p:nvPr/>
          </p:nvSpPr>
          <p:spPr>
            <a:xfrm rot="5400000">
              <a:off x="5638623" y="921964"/>
              <a:ext cx="327121" cy="5657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02" name="Group 1501">
              <a:extLst>
                <a:ext uri="{FF2B5EF4-FFF2-40B4-BE49-F238E27FC236}">
                  <a16:creationId xmlns:a16="http://schemas.microsoft.com/office/drawing/2014/main" id="{8F265AAA-210A-33B3-6AA2-CB7ED33A0F26}"/>
                </a:ext>
              </a:extLst>
            </p:cNvPr>
            <p:cNvGrpSpPr/>
            <p:nvPr/>
          </p:nvGrpSpPr>
          <p:grpSpPr>
            <a:xfrm rot="5400000">
              <a:off x="4844514" y="1305311"/>
              <a:ext cx="45719" cy="375264"/>
              <a:chOff x="6686062" y="3899868"/>
              <a:chExt cx="74130" cy="410527"/>
            </a:xfrm>
          </p:grpSpPr>
          <p:sp>
            <p:nvSpPr>
              <p:cNvPr id="1503" name="Rounded Rectangle 1502">
                <a:extLst>
                  <a:ext uri="{FF2B5EF4-FFF2-40B4-BE49-F238E27FC236}">
                    <a16:creationId xmlns:a16="http://schemas.microsoft.com/office/drawing/2014/main" id="{068D9CDF-888C-D56E-2C9D-E63A971915A8}"/>
                  </a:ext>
                </a:extLst>
              </p:cNvPr>
              <p:cNvSpPr/>
              <p:nvPr/>
            </p:nvSpPr>
            <p:spPr>
              <a:xfrm>
                <a:off x="6686063" y="3970295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4" name="Rounded Rectangle 1503">
                <a:extLst>
                  <a:ext uri="{FF2B5EF4-FFF2-40B4-BE49-F238E27FC236}">
                    <a16:creationId xmlns:a16="http://schemas.microsoft.com/office/drawing/2014/main" id="{148AFD12-85D9-42D1-3016-7ADCAF1A473F}"/>
                  </a:ext>
                </a:extLst>
              </p:cNvPr>
              <p:cNvSpPr/>
              <p:nvPr/>
            </p:nvSpPr>
            <p:spPr>
              <a:xfrm>
                <a:off x="6686738" y="4039854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5" name="Rounded Rectangle 1504">
                <a:extLst>
                  <a:ext uri="{FF2B5EF4-FFF2-40B4-BE49-F238E27FC236}">
                    <a16:creationId xmlns:a16="http://schemas.microsoft.com/office/drawing/2014/main" id="{EF39B02B-E0EB-5083-8A07-75E811A1C29C}"/>
                  </a:ext>
                </a:extLst>
              </p:cNvPr>
              <p:cNvSpPr/>
              <p:nvPr/>
            </p:nvSpPr>
            <p:spPr>
              <a:xfrm>
                <a:off x="6687528" y="4108138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6" name="Rounded Rectangle 1505">
                <a:extLst>
                  <a:ext uri="{FF2B5EF4-FFF2-40B4-BE49-F238E27FC236}">
                    <a16:creationId xmlns:a16="http://schemas.microsoft.com/office/drawing/2014/main" id="{86A86F14-5AF8-6C35-FF7D-4EE015EC496F}"/>
                  </a:ext>
                </a:extLst>
              </p:cNvPr>
              <p:cNvSpPr/>
              <p:nvPr/>
            </p:nvSpPr>
            <p:spPr>
              <a:xfrm>
                <a:off x="6686062" y="4176422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7" name="Rounded Rectangle 1506">
                <a:extLst>
                  <a:ext uri="{FF2B5EF4-FFF2-40B4-BE49-F238E27FC236}">
                    <a16:creationId xmlns:a16="http://schemas.microsoft.com/office/drawing/2014/main" id="{A6C0E447-B0C3-7B3B-CA35-3224B393A20B}"/>
                  </a:ext>
                </a:extLst>
              </p:cNvPr>
              <p:cNvSpPr/>
              <p:nvPr/>
            </p:nvSpPr>
            <p:spPr>
              <a:xfrm>
                <a:off x="6686982" y="4242111"/>
                <a:ext cx="72664" cy="68284"/>
              </a:xfrm>
              <a:prstGeom prst="roundRect">
                <a:avLst/>
              </a:prstGeom>
              <a:solidFill>
                <a:schemeClr val="accent2"/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08" name="Straight Connector 1507">
                <a:extLst>
                  <a:ext uri="{FF2B5EF4-FFF2-40B4-BE49-F238E27FC236}">
                    <a16:creationId xmlns:a16="http://schemas.microsoft.com/office/drawing/2014/main" id="{48FA1146-22C8-D978-921D-33E6D066B464}"/>
                  </a:ext>
                </a:extLst>
              </p:cNvPr>
              <p:cNvCxnSpPr>
                <a:cxnSpLocks/>
                <a:stCxn id="1503" idx="0"/>
              </p:cNvCxnSpPr>
              <p:nvPr/>
            </p:nvCxnSpPr>
            <p:spPr>
              <a:xfrm flipV="1">
                <a:off x="6722395" y="3899868"/>
                <a:ext cx="0" cy="70427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0" name="Group 1549">
              <a:extLst>
                <a:ext uri="{FF2B5EF4-FFF2-40B4-BE49-F238E27FC236}">
                  <a16:creationId xmlns:a16="http://schemas.microsoft.com/office/drawing/2014/main" id="{EDE45C54-E506-B0EB-D910-8995DB29FF22}"/>
                </a:ext>
              </a:extLst>
            </p:cNvPr>
            <p:cNvGrpSpPr/>
            <p:nvPr/>
          </p:nvGrpSpPr>
          <p:grpSpPr>
            <a:xfrm>
              <a:off x="7446965" y="2576345"/>
              <a:ext cx="519248" cy="515445"/>
              <a:chOff x="7834657" y="2437554"/>
              <a:chExt cx="718792" cy="776250"/>
            </a:xfrm>
          </p:grpSpPr>
          <p:sp>
            <p:nvSpPr>
              <p:cNvPr id="1518" name="Oval 1517">
                <a:extLst>
                  <a:ext uri="{FF2B5EF4-FFF2-40B4-BE49-F238E27FC236}">
                    <a16:creationId xmlns:a16="http://schemas.microsoft.com/office/drawing/2014/main" id="{A17728C3-CCB1-FAA8-21DB-DD3F71B7D37A}"/>
                  </a:ext>
                </a:extLst>
              </p:cNvPr>
              <p:cNvSpPr/>
              <p:nvPr/>
            </p:nvSpPr>
            <p:spPr>
              <a:xfrm>
                <a:off x="7974419" y="2613949"/>
                <a:ext cx="427685" cy="426963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20" name="Straight Connector 1519">
                <a:extLst>
                  <a:ext uri="{FF2B5EF4-FFF2-40B4-BE49-F238E27FC236}">
                    <a16:creationId xmlns:a16="http://schemas.microsoft.com/office/drawing/2014/main" id="{7A66EE58-0020-334B-7467-10C7D986D6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73198" y="2632259"/>
                <a:ext cx="126068" cy="7610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4" name="Straight Connector 1523">
                <a:extLst>
                  <a:ext uri="{FF2B5EF4-FFF2-40B4-BE49-F238E27FC236}">
                    <a16:creationId xmlns:a16="http://schemas.microsoft.com/office/drawing/2014/main" id="{7BB6252C-121C-EAB1-E703-1FB1BF711C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7257" y="2927186"/>
                <a:ext cx="126068" cy="8653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5" name="Straight Connector 1524">
                <a:extLst>
                  <a:ext uri="{FF2B5EF4-FFF2-40B4-BE49-F238E27FC236}">
                    <a16:creationId xmlns:a16="http://schemas.microsoft.com/office/drawing/2014/main" id="{ABA5AAF2-BE2F-C0B6-257E-699EC18FA8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65426" y="2597263"/>
                <a:ext cx="124233" cy="989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9" name="Straight Connector 1528">
                <a:extLst>
                  <a:ext uri="{FF2B5EF4-FFF2-40B4-BE49-F238E27FC236}">
                    <a16:creationId xmlns:a16="http://schemas.microsoft.com/office/drawing/2014/main" id="{00C6991F-058C-5DEE-EB94-EF938CDC4E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6864" y="2932452"/>
                <a:ext cx="107086" cy="8126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3" name="Straight Connector 1532">
                <a:extLst>
                  <a:ext uri="{FF2B5EF4-FFF2-40B4-BE49-F238E27FC236}">
                    <a16:creationId xmlns:a16="http://schemas.microsoft.com/office/drawing/2014/main" id="{FCBE45AF-5FA0-28DD-FD9C-19730EDE8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2569" y="2483273"/>
                <a:ext cx="0" cy="1237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" name="Straight Connector 1535">
                <a:extLst>
                  <a:ext uri="{FF2B5EF4-FFF2-40B4-BE49-F238E27FC236}">
                    <a16:creationId xmlns:a16="http://schemas.microsoft.com/office/drawing/2014/main" id="{CC735D7E-3889-6BFA-B0F4-8CA1595B40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8261" y="3040912"/>
                <a:ext cx="0" cy="1237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4" name="Oval 1543">
                <a:extLst>
                  <a:ext uri="{FF2B5EF4-FFF2-40B4-BE49-F238E27FC236}">
                    <a16:creationId xmlns:a16="http://schemas.microsoft.com/office/drawing/2014/main" id="{EA4070A3-000D-C072-F649-DCA79BC2FFBF}"/>
                  </a:ext>
                </a:extLst>
              </p:cNvPr>
              <p:cNvSpPr/>
              <p:nvPr/>
            </p:nvSpPr>
            <p:spPr>
              <a:xfrm>
                <a:off x="8151052" y="2437554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5" name="Oval 1544">
                <a:extLst>
                  <a:ext uri="{FF2B5EF4-FFF2-40B4-BE49-F238E27FC236}">
                    <a16:creationId xmlns:a16="http://schemas.microsoft.com/office/drawing/2014/main" id="{AB1C3FD1-49FB-44B0-6DAB-8178C60125D6}"/>
                  </a:ext>
                </a:extLst>
              </p:cNvPr>
              <p:cNvSpPr/>
              <p:nvPr/>
            </p:nvSpPr>
            <p:spPr>
              <a:xfrm rot="3319598">
                <a:off x="8474851" y="2567454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6" name="Oval 1545">
                <a:extLst>
                  <a:ext uri="{FF2B5EF4-FFF2-40B4-BE49-F238E27FC236}">
                    <a16:creationId xmlns:a16="http://schemas.microsoft.com/office/drawing/2014/main" id="{41D0E354-E23E-B5CD-7BC5-550537205986}"/>
                  </a:ext>
                </a:extLst>
              </p:cNvPr>
              <p:cNvSpPr/>
              <p:nvPr/>
            </p:nvSpPr>
            <p:spPr>
              <a:xfrm rot="3319598">
                <a:off x="7838638" y="3004457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7" name="Oval 1546">
                <a:extLst>
                  <a:ext uri="{FF2B5EF4-FFF2-40B4-BE49-F238E27FC236}">
                    <a16:creationId xmlns:a16="http://schemas.microsoft.com/office/drawing/2014/main" id="{1D344647-2C5B-D39F-E833-D46A15FBEF1A}"/>
                  </a:ext>
                </a:extLst>
              </p:cNvPr>
              <p:cNvSpPr/>
              <p:nvPr/>
            </p:nvSpPr>
            <p:spPr>
              <a:xfrm rot="18236711">
                <a:off x="8499073" y="3004442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8" name="Oval 1547">
                <a:extLst>
                  <a:ext uri="{FF2B5EF4-FFF2-40B4-BE49-F238E27FC236}">
                    <a16:creationId xmlns:a16="http://schemas.microsoft.com/office/drawing/2014/main" id="{C08A727A-4F5A-D68B-88F6-82186C9A4265}"/>
                  </a:ext>
                </a:extLst>
              </p:cNvPr>
              <p:cNvSpPr/>
              <p:nvPr/>
            </p:nvSpPr>
            <p:spPr>
              <a:xfrm rot="18236711">
                <a:off x="7826000" y="2601812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9" name="Oval 1548">
                <a:extLst>
                  <a:ext uri="{FF2B5EF4-FFF2-40B4-BE49-F238E27FC236}">
                    <a16:creationId xmlns:a16="http://schemas.microsoft.com/office/drawing/2014/main" id="{BE7D80DE-4960-2A47-8AD3-B395DB7E5ADE}"/>
                  </a:ext>
                </a:extLst>
              </p:cNvPr>
              <p:cNvSpPr/>
              <p:nvPr/>
            </p:nvSpPr>
            <p:spPr>
              <a:xfrm>
                <a:off x="8151052" y="3168085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12" name="Group 1611">
              <a:extLst>
                <a:ext uri="{FF2B5EF4-FFF2-40B4-BE49-F238E27FC236}">
                  <a16:creationId xmlns:a16="http://schemas.microsoft.com/office/drawing/2014/main" id="{FFF8ED6A-732A-2D43-EC22-390EE59AA26B}"/>
                </a:ext>
              </a:extLst>
            </p:cNvPr>
            <p:cNvGrpSpPr/>
            <p:nvPr/>
          </p:nvGrpSpPr>
          <p:grpSpPr>
            <a:xfrm rot="5400000" flipH="1" flipV="1">
              <a:off x="7327498" y="4266857"/>
              <a:ext cx="144704" cy="348791"/>
              <a:chOff x="8901293" y="933753"/>
              <a:chExt cx="2135899" cy="5148330"/>
            </a:xfrm>
            <a:solidFill>
              <a:srgbClr val="FF0000"/>
            </a:solidFill>
          </p:grpSpPr>
          <p:grpSp>
            <p:nvGrpSpPr>
              <p:cNvPr id="1613" name="Group 1612">
                <a:extLst>
                  <a:ext uri="{FF2B5EF4-FFF2-40B4-BE49-F238E27FC236}">
                    <a16:creationId xmlns:a16="http://schemas.microsoft.com/office/drawing/2014/main" id="{782BE0B3-A3B8-4F6A-A316-5DEB6BD1C7F8}"/>
                  </a:ext>
                </a:extLst>
              </p:cNvPr>
              <p:cNvGrpSpPr/>
              <p:nvPr/>
            </p:nvGrpSpPr>
            <p:grpSpPr>
              <a:xfrm>
                <a:off x="8901293" y="933753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648" name="Group 1647">
                  <a:extLst>
                    <a:ext uri="{FF2B5EF4-FFF2-40B4-BE49-F238E27FC236}">
                      <a16:creationId xmlns:a16="http://schemas.microsoft.com/office/drawing/2014/main" id="{73E8BE20-2CA5-FCC3-725C-C8352768EF07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62" name="Oval 1661">
                    <a:extLst>
                      <a:ext uri="{FF2B5EF4-FFF2-40B4-BE49-F238E27FC236}">
                        <a16:creationId xmlns:a16="http://schemas.microsoft.com/office/drawing/2014/main" id="{D166D832-428B-3598-1782-B2B7BF02C4FE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63" name="Group 1662">
                    <a:extLst>
                      <a:ext uri="{FF2B5EF4-FFF2-40B4-BE49-F238E27FC236}">
                        <a16:creationId xmlns:a16="http://schemas.microsoft.com/office/drawing/2014/main" id="{2B7456ED-0965-E42B-7363-6A0165203151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64" name="Oval 1663">
                      <a:extLst>
                        <a:ext uri="{FF2B5EF4-FFF2-40B4-BE49-F238E27FC236}">
                          <a16:creationId xmlns:a16="http://schemas.microsoft.com/office/drawing/2014/main" id="{812F7954-7498-F933-A994-29CEE2F3A223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65" name="Oval 1664">
                      <a:extLst>
                        <a:ext uri="{FF2B5EF4-FFF2-40B4-BE49-F238E27FC236}">
                          <a16:creationId xmlns:a16="http://schemas.microsoft.com/office/drawing/2014/main" id="{88098AA3-40F9-86FF-127B-AA6CBB0562C2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66" name="Oval 1665">
                      <a:extLst>
                        <a:ext uri="{FF2B5EF4-FFF2-40B4-BE49-F238E27FC236}">
                          <a16:creationId xmlns:a16="http://schemas.microsoft.com/office/drawing/2014/main" id="{790633D8-57C2-9F28-0217-7DDF0FFB9907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67" name="Oval 1666">
                      <a:extLst>
                        <a:ext uri="{FF2B5EF4-FFF2-40B4-BE49-F238E27FC236}">
                          <a16:creationId xmlns:a16="http://schemas.microsoft.com/office/drawing/2014/main" id="{6B96A3AB-961E-69D3-BF51-61AC7EB76454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68" name="Arc 1667">
                      <a:extLst>
                        <a:ext uri="{FF2B5EF4-FFF2-40B4-BE49-F238E27FC236}">
                          <a16:creationId xmlns:a16="http://schemas.microsoft.com/office/drawing/2014/main" id="{BFC599C5-0EB5-C4C4-5ED5-C86D52D0BB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69" name="Oval 1668">
                      <a:extLst>
                        <a:ext uri="{FF2B5EF4-FFF2-40B4-BE49-F238E27FC236}">
                          <a16:creationId xmlns:a16="http://schemas.microsoft.com/office/drawing/2014/main" id="{B0101F80-999E-5F5A-0F13-7734AB0B08E0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70" name="Arc 1669">
                      <a:extLst>
                        <a:ext uri="{FF2B5EF4-FFF2-40B4-BE49-F238E27FC236}">
                          <a16:creationId xmlns:a16="http://schemas.microsoft.com/office/drawing/2014/main" id="{C27F488D-535E-63B8-2CFD-58DA1CFE0D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71" name="Arc 1670">
                      <a:extLst>
                        <a:ext uri="{FF2B5EF4-FFF2-40B4-BE49-F238E27FC236}">
                          <a16:creationId xmlns:a16="http://schemas.microsoft.com/office/drawing/2014/main" id="{B64BC2F0-2289-A829-F514-6C6AC7EAF337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49" name="Group 1648">
                  <a:extLst>
                    <a:ext uri="{FF2B5EF4-FFF2-40B4-BE49-F238E27FC236}">
                      <a16:creationId xmlns:a16="http://schemas.microsoft.com/office/drawing/2014/main" id="{A81AD797-FA67-F47F-D357-16F435BB25EF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52" name="Oval 1651">
                    <a:extLst>
                      <a:ext uri="{FF2B5EF4-FFF2-40B4-BE49-F238E27FC236}">
                        <a16:creationId xmlns:a16="http://schemas.microsoft.com/office/drawing/2014/main" id="{84865C39-C128-D473-2564-5A4885431BE8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53" name="Group 1652">
                    <a:extLst>
                      <a:ext uri="{FF2B5EF4-FFF2-40B4-BE49-F238E27FC236}">
                        <a16:creationId xmlns:a16="http://schemas.microsoft.com/office/drawing/2014/main" id="{62CB2072-3D05-BD2E-828A-7D5A7216F367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54" name="Oval 1653">
                      <a:extLst>
                        <a:ext uri="{FF2B5EF4-FFF2-40B4-BE49-F238E27FC236}">
                          <a16:creationId xmlns:a16="http://schemas.microsoft.com/office/drawing/2014/main" id="{162C8FB4-FFB8-77D2-B4C5-C566A9FDDAA5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5" name="Oval 1654">
                      <a:extLst>
                        <a:ext uri="{FF2B5EF4-FFF2-40B4-BE49-F238E27FC236}">
                          <a16:creationId xmlns:a16="http://schemas.microsoft.com/office/drawing/2014/main" id="{00C5F285-A4DA-4FA1-0220-3C5B0BD28928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6" name="Oval 1655">
                      <a:extLst>
                        <a:ext uri="{FF2B5EF4-FFF2-40B4-BE49-F238E27FC236}">
                          <a16:creationId xmlns:a16="http://schemas.microsoft.com/office/drawing/2014/main" id="{85D18EC7-AAD7-DB3A-8045-40E16206DB20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7" name="Oval 1656">
                      <a:extLst>
                        <a:ext uri="{FF2B5EF4-FFF2-40B4-BE49-F238E27FC236}">
                          <a16:creationId xmlns:a16="http://schemas.microsoft.com/office/drawing/2014/main" id="{76E5EEA3-430A-183C-A6FE-AD47D1891950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58" name="Arc 1657">
                      <a:extLst>
                        <a:ext uri="{FF2B5EF4-FFF2-40B4-BE49-F238E27FC236}">
                          <a16:creationId xmlns:a16="http://schemas.microsoft.com/office/drawing/2014/main" id="{EBA260B9-B341-6D91-F4CD-418A915556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59" name="Oval 1658">
                      <a:extLst>
                        <a:ext uri="{FF2B5EF4-FFF2-40B4-BE49-F238E27FC236}">
                          <a16:creationId xmlns:a16="http://schemas.microsoft.com/office/drawing/2014/main" id="{4EFD619A-BBB6-417F-4786-A1377334EE2B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60" name="Arc 1659">
                      <a:extLst>
                        <a:ext uri="{FF2B5EF4-FFF2-40B4-BE49-F238E27FC236}">
                          <a16:creationId xmlns:a16="http://schemas.microsoft.com/office/drawing/2014/main" id="{5A28ECE7-294B-2AEE-36FF-D0D8B70552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61" name="Arc 1660">
                      <a:extLst>
                        <a:ext uri="{FF2B5EF4-FFF2-40B4-BE49-F238E27FC236}">
                          <a16:creationId xmlns:a16="http://schemas.microsoft.com/office/drawing/2014/main" id="{468DA401-852A-8E08-8386-701E7BFEB303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650" name="Straight Connector 1649">
                  <a:extLst>
                    <a:ext uri="{FF2B5EF4-FFF2-40B4-BE49-F238E27FC236}">
                      <a16:creationId xmlns:a16="http://schemas.microsoft.com/office/drawing/2014/main" id="{CC6D765D-18A8-78B4-740B-F691EA76F1C3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1" name="Straight Connector 1650">
                  <a:extLst>
                    <a:ext uri="{FF2B5EF4-FFF2-40B4-BE49-F238E27FC236}">
                      <a16:creationId xmlns:a16="http://schemas.microsoft.com/office/drawing/2014/main" id="{E3FBE985-6D3A-E035-32BC-8B7A8418A4B4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4" name="Group 1613">
                <a:extLst>
                  <a:ext uri="{FF2B5EF4-FFF2-40B4-BE49-F238E27FC236}">
                    <a16:creationId xmlns:a16="http://schemas.microsoft.com/office/drawing/2014/main" id="{1BE84CEF-A0DC-B46A-AB77-C20AC6418909}"/>
                  </a:ext>
                </a:extLst>
              </p:cNvPr>
              <p:cNvGrpSpPr/>
              <p:nvPr/>
            </p:nvGrpSpPr>
            <p:grpSpPr>
              <a:xfrm flipV="1">
                <a:off x="8906828" y="3517591"/>
                <a:ext cx="2130364" cy="2564492"/>
                <a:chOff x="4102111" y="1327060"/>
                <a:chExt cx="2130364" cy="2564492"/>
              </a:xfrm>
              <a:grpFill/>
            </p:grpSpPr>
            <p:grpSp>
              <p:nvGrpSpPr>
                <p:cNvPr id="1624" name="Group 1623">
                  <a:extLst>
                    <a:ext uri="{FF2B5EF4-FFF2-40B4-BE49-F238E27FC236}">
                      <a16:creationId xmlns:a16="http://schemas.microsoft.com/office/drawing/2014/main" id="{6A59AA55-ACBC-71C2-424E-85619C61649C}"/>
                    </a:ext>
                  </a:extLst>
                </p:cNvPr>
                <p:cNvGrpSpPr/>
                <p:nvPr/>
              </p:nvGrpSpPr>
              <p:grpSpPr>
                <a:xfrm>
                  <a:off x="4102111" y="1327060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38" name="Oval 1637">
                    <a:extLst>
                      <a:ext uri="{FF2B5EF4-FFF2-40B4-BE49-F238E27FC236}">
                        <a16:creationId xmlns:a16="http://schemas.microsoft.com/office/drawing/2014/main" id="{B02DB25B-D1CC-ABCF-49F4-DB38FBF6BA2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39" name="Group 1638">
                    <a:extLst>
                      <a:ext uri="{FF2B5EF4-FFF2-40B4-BE49-F238E27FC236}">
                        <a16:creationId xmlns:a16="http://schemas.microsoft.com/office/drawing/2014/main" id="{D5E6B841-F9BB-6F09-A55A-70ACCB48C98F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40" name="Oval 1639">
                      <a:extLst>
                        <a:ext uri="{FF2B5EF4-FFF2-40B4-BE49-F238E27FC236}">
                          <a16:creationId xmlns:a16="http://schemas.microsoft.com/office/drawing/2014/main" id="{6C605B01-6FB2-BC93-808B-BF03B5079EA8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1" name="Oval 1640">
                      <a:extLst>
                        <a:ext uri="{FF2B5EF4-FFF2-40B4-BE49-F238E27FC236}">
                          <a16:creationId xmlns:a16="http://schemas.microsoft.com/office/drawing/2014/main" id="{F3DEB7FC-8D40-EB0F-46D1-C02F11DF6A0E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2" name="Oval 1641">
                      <a:extLst>
                        <a:ext uri="{FF2B5EF4-FFF2-40B4-BE49-F238E27FC236}">
                          <a16:creationId xmlns:a16="http://schemas.microsoft.com/office/drawing/2014/main" id="{28577C65-E823-5821-5C43-F0CCB15AB454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3" name="Oval 1642">
                      <a:extLst>
                        <a:ext uri="{FF2B5EF4-FFF2-40B4-BE49-F238E27FC236}">
                          <a16:creationId xmlns:a16="http://schemas.microsoft.com/office/drawing/2014/main" id="{AC27C5BB-7A49-B008-4B53-D288986BBF55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4" name="Arc 1643">
                      <a:extLst>
                        <a:ext uri="{FF2B5EF4-FFF2-40B4-BE49-F238E27FC236}">
                          <a16:creationId xmlns:a16="http://schemas.microsoft.com/office/drawing/2014/main" id="{67840941-11F8-727A-0E71-C1C5C22A3D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45" name="Oval 1644">
                      <a:extLst>
                        <a:ext uri="{FF2B5EF4-FFF2-40B4-BE49-F238E27FC236}">
                          <a16:creationId xmlns:a16="http://schemas.microsoft.com/office/drawing/2014/main" id="{2380D517-F494-5AE4-7416-090DB444DB2D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6" name="Arc 1645">
                      <a:extLst>
                        <a:ext uri="{FF2B5EF4-FFF2-40B4-BE49-F238E27FC236}">
                          <a16:creationId xmlns:a16="http://schemas.microsoft.com/office/drawing/2014/main" id="{6203E269-111A-18DF-1B10-0739BA03F0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47" name="Arc 1646">
                      <a:extLst>
                        <a:ext uri="{FF2B5EF4-FFF2-40B4-BE49-F238E27FC236}">
                          <a16:creationId xmlns:a16="http://schemas.microsoft.com/office/drawing/2014/main" id="{34CCB7F0-30F0-8D61-2115-3529FA7E08DF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25" name="Group 1624">
                  <a:extLst>
                    <a:ext uri="{FF2B5EF4-FFF2-40B4-BE49-F238E27FC236}">
                      <a16:creationId xmlns:a16="http://schemas.microsoft.com/office/drawing/2014/main" id="{4BE489B8-5B70-AFC9-54B1-95E282E2A6D3}"/>
                    </a:ext>
                  </a:extLst>
                </p:cNvPr>
                <p:cNvGrpSpPr/>
                <p:nvPr/>
              </p:nvGrpSpPr>
              <p:grpSpPr>
                <a:xfrm flipH="1">
                  <a:off x="5138140" y="1336301"/>
                  <a:ext cx="1094335" cy="2555251"/>
                  <a:chOff x="4102111" y="1327060"/>
                  <a:chExt cx="1094335" cy="2555251"/>
                </a:xfrm>
                <a:grpFill/>
              </p:grpSpPr>
              <p:sp>
                <p:nvSpPr>
                  <p:cNvPr id="1628" name="Oval 1627">
                    <a:extLst>
                      <a:ext uri="{FF2B5EF4-FFF2-40B4-BE49-F238E27FC236}">
                        <a16:creationId xmlns:a16="http://schemas.microsoft.com/office/drawing/2014/main" id="{21DD0C23-EC26-5DB1-9A53-164414502609}"/>
                      </a:ext>
                    </a:extLst>
                  </p:cNvPr>
                  <p:cNvSpPr/>
                  <p:nvPr/>
                </p:nvSpPr>
                <p:spPr>
                  <a:xfrm rot="2094095">
                    <a:off x="4224168" y="1327060"/>
                    <a:ext cx="583350" cy="424893"/>
                  </a:xfrm>
                  <a:prstGeom prst="ellipse">
                    <a:avLst/>
                  </a:prstGeom>
                  <a:grp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29" name="Group 1628">
                    <a:extLst>
                      <a:ext uri="{FF2B5EF4-FFF2-40B4-BE49-F238E27FC236}">
                        <a16:creationId xmlns:a16="http://schemas.microsoft.com/office/drawing/2014/main" id="{1FD6EB58-8385-1756-298E-A50BC79161B4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11" y="1374064"/>
                    <a:ext cx="1094335" cy="2508247"/>
                    <a:chOff x="4102111" y="1374064"/>
                    <a:chExt cx="1094335" cy="2508247"/>
                  </a:xfrm>
                  <a:grpFill/>
                </p:grpSpPr>
                <p:sp>
                  <p:nvSpPr>
                    <p:cNvPr id="1630" name="Oval 1629">
                      <a:extLst>
                        <a:ext uri="{FF2B5EF4-FFF2-40B4-BE49-F238E27FC236}">
                          <a16:creationId xmlns:a16="http://schemas.microsoft.com/office/drawing/2014/main" id="{F1AB5780-4CE6-0A75-2499-673E9285A09C}"/>
                        </a:ext>
                      </a:extLst>
                    </p:cNvPr>
                    <p:cNvSpPr/>
                    <p:nvPr/>
                  </p:nvSpPr>
                  <p:spPr>
                    <a:xfrm rot="4202241">
                      <a:off x="3939335" y="1536840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1" name="Oval 1630">
                      <a:extLst>
                        <a:ext uri="{FF2B5EF4-FFF2-40B4-BE49-F238E27FC236}">
                          <a16:creationId xmlns:a16="http://schemas.microsoft.com/office/drawing/2014/main" id="{A2F8D84C-33F9-30A8-C2DA-E7C39E0434C4}"/>
                        </a:ext>
                      </a:extLst>
                    </p:cNvPr>
                    <p:cNvSpPr/>
                    <p:nvPr/>
                  </p:nvSpPr>
                  <p:spPr>
                    <a:xfrm rot="2602848">
                      <a:off x="4310212" y="2022366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2" name="Oval 1631">
                      <a:extLst>
                        <a:ext uri="{FF2B5EF4-FFF2-40B4-BE49-F238E27FC236}">
                          <a16:creationId xmlns:a16="http://schemas.microsoft.com/office/drawing/2014/main" id="{B71641FA-F894-A8E2-DEED-4763C051147E}"/>
                        </a:ext>
                      </a:extLst>
                    </p:cNvPr>
                    <p:cNvSpPr/>
                    <p:nvPr/>
                  </p:nvSpPr>
                  <p:spPr>
                    <a:xfrm rot="4012902">
                      <a:off x="4560009" y="1873067"/>
                      <a:ext cx="663549" cy="337997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3" name="Oval 1632">
                      <a:extLst>
                        <a:ext uri="{FF2B5EF4-FFF2-40B4-BE49-F238E27FC236}">
                          <a16:creationId xmlns:a16="http://schemas.microsoft.com/office/drawing/2014/main" id="{11339ED9-76CE-14C5-E6E2-C137C7CFCA1A}"/>
                        </a:ext>
                      </a:extLst>
                    </p:cNvPr>
                    <p:cNvSpPr/>
                    <p:nvPr/>
                  </p:nvSpPr>
                  <p:spPr>
                    <a:xfrm rot="6593353">
                      <a:off x="4653267" y="2736730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4" name="Arc 1633">
                      <a:extLst>
                        <a:ext uri="{FF2B5EF4-FFF2-40B4-BE49-F238E27FC236}">
                          <a16:creationId xmlns:a16="http://schemas.microsoft.com/office/drawing/2014/main" id="{36F023AD-873D-5467-81D8-4903E5C50C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3113" y="2317108"/>
                      <a:ext cx="215224" cy="70105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5" name="Oval 1634">
                      <a:extLst>
                        <a:ext uri="{FF2B5EF4-FFF2-40B4-BE49-F238E27FC236}">
                          <a16:creationId xmlns:a16="http://schemas.microsoft.com/office/drawing/2014/main" id="{A11E7394-8603-3E3E-839E-81C8F1FDEC15}"/>
                        </a:ext>
                      </a:extLst>
                    </p:cNvPr>
                    <p:cNvSpPr/>
                    <p:nvPr/>
                  </p:nvSpPr>
                  <p:spPr>
                    <a:xfrm rot="15006647" flipH="1">
                      <a:off x="4691330" y="3377195"/>
                      <a:ext cx="663549" cy="346683"/>
                    </a:xfrm>
                    <a:prstGeom prst="ellipse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6" name="Arc 1635">
                      <a:extLst>
                        <a:ext uri="{FF2B5EF4-FFF2-40B4-BE49-F238E27FC236}">
                          <a16:creationId xmlns:a16="http://schemas.microsoft.com/office/drawing/2014/main" id="{2F9E75C2-BE84-02C1-9D7F-044CBE652E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921" y="1694550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7" name="Arc 1636">
                      <a:extLst>
                        <a:ext uri="{FF2B5EF4-FFF2-40B4-BE49-F238E27FC236}">
                          <a16:creationId xmlns:a16="http://schemas.microsoft.com/office/drawing/2014/main" id="{1A097DE8-1646-5ED2-352E-574E9970DC9B}"/>
                        </a:ext>
                      </a:extLst>
                    </p:cNvPr>
                    <p:cNvSpPr/>
                    <p:nvPr/>
                  </p:nvSpPr>
                  <p:spPr>
                    <a:xfrm rot="11689115">
                      <a:off x="4351978" y="1763728"/>
                      <a:ext cx="306129" cy="311642"/>
                    </a:xfrm>
                    <a:prstGeom prst="arc">
                      <a:avLst/>
                    </a:prstGeom>
                    <a:grpFill/>
                    <a:ln w="635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6BA28754-FFEF-B712-5715-5FAF64C06ED4}"/>
                    </a:ext>
                  </a:extLst>
                </p:cNvPr>
                <p:cNvCxnSpPr/>
                <p:nvPr/>
              </p:nvCxnSpPr>
              <p:spPr>
                <a:xfrm>
                  <a:off x="5061868" y="2422793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7" name="Straight Connector 1626">
                  <a:extLst>
                    <a:ext uri="{FF2B5EF4-FFF2-40B4-BE49-F238E27FC236}">
                      <a16:creationId xmlns:a16="http://schemas.microsoft.com/office/drawing/2014/main" id="{E8E390A2-49CE-AD4B-4360-15CB7886553A}"/>
                    </a:ext>
                  </a:extLst>
                </p:cNvPr>
                <p:cNvCxnSpPr/>
                <p:nvPr/>
              </p:nvCxnSpPr>
              <p:spPr>
                <a:xfrm>
                  <a:off x="5073671" y="2539115"/>
                  <a:ext cx="210641" cy="0"/>
                </a:xfrm>
                <a:prstGeom prst="line">
                  <a:avLst/>
                </a:prstGeom>
                <a:grpFill/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5" name="Group 1614">
                <a:extLst>
                  <a:ext uri="{FF2B5EF4-FFF2-40B4-BE49-F238E27FC236}">
                    <a16:creationId xmlns:a16="http://schemas.microsoft.com/office/drawing/2014/main" id="{2072A9C1-1B73-E8DC-E46E-26724EA310AB}"/>
                  </a:ext>
                </a:extLst>
              </p:cNvPr>
              <p:cNvGrpSpPr/>
              <p:nvPr/>
            </p:nvGrpSpPr>
            <p:grpSpPr>
              <a:xfrm>
                <a:off x="9663969" y="2298797"/>
                <a:ext cx="552240" cy="2447093"/>
                <a:chOff x="8443826" y="2170814"/>
                <a:chExt cx="552240" cy="2447093"/>
              </a:xfrm>
              <a:grpFill/>
            </p:grpSpPr>
            <p:sp>
              <p:nvSpPr>
                <p:cNvPr id="1616" name="Moon 1615">
                  <a:extLst>
                    <a:ext uri="{FF2B5EF4-FFF2-40B4-BE49-F238E27FC236}">
                      <a16:creationId xmlns:a16="http://schemas.microsoft.com/office/drawing/2014/main" id="{E45094F5-0400-4442-E4AF-8FD1D3349FA2}"/>
                    </a:ext>
                  </a:extLst>
                </p:cNvPr>
                <p:cNvSpPr/>
                <p:nvPr/>
              </p:nvSpPr>
              <p:spPr>
                <a:xfrm rot="10800000">
                  <a:off x="8521053" y="3121798"/>
                  <a:ext cx="475013" cy="501401"/>
                </a:xfrm>
                <a:prstGeom prst="moon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7" name="Oval 1616">
                  <a:extLst>
                    <a:ext uri="{FF2B5EF4-FFF2-40B4-BE49-F238E27FC236}">
                      <a16:creationId xmlns:a16="http://schemas.microsoft.com/office/drawing/2014/main" id="{A49E50B0-469F-E605-205A-8A6065A7F34D}"/>
                    </a:ext>
                  </a:extLst>
                </p:cNvPr>
                <p:cNvSpPr/>
                <p:nvPr/>
              </p:nvSpPr>
              <p:spPr>
                <a:xfrm rot="858604">
                  <a:off x="8443826" y="2170814"/>
                  <a:ext cx="185640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8" name="Oval 1617">
                  <a:extLst>
                    <a:ext uri="{FF2B5EF4-FFF2-40B4-BE49-F238E27FC236}">
                      <a16:creationId xmlns:a16="http://schemas.microsoft.com/office/drawing/2014/main" id="{DE684B6F-BBE0-DDE2-55A3-17B9BC38BE66}"/>
                    </a:ext>
                  </a:extLst>
                </p:cNvPr>
                <p:cNvSpPr/>
                <p:nvPr/>
              </p:nvSpPr>
              <p:spPr>
                <a:xfrm rot="20518439">
                  <a:off x="8483460" y="2496378"/>
                  <a:ext cx="18222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9" name="Oval 1618">
                  <a:extLst>
                    <a:ext uri="{FF2B5EF4-FFF2-40B4-BE49-F238E27FC236}">
                      <a16:creationId xmlns:a16="http://schemas.microsoft.com/office/drawing/2014/main" id="{59814235-BB52-3EE1-8391-D2F56046C96F}"/>
                    </a:ext>
                  </a:extLst>
                </p:cNvPr>
                <p:cNvSpPr/>
                <p:nvPr/>
              </p:nvSpPr>
              <p:spPr>
                <a:xfrm rot="20585931">
                  <a:off x="8613830" y="2840511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0" name="Oval 1619">
                  <a:extLst>
                    <a:ext uri="{FF2B5EF4-FFF2-40B4-BE49-F238E27FC236}">
                      <a16:creationId xmlns:a16="http://schemas.microsoft.com/office/drawing/2014/main" id="{5C44D74C-5FF8-CD82-848A-ADB272B4A022}"/>
                    </a:ext>
                  </a:extLst>
                </p:cNvPr>
                <p:cNvSpPr/>
                <p:nvPr/>
              </p:nvSpPr>
              <p:spPr>
                <a:xfrm rot="21442569">
                  <a:off x="8745960" y="3505447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Oval 1620">
                  <a:extLst>
                    <a:ext uri="{FF2B5EF4-FFF2-40B4-BE49-F238E27FC236}">
                      <a16:creationId xmlns:a16="http://schemas.microsoft.com/office/drawing/2014/main" id="{52061009-B8E4-905E-FF79-3C337722D828}"/>
                    </a:ext>
                  </a:extLst>
                </p:cNvPr>
                <p:cNvSpPr/>
                <p:nvPr/>
              </p:nvSpPr>
              <p:spPr>
                <a:xfrm rot="21561546">
                  <a:off x="8735446" y="3890139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Oval 1621">
                  <a:extLst>
                    <a:ext uri="{FF2B5EF4-FFF2-40B4-BE49-F238E27FC236}">
                      <a16:creationId xmlns:a16="http://schemas.microsoft.com/office/drawing/2014/main" id="{6ACCF479-6C90-4870-4343-4DE386AC6CC3}"/>
                    </a:ext>
                  </a:extLst>
                </p:cNvPr>
                <p:cNvSpPr/>
                <p:nvPr/>
              </p:nvSpPr>
              <p:spPr>
                <a:xfrm rot="1811840">
                  <a:off x="8654891" y="4238014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3" name="Oval 1622">
                  <a:extLst>
                    <a:ext uri="{FF2B5EF4-FFF2-40B4-BE49-F238E27FC236}">
                      <a16:creationId xmlns:a16="http://schemas.microsoft.com/office/drawing/2014/main" id="{85387EFF-3C6E-F9F5-A341-1B4F37F3AC2A}"/>
                    </a:ext>
                  </a:extLst>
                </p:cNvPr>
                <p:cNvSpPr/>
                <p:nvPr/>
              </p:nvSpPr>
              <p:spPr>
                <a:xfrm rot="21561546">
                  <a:off x="8704487" y="3182552"/>
                  <a:ext cx="165668" cy="379893"/>
                </a:xfrm>
                <a:prstGeom prst="ellipse">
                  <a:avLst/>
                </a:prstGeom>
                <a:grp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672" name="Rounded Rectangle 1671">
              <a:extLst>
                <a:ext uri="{FF2B5EF4-FFF2-40B4-BE49-F238E27FC236}">
                  <a16:creationId xmlns:a16="http://schemas.microsoft.com/office/drawing/2014/main" id="{8BAF98B6-B344-2E35-B857-5583E75A8E77}"/>
                </a:ext>
              </a:extLst>
            </p:cNvPr>
            <p:cNvSpPr/>
            <p:nvPr/>
          </p:nvSpPr>
          <p:spPr>
            <a:xfrm rot="5400000">
              <a:off x="7360523" y="4412133"/>
              <a:ext cx="44815" cy="62419"/>
            </a:xfrm>
            <a:prstGeom prst="roundRect">
              <a:avLst/>
            </a:prstGeom>
            <a:solidFill>
              <a:schemeClr val="accent2"/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73" name="Group 1672">
              <a:extLst>
                <a:ext uri="{FF2B5EF4-FFF2-40B4-BE49-F238E27FC236}">
                  <a16:creationId xmlns:a16="http://schemas.microsoft.com/office/drawing/2014/main" id="{91CF25EE-86BE-8778-8E9E-A8E9C6DCDC91}"/>
                </a:ext>
              </a:extLst>
            </p:cNvPr>
            <p:cNvGrpSpPr/>
            <p:nvPr/>
          </p:nvGrpSpPr>
          <p:grpSpPr>
            <a:xfrm rot="586446">
              <a:off x="7869537" y="3335410"/>
              <a:ext cx="519248" cy="515445"/>
              <a:chOff x="7834657" y="2437554"/>
              <a:chExt cx="718792" cy="776250"/>
            </a:xfrm>
          </p:grpSpPr>
          <p:sp>
            <p:nvSpPr>
              <p:cNvPr id="1674" name="Oval 1673">
                <a:extLst>
                  <a:ext uri="{FF2B5EF4-FFF2-40B4-BE49-F238E27FC236}">
                    <a16:creationId xmlns:a16="http://schemas.microsoft.com/office/drawing/2014/main" id="{7A649E55-8F87-8547-308C-95D217C2FC4E}"/>
                  </a:ext>
                </a:extLst>
              </p:cNvPr>
              <p:cNvSpPr/>
              <p:nvPr/>
            </p:nvSpPr>
            <p:spPr>
              <a:xfrm>
                <a:off x="7974419" y="2613949"/>
                <a:ext cx="427685" cy="426963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75" name="Straight Connector 1674">
                <a:extLst>
                  <a:ext uri="{FF2B5EF4-FFF2-40B4-BE49-F238E27FC236}">
                    <a16:creationId xmlns:a16="http://schemas.microsoft.com/office/drawing/2014/main" id="{541DE4B4-B336-71FB-FDDC-CEA4D87BED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73198" y="2632259"/>
                <a:ext cx="126068" cy="7610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6" name="Straight Connector 1675">
                <a:extLst>
                  <a:ext uri="{FF2B5EF4-FFF2-40B4-BE49-F238E27FC236}">
                    <a16:creationId xmlns:a16="http://schemas.microsoft.com/office/drawing/2014/main" id="{EC651882-E657-674F-F2EC-490DF28A77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7257" y="2927186"/>
                <a:ext cx="126068" cy="8653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7" name="Straight Connector 1676">
                <a:extLst>
                  <a:ext uri="{FF2B5EF4-FFF2-40B4-BE49-F238E27FC236}">
                    <a16:creationId xmlns:a16="http://schemas.microsoft.com/office/drawing/2014/main" id="{985138D2-E6E1-6617-F54E-AAC5923E5C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65426" y="2597263"/>
                <a:ext cx="124233" cy="989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8" name="Straight Connector 1677">
                <a:extLst>
                  <a:ext uri="{FF2B5EF4-FFF2-40B4-BE49-F238E27FC236}">
                    <a16:creationId xmlns:a16="http://schemas.microsoft.com/office/drawing/2014/main" id="{86AF88EC-2B45-7E72-8719-43B00E7A85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6864" y="2932452"/>
                <a:ext cx="107086" cy="8126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9" name="Straight Connector 1678">
                <a:extLst>
                  <a:ext uri="{FF2B5EF4-FFF2-40B4-BE49-F238E27FC236}">
                    <a16:creationId xmlns:a16="http://schemas.microsoft.com/office/drawing/2014/main" id="{3372B5E1-4AEF-8FCC-B12E-9EAB12474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2569" y="2483273"/>
                <a:ext cx="0" cy="1237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0" name="Straight Connector 1679">
                <a:extLst>
                  <a:ext uri="{FF2B5EF4-FFF2-40B4-BE49-F238E27FC236}">
                    <a16:creationId xmlns:a16="http://schemas.microsoft.com/office/drawing/2014/main" id="{6B199FF5-936C-5F75-8A8C-08CD79152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8261" y="3040912"/>
                <a:ext cx="0" cy="1237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1" name="Oval 1680">
                <a:extLst>
                  <a:ext uri="{FF2B5EF4-FFF2-40B4-BE49-F238E27FC236}">
                    <a16:creationId xmlns:a16="http://schemas.microsoft.com/office/drawing/2014/main" id="{97029B76-C801-B994-F4F9-2280941A27EC}"/>
                  </a:ext>
                </a:extLst>
              </p:cNvPr>
              <p:cNvSpPr/>
              <p:nvPr/>
            </p:nvSpPr>
            <p:spPr>
              <a:xfrm>
                <a:off x="8151052" y="2437554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2" name="Oval 1681">
                <a:extLst>
                  <a:ext uri="{FF2B5EF4-FFF2-40B4-BE49-F238E27FC236}">
                    <a16:creationId xmlns:a16="http://schemas.microsoft.com/office/drawing/2014/main" id="{E4FCE740-569D-5E52-4F88-FCC421EC9604}"/>
                  </a:ext>
                </a:extLst>
              </p:cNvPr>
              <p:cNvSpPr/>
              <p:nvPr/>
            </p:nvSpPr>
            <p:spPr>
              <a:xfrm rot="3319598">
                <a:off x="8474851" y="2567454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3" name="Oval 1682">
                <a:extLst>
                  <a:ext uri="{FF2B5EF4-FFF2-40B4-BE49-F238E27FC236}">
                    <a16:creationId xmlns:a16="http://schemas.microsoft.com/office/drawing/2014/main" id="{647C9A5E-C31F-5783-2D2C-00D48BD096F0}"/>
                  </a:ext>
                </a:extLst>
              </p:cNvPr>
              <p:cNvSpPr/>
              <p:nvPr/>
            </p:nvSpPr>
            <p:spPr>
              <a:xfrm rot="3319598">
                <a:off x="7838638" y="3004457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4" name="Oval 1683">
                <a:extLst>
                  <a:ext uri="{FF2B5EF4-FFF2-40B4-BE49-F238E27FC236}">
                    <a16:creationId xmlns:a16="http://schemas.microsoft.com/office/drawing/2014/main" id="{A8BCAFA4-456C-8B3D-3053-6ADA11BE08F2}"/>
                  </a:ext>
                </a:extLst>
              </p:cNvPr>
              <p:cNvSpPr/>
              <p:nvPr/>
            </p:nvSpPr>
            <p:spPr>
              <a:xfrm rot="18236711">
                <a:off x="8499073" y="3004442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5" name="Oval 1684">
                <a:extLst>
                  <a:ext uri="{FF2B5EF4-FFF2-40B4-BE49-F238E27FC236}">
                    <a16:creationId xmlns:a16="http://schemas.microsoft.com/office/drawing/2014/main" id="{C11D3A02-4A70-36B8-B18F-3BCC5280F715}"/>
                  </a:ext>
                </a:extLst>
              </p:cNvPr>
              <p:cNvSpPr/>
              <p:nvPr/>
            </p:nvSpPr>
            <p:spPr>
              <a:xfrm rot="18236711">
                <a:off x="7826000" y="2601812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6" name="Oval 1685">
                <a:extLst>
                  <a:ext uri="{FF2B5EF4-FFF2-40B4-BE49-F238E27FC236}">
                    <a16:creationId xmlns:a16="http://schemas.microsoft.com/office/drawing/2014/main" id="{FE75D2A9-3C31-B604-66AA-70A014A441A6}"/>
                  </a:ext>
                </a:extLst>
              </p:cNvPr>
              <p:cNvSpPr/>
              <p:nvPr/>
            </p:nvSpPr>
            <p:spPr>
              <a:xfrm>
                <a:off x="8151052" y="3168085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87" name="Group 1686">
              <a:extLst>
                <a:ext uri="{FF2B5EF4-FFF2-40B4-BE49-F238E27FC236}">
                  <a16:creationId xmlns:a16="http://schemas.microsoft.com/office/drawing/2014/main" id="{3469F98E-A61D-9136-3A06-14A110A0039C}"/>
                </a:ext>
              </a:extLst>
            </p:cNvPr>
            <p:cNvGrpSpPr/>
            <p:nvPr/>
          </p:nvGrpSpPr>
          <p:grpSpPr>
            <a:xfrm>
              <a:off x="7569930" y="4385532"/>
              <a:ext cx="519248" cy="515445"/>
              <a:chOff x="7834657" y="2437554"/>
              <a:chExt cx="718792" cy="776250"/>
            </a:xfrm>
          </p:grpSpPr>
          <p:sp>
            <p:nvSpPr>
              <p:cNvPr id="1688" name="Oval 1687">
                <a:extLst>
                  <a:ext uri="{FF2B5EF4-FFF2-40B4-BE49-F238E27FC236}">
                    <a16:creationId xmlns:a16="http://schemas.microsoft.com/office/drawing/2014/main" id="{5266524A-D47E-F293-954E-C07ACEA8FD34}"/>
                  </a:ext>
                </a:extLst>
              </p:cNvPr>
              <p:cNvSpPr/>
              <p:nvPr/>
            </p:nvSpPr>
            <p:spPr>
              <a:xfrm>
                <a:off x="7974419" y="2613949"/>
                <a:ext cx="427685" cy="426963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89" name="Straight Connector 1688">
                <a:extLst>
                  <a:ext uri="{FF2B5EF4-FFF2-40B4-BE49-F238E27FC236}">
                    <a16:creationId xmlns:a16="http://schemas.microsoft.com/office/drawing/2014/main" id="{73A03257-9DBD-F79C-991C-37F953A2FA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73198" y="2632259"/>
                <a:ext cx="126068" cy="7610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0" name="Straight Connector 1689">
                <a:extLst>
                  <a:ext uri="{FF2B5EF4-FFF2-40B4-BE49-F238E27FC236}">
                    <a16:creationId xmlns:a16="http://schemas.microsoft.com/office/drawing/2014/main" id="{867ADFED-2BE9-CA65-CC02-2F7A4D4079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7257" y="2927186"/>
                <a:ext cx="126068" cy="8653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1" name="Straight Connector 1690">
                <a:extLst>
                  <a:ext uri="{FF2B5EF4-FFF2-40B4-BE49-F238E27FC236}">
                    <a16:creationId xmlns:a16="http://schemas.microsoft.com/office/drawing/2014/main" id="{6B24E982-D86A-0738-0E29-4D99976F8C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65426" y="2597263"/>
                <a:ext cx="124233" cy="989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2" name="Straight Connector 1691">
                <a:extLst>
                  <a:ext uri="{FF2B5EF4-FFF2-40B4-BE49-F238E27FC236}">
                    <a16:creationId xmlns:a16="http://schemas.microsoft.com/office/drawing/2014/main" id="{EE39D7B4-4159-D84D-40A5-769C947F6D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6864" y="2932452"/>
                <a:ext cx="107086" cy="8126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3" name="Straight Connector 1692">
                <a:extLst>
                  <a:ext uri="{FF2B5EF4-FFF2-40B4-BE49-F238E27FC236}">
                    <a16:creationId xmlns:a16="http://schemas.microsoft.com/office/drawing/2014/main" id="{E3D272EA-E818-44B4-ECB0-BB29911DA2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2569" y="2483273"/>
                <a:ext cx="0" cy="1237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4" name="Straight Connector 1693">
                <a:extLst>
                  <a:ext uri="{FF2B5EF4-FFF2-40B4-BE49-F238E27FC236}">
                    <a16:creationId xmlns:a16="http://schemas.microsoft.com/office/drawing/2014/main" id="{243D3196-6ECC-1FB8-1A51-4B0C9400D8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8261" y="3040912"/>
                <a:ext cx="0" cy="1237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5" name="Oval 1694">
                <a:extLst>
                  <a:ext uri="{FF2B5EF4-FFF2-40B4-BE49-F238E27FC236}">
                    <a16:creationId xmlns:a16="http://schemas.microsoft.com/office/drawing/2014/main" id="{BBC927D1-996E-E293-BDFD-56F7D0D4E93C}"/>
                  </a:ext>
                </a:extLst>
              </p:cNvPr>
              <p:cNvSpPr/>
              <p:nvPr/>
            </p:nvSpPr>
            <p:spPr>
              <a:xfrm>
                <a:off x="8151052" y="2437554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6" name="Oval 1695">
                <a:extLst>
                  <a:ext uri="{FF2B5EF4-FFF2-40B4-BE49-F238E27FC236}">
                    <a16:creationId xmlns:a16="http://schemas.microsoft.com/office/drawing/2014/main" id="{8EDB45CD-81FD-BF00-92B0-C7C9A2095019}"/>
                  </a:ext>
                </a:extLst>
              </p:cNvPr>
              <p:cNvSpPr/>
              <p:nvPr/>
            </p:nvSpPr>
            <p:spPr>
              <a:xfrm rot="3319598">
                <a:off x="8474851" y="2567454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7" name="Oval 1696">
                <a:extLst>
                  <a:ext uri="{FF2B5EF4-FFF2-40B4-BE49-F238E27FC236}">
                    <a16:creationId xmlns:a16="http://schemas.microsoft.com/office/drawing/2014/main" id="{75821B19-71B6-FB45-0DB9-8EC944B5BC1D}"/>
                  </a:ext>
                </a:extLst>
              </p:cNvPr>
              <p:cNvSpPr/>
              <p:nvPr/>
            </p:nvSpPr>
            <p:spPr>
              <a:xfrm rot="3319598">
                <a:off x="7838638" y="3004457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8" name="Oval 1697">
                <a:extLst>
                  <a:ext uri="{FF2B5EF4-FFF2-40B4-BE49-F238E27FC236}">
                    <a16:creationId xmlns:a16="http://schemas.microsoft.com/office/drawing/2014/main" id="{C1FC96C8-AA5C-6A62-D1FB-D36AEA88A8E3}"/>
                  </a:ext>
                </a:extLst>
              </p:cNvPr>
              <p:cNvSpPr/>
              <p:nvPr/>
            </p:nvSpPr>
            <p:spPr>
              <a:xfrm rot="18236711">
                <a:off x="8499073" y="3004442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9" name="Oval 1698">
                <a:extLst>
                  <a:ext uri="{FF2B5EF4-FFF2-40B4-BE49-F238E27FC236}">
                    <a16:creationId xmlns:a16="http://schemas.microsoft.com/office/drawing/2014/main" id="{BC07B5DC-6BB9-0309-0467-465971072F6F}"/>
                  </a:ext>
                </a:extLst>
              </p:cNvPr>
              <p:cNvSpPr/>
              <p:nvPr/>
            </p:nvSpPr>
            <p:spPr>
              <a:xfrm rot="18236711">
                <a:off x="7826000" y="2601812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0" name="Oval 1699">
                <a:extLst>
                  <a:ext uri="{FF2B5EF4-FFF2-40B4-BE49-F238E27FC236}">
                    <a16:creationId xmlns:a16="http://schemas.microsoft.com/office/drawing/2014/main" id="{8C7BDC3E-23C9-1BAB-4979-CB2DCC759783}"/>
                  </a:ext>
                </a:extLst>
              </p:cNvPr>
              <p:cNvSpPr/>
              <p:nvPr/>
            </p:nvSpPr>
            <p:spPr>
              <a:xfrm>
                <a:off x="8151052" y="3168085"/>
                <a:ext cx="63034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0883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339F84-82C9-5049-A057-D63B35662ABA}"/>
              </a:ext>
            </a:extLst>
          </p:cNvPr>
          <p:cNvSpPr/>
          <p:nvPr/>
        </p:nvSpPr>
        <p:spPr>
          <a:xfrm>
            <a:off x="1145628" y="651641"/>
            <a:ext cx="2301765" cy="548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05EAA01-8AFC-C69E-E74C-0F6C8FECBD9B}"/>
              </a:ext>
            </a:extLst>
          </p:cNvPr>
          <p:cNvSpPr/>
          <p:nvPr/>
        </p:nvSpPr>
        <p:spPr>
          <a:xfrm>
            <a:off x="4356538" y="651641"/>
            <a:ext cx="2301765" cy="548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A2946F-946A-2424-565F-100FEFA02A9E}"/>
              </a:ext>
            </a:extLst>
          </p:cNvPr>
          <p:cNvSpPr/>
          <p:nvPr/>
        </p:nvSpPr>
        <p:spPr>
          <a:xfrm>
            <a:off x="7567448" y="651641"/>
            <a:ext cx="2301765" cy="548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8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3723</TotalTime>
  <Words>343</Words>
  <Application>Microsoft Macintosh PowerPoint</Application>
  <PresentationFormat>Widescreen</PresentationFormat>
  <Paragraphs>143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Antia, Rustom</dc:creator>
  <cp:lastModifiedBy>Hirst, Cora</cp:lastModifiedBy>
  <cp:revision>43</cp:revision>
  <dcterms:created xsi:type="dcterms:W3CDTF">2024-09-25T19:44:21Z</dcterms:created>
  <dcterms:modified xsi:type="dcterms:W3CDTF">2026-06-18T20:06:52Z</dcterms:modified>
</cp:coreProperties>
</file>