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 varScale="1">
        <p:scale>
          <a:sx n="104" d="100"/>
          <a:sy n="104" d="100"/>
        </p:scale>
        <p:origin x="232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8796A7-9A91-541D-8032-4BB0C9E9EB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028968-DBC4-EBAC-A240-AB173104FB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AB0A60-BBE0-066B-1412-FA2984043C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5C2787-FC8B-5342-AB03-676DFA569478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6E6A5E-733F-66BA-FF35-E2C6B5F65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8289B9-D7BB-F69C-6F0B-689AB54AC4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BE4786-491D-534A-9F75-5B31E188C1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34484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6AF6F7-DB33-E677-7A2A-EDD802BBAB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EADF84-ABF2-727B-CEC5-69C4948957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048FCD-2708-11CA-D8DB-CE27FEEC9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5C2787-FC8B-5342-AB03-676DFA569478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67533B-D8D1-207C-DD0D-4FDDCBCA2E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B59C7E-23CD-521F-B48C-3860DDAB12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BE4786-491D-534A-9F75-5B31E188C1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295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86F5DB-60AF-84AA-18BE-F7AE2C1695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30D91B-DFC9-845E-C995-01D21BCCDB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7011B8-AFB1-278B-5F00-B1100FC6E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5C2787-FC8B-5342-AB03-676DFA569478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BAA80F-25B2-4AA1-2D97-DD46E98E96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190827-DE4B-D922-8D8C-30DE4464D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BE4786-491D-534A-9F75-5B31E188C1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1281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CB639F-CB38-2CE0-BAC7-48FA02716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967785-A4CE-3EFD-42EA-A17A13302E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93B7C3-389A-8856-4103-D7AF7A98D8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36376F-3C28-D3EF-3C9B-88CC0E45C3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5C2787-FC8B-5342-AB03-676DFA569478}" type="datetimeFigureOut">
              <a:rPr lang="en-US" smtClean="0"/>
              <a:t>10/2/26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F51299-907B-CD0C-15FF-D9C995D6BC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7027DF-C716-36BD-3821-0739A7EE54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BE4786-491D-534A-9F75-5B31E188C1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9811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85CA5A-F97A-0BA2-9DE0-E9896DE8D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31789E-5CF8-DA66-908D-923CE95026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7C3F73-90A6-B080-DD2C-EF590478FA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72A614C-E09F-1440-3161-20EEAC48DF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AC2C67-1669-E0AD-6828-CC76ABAE5D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74D6B84-56DB-BA30-0C42-3864967E0D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5C2787-FC8B-5342-AB03-676DFA569478}" type="datetimeFigureOut">
              <a:rPr lang="en-US" smtClean="0"/>
              <a:t>10/2/26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2F93E0B-9CC4-D3C4-D72B-A95AE628D2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D730A5A-B41A-D50B-47CA-3CA1968337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BE4786-491D-534A-9F75-5B31E188C1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0059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D87049-4B3A-FCAB-58C7-9ED074AD8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1157444-57DC-690E-4DC5-7C3B6AD21A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5C2787-FC8B-5342-AB03-676DFA569478}" type="datetimeFigureOut">
              <a:rPr lang="en-US" smtClean="0"/>
              <a:t>10/2/26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641906-0F19-960D-D6CE-A9FDB9E3EB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FE5A45-B746-22AF-D391-8867A1B5C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BE4786-491D-534A-9F75-5B31E188C1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5894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83A2B65-68EB-D4AB-97D5-04DE681E4D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5C2787-FC8B-5342-AB03-676DFA569478}" type="datetimeFigureOut">
              <a:rPr lang="en-US" smtClean="0"/>
              <a:t>10/2/26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C9E4E08-C041-CB72-14C5-26653FF984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057D26-882A-9AF7-435E-597897B725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BE4786-491D-534A-9F75-5B31E188C1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20791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C7F10-05D9-4971-74BE-ACEB1627B4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E27B9D-BA8E-9152-83ED-D5A5DA7EF7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3ED417-C030-0A7E-739B-0300B9B782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BC331A-21BE-C009-F48F-CC6083C528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5C2787-FC8B-5342-AB03-676DFA569478}" type="datetimeFigureOut">
              <a:rPr lang="en-US" smtClean="0"/>
              <a:t>10/2/26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54B24B-C17C-6AF5-3191-0CFECA2ED4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6435D7-A53B-7AD1-2372-12C9A3C3C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BE4786-491D-534A-9F75-5B31E188C1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02173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6F7CC9-3A84-6882-E361-C8B84D4D9C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0A8ED6E-4B19-E2FB-4EFD-728D5B1FC176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A49F3D2-53EB-065B-06FD-824214CB5C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EA728D-CCD4-4086-31AC-4EA208C44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5C2787-FC8B-5342-AB03-676DFA569478}" type="datetimeFigureOut">
              <a:rPr lang="en-US" smtClean="0"/>
              <a:t>10/2/26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E675EC-2B24-43D4-99B1-A783D3132D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74F25C-47B7-C10D-795F-5ABB73552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BE4786-491D-534A-9F75-5B31E188C1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2731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6E6909-2DE0-4136-861A-5CD7AA025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07BBEFE-2A82-D063-517C-849A86FF0D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73E2A5-946B-34EE-C16F-220A031356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5C2787-FC8B-5342-AB03-676DFA569478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4A7CB1-C168-392C-EF2E-FD96BAFD4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C58634-1FA7-019E-09AB-ED97EC6BD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BE4786-491D-534A-9F75-5B31E188C1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3431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ECC5FF5-68BF-CAED-E903-83D79EC4C4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A9890E-52E0-E0A0-69C7-3AEEDE5812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A92B1D-C0DA-6929-12E2-055772396D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5C2787-FC8B-5342-AB03-676DFA569478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2E88A7-869D-72CB-E0B4-95C2D6D0E3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6276C1-F5AC-FCC3-AE72-6F6F276900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BE4786-491D-534A-9F75-5B31E188C1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2056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5337142-67B7-729C-968E-10A2173D3E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EE534A-6D13-9AB4-BC6E-BBC5939455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CAD41C-7B85-359D-E2F5-9C618B9E3F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5C2787-FC8B-5342-AB03-676DFA569478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4250BD-6997-3889-D4BA-7B38E40D9C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19D7BD-91BA-D76D-ADEE-E8F0427244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BE4786-491D-534A-9F75-5B31E188C1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35630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DD7AFF-EBEC-E72A-4FFC-630FC440A09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Manuscript Figures</a:t>
            </a:r>
          </a:p>
        </p:txBody>
      </p:sp>
    </p:spTree>
    <p:extLst>
      <p:ext uri="{BB962C8B-B14F-4D97-AF65-F5344CB8AC3E}">
        <p14:creationId xmlns:p14="http://schemas.microsoft.com/office/powerpoint/2010/main" val="2184798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ACC11-AA27-95A0-4E5F-1CD77151B2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Sketch of transport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41F86D-F9EA-67F6-EB51-5702AD7F60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7362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3E836C2-04DC-88F1-B22E-0EE1778B0B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660" y="1034363"/>
            <a:ext cx="10114333" cy="4789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25503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406</TotalTime>
  <Words>5</Words>
  <Application>Microsoft Macintosh PowerPoint</Application>
  <PresentationFormat>Widescreen</PresentationFormat>
  <Paragraphs>2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Manuscript Figures</vt:lpstr>
      <vt:lpstr>Sketch of transport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Hirst, Cora</dc:creator>
  <cp:lastModifiedBy>Hirst, Cora</cp:lastModifiedBy>
  <cp:revision>1</cp:revision>
  <dcterms:created xsi:type="dcterms:W3CDTF">2026-10-02T14:12:26Z</dcterms:created>
  <dcterms:modified xsi:type="dcterms:W3CDTF">2026-10-02T20:58:39Z</dcterms:modified>
</cp:coreProperties>
</file>