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796A7-9A91-541D-8032-4BB0C9E9EB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028968-DBC4-EBAC-A240-AB173104FB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B0A60-BBE0-066B-1412-FA2984043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C2787-FC8B-5342-AB03-676DFA569478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6E6A5E-733F-66BA-FF35-E2C6B5F65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289B9-D7BB-F69C-6F0B-689AB54AC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E4786-491D-534A-9F75-5B31E188C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448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AF6F7-DB33-E677-7A2A-EDD802BBA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ADF84-ABF2-727B-CEC5-69C4948957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48FCD-2708-11CA-D8DB-CE27FEEC9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C2787-FC8B-5342-AB03-676DFA569478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67533B-D8D1-207C-DD0D-4FDDCBCA2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B59C7E-23CD-521F-B48C-3860DDAB1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E4786-491D-534A-9F75-5B31E188C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95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6F5DB-60AF-84AA-18BE-F7AE2C169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0D91B-DFC9-845E-C995-01D21BCCD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011B8-AFB1-278B-5F00-B1100FC6E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C2787-FC8B-5342-AB03-676DFA569478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AA80F-25B2-4AA1-2D97-DD46E98E9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90827-DE4B-D922-8D8C-30DE4464D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E4786-491D-534A-9F75-5B31E188C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128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B639F-CB38-2CE0-BAC7-48FA02716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67785-A4CE-3EFD-42EA-A17A13302E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93B7C3-389A-8856-4103-D7AF7A98D8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36376F-3C28-D3EF-3C9B-88CC0E45C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C2787-FC8B-5342-AB03-676DFA569478}" type="datetimeFigureOut">
              <a:rPr lang="en-US" smtClean="0"/>
              <a:t>10/9/26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F51299-907B-CD0C-15FF-D9C995D6B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027DF-C716-36BD-3821-0739A7EE5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E4786-491D-534A-9F75-5B31E188C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81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5CA5A-F97A-0BA2-9DE0-E9896DE8D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31789E-5CF8-DA66-908D-923CE95026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7C3F73-90A6-B080-DD2C-EF590478FA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2A614C-E09F-1440-3161-20EEAC48DF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AC2C67-1669-E0AD-6828-CC76ABAE5D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4D6B84-56DB-BA30-0C42-3864967E0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C2787-FC8B-5342-AB03-676DFA569478}" type="datetimeFigureOut">
              <a:rPr lang="en-US" smtClean="0"/>
              <a:t>10/9/26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F93E0B-9CC4-D3C4-D72B-A95AE628D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730A5A-B41A-D50B-47CA-3CA196833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E4786-491D-534A-9F75-5B31E188C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05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87049-4B3A-FCAB-58C7-9ED074AD8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157444-57DC-690E-4DC5-7C3B6AD21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C2787-FC8B-5342-AB03-676DFA569478}" type="datetimeFigureOut">
              <a:rPr lang="en-US" smtClean="0"/>
              <a:t>10/9/26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641906-0F19-960D-D6CE-A9FDB9E3E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FE5A45-B746-22AF-D391-8867A1B5C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E4786-491D-534A-9F75-5B31E188C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589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3A2B65-68EB-D4AB-97D5-04DE681E4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C2787-FC8B-5342-AB03-676DFA569478}" type="datetimeFigureOut">
              <a:rPr lang="en-US" smtClean="0"/>
              <a:t>10/9/26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9E4E08-C041-CB72-14C5-26653FF98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057D26-882A-9AF7-435E-597897B72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E4786-491D-534A-9F75-5B31E188C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079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C7F10-05D9-4971-74BE-ACEB1627B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27B9D-BA8E-9152-83ED-D5A5DA7EF7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3ED417-C030-0A7E-739B-0300B9B782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BC331A-21BE-C009-F48F-CC6083C52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C2787-FC8B-5342-AB03-676DFA569478}" type="datetimeFigureOut">
              <a:rPr lang="en-US" smtClean="0"/>
              <a:t>10/9/26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54B24B-C17C-6AF5-3191-0CFECA2ED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6435D7-A53B-7AD1-2372-12C9A3C3C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E4786-491D-534A-9F75-5B31E188C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217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F7CC9-3A84-6882-E361-C8B84D4D9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A8ED6E-4B19-E2FB-4EFD-728D5B1FC17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49F3D2-53EB-065B-06FD-824214CB5C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EA728D-CCD4-4086-31AC-4EA208C44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C2787-FC8B-5342-AB03-676DFA569478}" type="datetimeFigureOut">
              <a:rPr lang="en-US" smtClean="0"/>
              <a:t>10/9/26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E675EC-2B24-43D4-99B1-A783D3132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74F25C-47B7-C10D-795F-5ABB73552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E4786-491D-534A-9F75-5B31E188C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731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E6909-2DE0-4136-861A-5CD7AA025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7BBEFE-2A82-D063-517C-849A86FF0D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3E2A5-946B-34EE-C16F-220A03135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C2787-FC8B-5342-AB03-676DFA569478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4A7CB1-C168-392C-EF2E-FD96BAFD4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C58634-1FA7-019E-09AB-ED97EC6BD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E4786-491D-534A-9F75-5B31E188C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43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CC5FF5-68BF-CAED-E903-83D79EC4C4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A9890E-52E0-E0A0-69C7-3AEEDE5812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A92B1D-C0DA-6929-12E2-055772396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C2787-FC8B-5342-AB03-676DFA569478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E88A7-869D-72CB-E0B4-95C2D6D0E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276C1-F5AC-FCC3-AE72-6F6F27690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E4786-491D-534A-9F75-5B31E188C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205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37142-67B7-729C-968E-10A2173D3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E534A-6D13-9AB4-BC6E-BBC5939455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CAD41C-7B85-359D-E2F5-9C618B9E3F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5C2787-FC8B-5342-AB03-676DFA569478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250BD-6997-3889-D4BA-7B38E40D9C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19D7BD-91BA-D76D-ADEE-E8F0427244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BE4786-491D-534A-9F75-5B31E188C1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563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D7AFF-EBEC-E72A-4FFC-630FC440A0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Manuscript Figures</a:t>
            </a:r>
          </a:p>
        </p:txBody>
      </p:sp>
    </p:spTree>
    <p:extLst>
      <p:ext uri="{BB962C8B-B14F-4D97-AF65-F5344CB8AC3E}">
        <p14:creationId xmlns:p14="http://schemas.microsoft.com/office/powerpoint/2010/main" val="2184798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ACC11-AA27-95A0-4E5F-1CD77151B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Sketch of transport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1F86D-F9EA-67F6-EB51-5702AD7F6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736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E8845C-0C35-28F0-6D68-14E295A23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274" y="1596975"/>
            <a:ext cx="7772400" cy="3664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550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74989D-6C75-AD53-2324-0640BE5641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088292"/>
            <a:ext cx="6096000" cy="3657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87F432-A938-CC72-C72B-8A40C9380D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088292"/>
            <a:ext cx="60960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312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729BC0D-56B4-2E62-1698-1AEA5E6484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3092" y="1851218"/>
            <a:ext cx="60960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656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632</TotalTime>
  <Words>5</Words>
  <Application>Microsoft Macintosh PowerPoint</Application>
  <PresentationFormat>Widescreen</PresentationFormat>
  <Paragraphs>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Manuscript Figures</vt:lpstr>
      <vt:lpstr>Sketch of transport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Hirst, Cora</dc:creator>
  <cp:lastModifiedBy>Hirst, Cora</cp:lastModifiedBy>
  <cp:revision>2</cp:revision>
  <dcterms:created xsi:type="dcterms:W3CDTF">2026-10-02T14:12:26Z</dcterms:created>
  <dcterms:modified xsi:type="dcterms:W3CDTF">2026-10-09T18:06:36Z</dcterms:modified>
</cp:coreProperties>
</file>